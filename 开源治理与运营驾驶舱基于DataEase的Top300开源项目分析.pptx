
<file path=[Content_Types].xml><?xml version="1.0" encoding="utf-8"?>
<Types xmlns="http://schemas.openxmlformats.org/package/2006/content-types">
  <Default Extension="jpeg" ContentType="image/jpeg"/>
  <Default Extension="JPG" ContentType="image/.jp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media/image10.svg" ContentType="image/svg+xml"/>
  <Override PartName="/ppt/media/image13.svg" ContentType="image/svg+xml"/>
  <Override PartName="/ppt/media/image14.svg" ContentType="image/svg+xml"/>
  <Override PartName="/ppt/media/image15.svg" ContentType="image/svg+xml"/>
  <Override PartName="/ppt/media/image2.svg" ContentType="image/svg+xml"/>
  <Override PartName="/ppt/media/image4.svg" ContentType="image/svg+xml"/>
  <Override PartName="/ppt/media/image6.svg" ContentType="image/svg+xml"/>
  <Override PartName="/ppt/media/image7.svg" ContentType="image/svg+xml"/>
  <Override PartName="/ppt/media/image8.svg" ContentType="image/svg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29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30.xml" ContentType="application/vnd.openxmlformats-officedocument.presentationml.slideLayout+xml"/>
  <Override PartName="/ppt/slideLayouts/slideLayout31.xml" ContentType="application/vnd.openxmlformats-officedocument.presentationml.slideLayout+xml"/>
  <Override PartName="/ppt/slideLayouts/slideLayout32.xml" ContentType="application/vnd.openxmlformats-officedocument.presentationml.slideLayout+xml"/>
  <Override PartName="/ppt/slideLayouts/slideLayout33.xml" ContentType="application/vnd.openxmlformats-officedocument.presentationml.slideLayout+xml"/>
  <Override PartName="/ppt/slideLayouts/slideLayout34.xml" ContentType="application/vnd.openxmlformats-officedocument.presentationml.slideLayout+xml"/>
  <Override PartName="/ppt/slideLayouts/slideLayout35.xml" ContentType="application/vnd.openxmlformats-officedocument.presentationml.slideLayout+xml"/>
  <Override PartName="/ppt/slideLayouts/slideLayout36.xml" ContentType="application/vnd.openxmlformats-officedocument.presentationml.slideLayout+xml"/>
  <Override PartName="/ppt/slideLayouts/slideLayout37.xml" ContentType="application/vnd.openxmlformats-officedocument.presentationml.slideLayout+xml"/>
  <Override PartName="/ppt/slideLayouts/slideLayout38.xml" ContentType="application/vnd.openxmlformats-officedocument.presentationml.slideLayout+xml"/>
  <Override PartName="/ppt/slideLayouts/slideLayout39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40.xml" ContentType="application/vnd.openxmlformats-officedocument.presentationml.slideLayout+xml"/>
  <Override PartName="/ppt/slideLayouts/slideLayout41.xml" ContentType="application/vnd.openxmlformats-officedocument.presentationml.slideLayout+xml"/>
  <Override PartName="/ppt/slideLayouts/slideLayout42.xml" ContentType="application/vnd.openxmlformats-officedocument.presentationml.slideLayout+xml"/>
  <Override PartName="/ppt/slideLayouts/slideLayout43.xml" ContentType="application/vnd.openxmlformats-officedocument.presentationml.slideLayout+xml"/>
  <Override PartName="/ppt/slideLayouts/slideLayout44.xml" ContentType="application/vnd.openxmlformats-officedocument.presentationml.slideLayout+xml"/>
  <Override PartName="/ppt/slideLayouts/slideLayout45.xml" ContentType="application/vnd.openxmlformats-officedocument.presentationml.slideLayout+xml"/>
  <Override PartName="/ppt/slideLayouts/slideLayout46.xml" ContentType="application/vnd.openxmlformats-officedocument.presentationml.slideLayout+xml"/>
  <Override PartName="/ppt/slideLayouts/slideLayout47.xml" ContentType="application/vnd.openxmlformats-officedocument.presentationml.slideLayout+xml"/>
  <Override PartName="/ppt/slideLayouts/slideLayout48.xml" ContentType="application/vnd.openxmlformats-officedocument.presentationml.slideLayout+xml"/>
  <Override PartName="/ppt/slideLayouts/slideLayout49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50.xml" ContentType="application/vnd.openxmlformats-officedocument.presentationml.slideLayout+xml"/>
  <Override PartName="/ppt/slideLayouts/slideLayout51.xml" ContentType="application/vnd.openxmlformats-officedocument.presentationml.slideLayout+xml"/>
  <Override PartName="/ppt/slideLayouts/slideLayout52.xml" ContentType="application/vnd.openxmlformats-officedocument.presentationml.slideLayout+xml"/>
  <Override PartName="/ppt/slideLayouts/slideLayout53.xml" ContentType="application/vnd.openxmlformats-officedocument.presentationml.slideLayout+xml"/>
  <Override PartName="/ppt/slideLayouts/slideLayout54.xml" ContentType="application/vnd.openxmlformats-officedocument.presentationml.slideLayout+xml"/>
  <Override PartName="/ppt/slideLayouts/slideLayout55.xml" ContentType="application/vnd.openxmlformats-officedocument.presentationml.slideLayout+xml"/>
  <Override PartName="/ppt/slideLayouts/slideLayout56.xml" ContentType="application/vnd.openxmlformats-officedocument.presentationml.slideLayout+xml"/>
  <Override PartName="/ppt/slideLayouts/slideLayout57.xml" ContentType="application/vnd.openxmlformats-officedocument.presentationml.slideLayout+xml"/>
  <Override PartName="/ppt/slideLayouts/slideLayout58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Masters/slideMaster3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ags/tag1.xml" ContentType="application/vnd.openxmlformats-officedocument.presentationml.tags+xml"/>
  <Override PartName="/ppt/tags/tag10.xml" ContentType="application/vnd.openxmlformats-officedocument.presentationml.tags+xml"/>
  <Override PartName="/ppt/tags/tag100.xml" ContentType="application/vnd.openxmlformats-officedocument.presentationml.tags+xml"/>
  <Override PartName="/ppt/tags/tag101.xml" ContentType="application/vnd.openxmlformats-officedocument.presentationml.tags+xml"/>
  <Override PartName="/ppt/tags/tag102.xml" ContentType="application/vnd.openxmlformats-officedocument.presentationml.tags+xml"/>
  <Override PartName="/ppt/tags/tag103.xml" ContentType="application/vnd.openxmlformats-officedocument.presentationml.tags+xml"/>
  <Override PartName="/ppt/tags/tag104.xml" ContentType="application/vnd.openxmlformats-officedocument.presentationml.tags+xml"/>
  <Override PartName="/ppt/tags/tag105.xml" ContentType="application/vnd.openxmlformats-officedocument.presentationml.tags+xml"/>
  <Override PartName="/ppt/tags/tag106.xml" ContentType="application/vnd.openxmlformats-officedocument.presentationml.tags+xml"/>
  <Override PartName="/ppt/tags/tag107.xml" ContentType="application/vnd.openxmlformats-officedocument.presentationml.tags+xml"/>
  <Override PartName="/ppt/tags/tag108.xml" ContentType="application/vnd.openxmlformats-officedocument.presentationml.tags+xml"/>
  <Override PartName="/ppt/tags/tag109.xml" ContentType="application/vnd.openxmlformats-officedocument.presentationml.tags+xml"/>
  <Override PartName="/ppt/tags/tag11.xml" ContentType="application/vnd.openxmlformats-officedocument.presentationml.tags+xml"/>
  <Override PartName="/ppt/tags/tag110.xml" ContentType="application/vnd.openxmlformats-officedocument.presentationml.tags+xml"/>
  <Override PartName="/ppt/tags/tag111.xml" ContentType="application/vnd.openxmlformats-officedocument.presentationml.tags+xml"/>
  <Override PartName="/ppt/tags/tag112.xml" ContentType="application/vnd.openxmlformats-officedocument.presentationml.tags+xml"/>
  <Override PartName="/ppt/tags/tag113.xml" ContentType="application/vnd.openxmlformats-officedocument.presentationml.tags+xml"/>
  <Override PartName="/ppt/tags/tag114.xml" ContentType="application/vnd.openxmlformats-officedocument.presentationml.tags+xml"/>
  <Override PartName="/ppt/tags/tag115.xml" ContentType="application/vnd.openxmlformats-officedocument.presentationml.tags+xml"/>
  <Override PartName="/ppt/tags/tag116.xml" ContentType="application/vnd.openxmlformats-officedocument.presentationml.tags+xml"/>
  <Override PartName="/ppt/tags/tag117.xml" ContentType="application/vnd.openxmlformats-officedocument.presentationml.tags+xml"/>
  <Override PartName="/ppt/tags/tag118.xml" ContentType="application/vnd.openxmlformats-officedocument.presentationml.tags+xml"/>
  <Override PartName="/ppt/tags/tag119.xml" ContentType="application/vnd.openxmlformats-officedocument.presentationml.tags+xml"/>
  <Override PartName="/ppt/tags/tag12.xml" ContentType="application/vnd.openxmlformats-officedocument.presentationml.tags+xml"/>
  <Override PartName="/ppt/tags/tag120.xml" ContentType="application/vnd.openxmlformats-officedocument.presentationml.tags+xml"/>
  <Override PartName="/ppt/tags/tag121.xml" ContentType="application/vnd.openxmlformats-officedocument.presentationml.tags+xml"/>
  <Override PartName="/ppt/tags/tag122.xml" ContentType="application/vnd.openxmlformats-officedocument.presentationml.tags+xml"/>
  <Override PartName="/ppt/tags/tag123.xml" ContentType="application/vnd.openxmlformats-officedocument.presentationml.tags+xml"/>
  <Override PartName="/ppt/tags/tag124.xml" ContentType="application/vnd.openxmlformats-officedocument.presentationml.tags+xml"/>
  <Override PartName="/ppt/tags/tag125.xml" ContentType="application/vnd.openxmlformats-officedocument.presentationml.tags+xml"/>
  <Override PartName="/ppt/tags/tag126.xml" ContentType="application/vnd.openxmlformats-officedocument.presentationml.tags+xml"/>
  <Override PartName="/ppt/tags/tag127.xml" ContentType="application/vnd.openxmlformats-officedocument.presentationml.tags+xml"/>
  <Override PartName="/ppt/tags/tag128.xml" ContentType="application/vnd.openxmlformats-officedocument.presentationml.tags+xml"/>
  <Override PartName="/ppt/tags/tag129.xml" ContentType="application/vnd.openxmlformats-officedocument.presentationml.tags+xml"/>
  <Override PartName="/ppt/tags/tag13.xml" ContentType="application/vnd.openxmlformats-officedocument.presentationml.tags+xml"/>
  <Override PartName="/ppt/tags/tag130.xml" ContentType="application/vnd.openxmlformats-officedocument.presentationml.tags+xml"/>
  <Override PartName="/ppt/tags/tag131.xml" ContentType="application/vnd.openxmlformats-officedocument.presentationml.tags+xml"/>
  <Override PartName="/ppt/tags/tag132.xml" ContentType="application/vnd.openxmlformats-officedocument.presentationml.tags+xml"/>
  <Override PartName="/ppt/tags/tag133.xml" ContentType="application/vnd.openxmlformats-officedocument.presentationml.tags+xml"/>
  <Override PartName="/ppt/tags/tag134.xml" ContentType="application/vnd.openxmlformats-officedocument.presentationml.tags+xml"/>
  <Override PartName="/ppt/tags/tag135.xml" ContentType="application/vnd.openxmlformats-officedocument.presentationml.tags+xml"/>
  <Override PartName="/ppt/tags/tag136.xml" ContentType="application/vnd.openxmlformats-officedocument.presentationml.tags+xml"/>
  <Override PartName="/ppt/tags/tag137.xml" ContentType="application/vnd.openxmlformats-officedocument.presentationml.tags+xml"/>
  <Override PartName="/ppt/tags/tag138.xml" ContentType="application/vnd.openxmlformats-officedocument.presentationml.tags+xml"/>
  <Override PartName="/ppt/tags/tag139.xml" ContentType="application/vnd.openxmlformats-officedocument.presentationml.tags+xml"/>
  <Override PartName="/ppt/tags/tag14.xml" ContentType="application/vnd.openxmlformats-officedocument.presentationml.tags+xml"/>
  <Override PartName="/ppt/tags/tag140.xml" ContentType="application/vnd.openxmlformats-officedocument.presentationml.tags+xml"/>
  <Override PartName="/ppt/tags/tag141.xml" ContentType="application/vnd.openxmlformats-officedocument.presentationml.tags+xml"/>
  <Override PartName="/ppt/tags/tag142.xml" ContentType="application/vnd.openxmlformats-officedocument.presentationml.tags+xml"/>
  <Override PartName="/ppt/tags/tag143.xml" ContentType="application/vnd.openxmlformats-officedocument.presentationml.tags+xml"/>
  <Override PartName="/ppt/tags/tag144.xml" ContentType="application/vnd.openxmlformats-officedocument.presentationml.tags+xml"/>
  <Override PartName="/ppt/tags/tag145.xml" ContentType="application/vnd.openxmlformats-officedocument.presentationml.tags+xml"/>
  <Override PartName="/ppt/tags/tag146.xml" ContentType="application/vnd.openxmlformats-officedocument.presentationml.tags+xml"/>
  <Override PartName="/ppt/tags/tag147.xml" ContentType="application/vnd.openxmlformats-officedocument.presentationml.tags+xml"/>
  <Override PartName="/ppt/tags/tag148.xml" ContentType="application/vnd.openxmlformats-officedocument.presentationml.tags+xml"/>
  <Override PartName="/ppt/tags/tag149.xml" ContentType="application/vnd.openxmlformats-officedocument.presentationml.tags+xml"/>
  <Override PartName="/ppt/tags/tag15.xml" ContentType="application/vnd.openxmlformats-officedocument.presentationml.tags+xml"/>
  <Override PartName="/ppt/tags/tag150.xml" ContentType="application/vnd.openxmlformats-officedocument.presentationml.tags+xml"/>
  <Override PartName="/ppt/tags/tag151.xml" ContentType="application/vnd.openxmlformats-officedocument.presentationml.tags+xml"/>
  <Override PartName="/ppt/tags/tag152.xml" ContentType="application/vnd.openxmlformats-officedocument.presentationml.tags+xml"/>
  <Override PartName="/ppt/tags/tag153.xml" ContentType="application/vnd.openxmlformats-officedocument.presentationml.tags+xml"/>
  <Override PartName="/ppt/tags/tag154.xml" ContentType="application/vnd.openxmlformats-officedocument.presentationml.tags+xml"/>
  <Override PartName="/ppt/tags/tag155.xml" ContentType="application/vnd.openxmlformats-officedocument.presentationml.tags+xml"/>
  <Override PartName="/ppt/tags/tag156.xml" ContentType="application/vnd.openxmlformats-officedocument.presentationml.tags+xml"/>
  <Override PartName="/ppt/tags/tag157.xml" ContentType="application/vnd.openxmlformats-officedocument.presentationml.tags+xml"/>
  <Override PartName="/ppt/tags/tag158.xml" ContentType="application/vnd.openxmlformats-officedocument.presentationml.tags+xml"/>
  <Override PartName="/ppt/tags/tag159.xml" ContentType="application/vnd.openxmlformats-officedocument.presentationml.tags+xml"/>
  <Override PartName="/ppt/tags/tag16.xml" ContentType="application/vnd.openxmlformats-officedocument.presentationml.tags+xml"/>
  <Override PartName="/ppt/tags/tag160.xml" ContentType="application/vnd.openxmlformats-officedocument.presentationml.tags+xml"/>
  <Override PartName="/ppt/tags/tag161.xml" ContentType="application/vnd.openxmlformats-officedocument.presentationml.tags+xml"/>
  <Override PartName="/ppt/tags/tag162.xml" ContentType="application/vnd.openxmlformats-officedocument.presentationml.tags+xml"/>
  <Override PartName="/ppt/tags/tag163.xml" ContentType="application/vnd.openxmlformats-officedocument.presentationml.tags+xml"/>
  <Override PartName="/ppt/tags/tag164.xml" ContentType="application/vnd.openxmlformats-officedocument.presentationml.tags+xml"/>
  <Override PartName="/ppt/tags/tag165.xml" ContentType="application/vnd.openxmlformats-officedocument.presentationml.tags+xml"/>
  <Override PartName="/ppt/tags/tag166.xml" ContentType="application/vnd.openxmlformats-officedocument.presentationml.tags+xml"/>
  <Override PartName="/ppt/tags/tag167.xml" ContentType="application/vnd.openxmlformats-officedocument.presentationml.tags+xml"/>
  <Override PartName="/ppt/tags/tag168.xml" ContentType="application/vnd.openxmlformats-officedocument.presentationml.tags+xml"/>
  <Override PartName="/ppt/tags/tag169.xml" ContentType="application/vnd.openxmlformats-officedocument.presentationml.tags+xml"/>
  <Override PartName="/ppt/tags/tag17.xml" ContentType="application/vnd.openxmlformats-officedocument.presentationml.tags+xml"/>
  <Override PartName="/ppt/tags/tag170.xml" ContentType="application/vnd.openxmlformats-officedocument.presentationml.tags+xml"/>
  <Override PartName="/ppt/tags/tag171.xml" ContentType="application/vnd.openxmlformats-officedocument.presentationml.tags+xml"/>
  <Override PartName="/ppt/tags/tag172.xml" ContentType="application/vnd.openxmlformats-officedocument.presentationml.tags+xml"/>
  <Override PartName="/ppt/tags/tag173.xml" ContentType="application/vnd.openxmlformats-officedocument.presentationml.tags+xml"/>
  <Override PartName="/ppt/tags/tag174.xml" ContentType="application/vnd.openxmlformats-officedocument.presentationml.tags+xml"/>
  <Override PartName="/ppt/tags/tag175.xml" ContentType="application/vnd.openxmlformats-officedocument.presentationml.tags+xml"/>
  <Override PartName="/ppt/tags/tag176.xml" ContentType="application/vnd.openxmlformats-officedocument.presentationml.tags+xml"/>
  <Override PartName="/ppt/tags/tag177.xml" ContentType="application/vnd.openxmlformats-officedocument.presentationml.tags+xml"/>
  <Override PartName="/ppt/tags/tag178.xml" ContentType="application/vnd.openxmlformats-officedocument.presentationml.tags+xml"/>
  <Override PartName="/ppt/tags/tag179.xml" ContentType="application/vnd.openxmlformats-officedocument.presentationml.tags+xml"/>
  <Override PartName="/ppt/tags/tag18.xml" ContentType="application/vnd.openxmlformats-officedocument.presentationml.tags+xml"/>
  <Override PartName="/ppt/tags/tag180.xml" ContentType="application/vnd.openxmlformats-officedocument.presentationml.tags+xml"/>
  <Override PartName="/ppt/tags/tag181.xml" ContentType="application/vnd.openxmlformats-officedocument.presentationml.tags+xml"/>
  <Override PartName="/ppt/tags/tag182.xml" ContentType="application/vnd.openxmlformats-officedocument.presentationml.tags+xml"/>
  <Override PartName="/ppt/tags/tag183.xml" ContentType="application/vnd.openxmlformats-officedocument.presentationml.tags+xml"/>
  <Override PartName="/ppt/tags/tag184.xml" ContentType="application/vnd.openxmlformats-officedocument.presentationml.tags+xml"/>
  <Override PartName="/ppt/tags/tag185.xml" ContentType="application/vnd.openxmlformats-officedocument.presentationml.tags+xml"/>
  <Override PartName="/ppt/tags/tag186.xml" ContentType="application/vnd.openxmlformats-officedocument.presentationml.tags+xml"/>
  <Override PartName="/ppt/tags/tag187.xml" ContentType="application/vnd.openxmlformats-officedocument.presentationml.tags+xml"/>
  <Override PartName="/ppt/tags/tag188.xml" ContentType="application/vnd.openxmlformats-officedocument.presentationml.tags+xml"/>
  <Override PartName="/ppt/tags/tag189.xml" ContentType="application/vnd.openxmlformats-officedocument.presentationml.tags+xml"/>
  <Override PartName="/ppt/tags/tag19.xml" ContentType="application/vnd.openxmlformats-officedocument.presentationml.tags+xml"/>
  <Override PartName="/ppt/tags/tag190.xml" ContentType="application/vnd.openxmlformats-officedocument.presentationml.tags+xml"/>
  <Override PartName="/ppt/tags/tag191.xml" ContentType="application/vnd.openxmlformats-officedocument.presentationml.tags+xml"/>
  <Override PartName="/ppt/tags/tag192.xml" ContentType="application/vnd.openxmlformats-officedocument.presentationml.tags+xml"/>
  <Override PartName="/ppt/tags/tag193.xml" ContentType="application/vnd.openxmlformats-officedocument.presentationml.tags+xml"/>
  <Override PartName="/ppt/tags/tag194.xml" ContentType="application/vnd.openxmlformats-officedocument.presentationml.tags+xml"/>
  <Override PartName="/ppt/tags/tag195.xml" ContentType="application/vnd.openxmlformats-officedocument.presentationml.tags+xml"/>
  <Override PartName="/ppt/tags/tag196.xml" ContentType="application/vnd.openxmlformats-officedocument.presentationml.tags+xml"/>
  <Override PartName="/ppt/tags/tag197.xml" ContentType="application/vnd.openxmlformats-officedocument.presentationml.tags+xml"/>
  <Override PartName="/ppt/tags/tag198.xml" ContentType="application/vnd.openxmlformats-officedocument.presentationml.tags+xml"/>
  <Override PartName="/ppt/tags/tag199.xml" ContentType="application/vnd.openxmlformats-officedocument.presentationml.tags+xml"/>
  <Override PartName="/ppt/tags/tag2.xml" ContentType="application/vnd.openxmlformats-officedocument.presentationml.tags+xml"/>
  <Override PartName="/ppt/tags/tag20.xml" ContentType="application/vnd.openxmlformats-officedocument.presentationml.tags+xml"/>
  <Override PartName="/ppt/tags/tag200.xml" ContentType="application/vnd.openxmlformats-officedocument.presentationml.tags+xml"/>
  <Override PartName="/ppt/tags/tag201.xml" ContentType="application/vnd.openxmlformats-officedocument.presentationml.tags+xml"/>
  <Override PartName="/ppt/tags/tag202.xml" ContentType="application/vnd.openxmlformats-officedocument.presentationml.tags+xml"/>
  <Override PartName="/ppt/tags/tag203.xml" ContentType="application/vnd.openxmlformats-officedocument.presentationml.tags+xml"/>
  <Override PartName="/ppt/tags/tag204.xml" ContentType="application/vnd.openxmlformats-officedocument.presentationml.tags+xml"/>
  <Override PartName="/ppt/tags/tag205.xml" ContentType="application/vnd.openxmlformats-officedocument.presentationml.tags+xml"/>
  <Override PartName="/ppt/tags/tag206.xml" ContentType="application/vnd.openxmlformats-officedocument.presentationml.tags+xml"/>
  <Override PartName="/ppt/tags/tag207.xml" ContentType="application/vnd.openxmlformats-officedocument.presentationml.tags+xml"/>
  <Override PartName="/ppt/tags/tag208.xml" ContentType="application/vnd.openxmlformats-officedocument.presentationml.tags+xml"/>
  <Override PartName="/ppt/tags/tag209.xml" ContentType="application/vnd.openxmlformats-officedocument.presentationml.tags+xml"/>
  <Override PartName="/ppt/tags/tag21.xml" ContentType="application/vnd.openxmlformats-officedocument.presentationml.tags+xml"/>
  <Override PartName="/ppt/tags/tag210.xml" ContentType="application/vnd.openxmlformats-officedocument.presentationml.tags+xml"/>
  <Override PartName="/ppt/tags/tag211.xml" ContentType="application/vnd.openxmlformats-officedocument.presentationml.tags+xml"/>
  <Override PartName="/ppt/tags/tag212.xml" ContentType="application/vnd.openxmlformats-officedocument.presentationml.tags+xml"/>
  <Override PartName="/ppt/tags/tag213.xml" ContentType="application/vnd.openxmlformats-officedocument.presentationml.tags+xml"/>
  <Override PartName="/ppt/tags/tag214.xml" ContentType="application/vnd.openxmlformats-officedocument.presentationml.tags+xml"/>
  <Override PartName="/ppt/tags/tag215.xml" ContentType="application/vnd.openxmlformats-officedocument.presentationml.tags+xml"/>
  <Override PartName="/ppt/tags/tag216.xml" ContentType="application/vnd.openxmlformats-officedocument.presentationml.tags+xml"/>
  <Override PartName="/ppt/tags/tag217.xml" ContentType="application/vnd.openxmlformats-officedocument.presentationml.tags+xml"/>
  <Override PartName="/ppt/tags/tag218.xml" ContentType="application/vnd.openxmlformats-officedocument.presentationml.tags+xml"/>
  <Override PartName="/ppt/tags/tag219.xml" ContentType="application/vnd.openxmlformats-officedocument.presentationml.tags+xml"/>
  <Override PartName="/ppt/tags/tag22.xml" ContentType="application/vnd.openxmlformats-officedocument.presentationml.tags+xml"/>
  <Override PartName="/ppt/tags/tag220.xml" ContentType="application/vnd.openxmlformats-officedocument.presentationml.tags+xml"/>
  <Override PartName="/ppt/tags/tag221.xml" ContentType="application/vnd.openxmlformats-officedocument.presentationml.tags+xml"/>
  <Override PartName="/ppt/tags/tag222.xml" ContentType="application/vnd.openxmlformats-officedocument.presentationml.tags+xml"/>
  <Override PartName="/ppt/tags/tag223.xml" ContentType="application/vnd.openxmlformats-officedocument.presentationml.tags+xml"/>
  <Override PartName="/ppt/tags/tag224.xml" ContentType="application/vnd.openxmlformats-officedocument.presentationml.tags+xml"/>
  <Override PartName="/ppt/tags/tag225.xml" ContentType="application/vnd.openxmlformats-officedocument.presentationml.tags+xml"/>
  <Override PartName="/ppt/tags/tag226.xml" ContentType="application/vnd.openxmlformats-officedocument.presentationml.tags+xml"/>
  <Override PartName="/ppt/tags/tag227.xml" ContentType="application/vnd.openxmlformats-officedocument.presentationml.tags+xml"/>
  <Override PartName="/ppt/tags/tag228.xml" ContentType="application/vnd.openxmlformats-officedocument.presentationml.tags+xml"/>
  <Override PartName="/ppt/tags/tag229.xml" ContentType="application/vnd.openxmlformats-officedocument.presentationml.tags+xml"/>
  <Override PartName="/ppt/tags/tag23.xml" ContentType="application/vnd.openxmlformats-officedocument.presentationml.tags+xml"/>
  <Override PartName="/ppt/tags/tag230.xml" ContentType="application/vnd.openxmlformats-officedocument.presentationml.tags+xml"/>
  <Override PartName="/ppt/tags/tag231.xml" ContentType="application/vnd.openxmlformats-officedocument.presentationml.tags+xml"/>
  <Override PartName="/ppt/tags/tag232.xml" ContentType="application/vnd.openxmlformats-officedocument.presentationml.tags+xml"/>
  <Override PartName="/ppt/tags/tag233.xml" ContentType="application/vnd.openxmlformats-officedocument.presentationml.tags+xml"/>
  <Override PartName="/ppt/tags/tag234.xml" ContentType="application/vnd.openxmlformats-officedocument.presentationml.tags+xml"/>
  <Override PartName="/ppt/tags/tag235.xml" ContentType="application/vnd.openxmlformats-officedocument.presentationml.tags+xml"/>
  <Override PartName="/ppt/tags/tag236.xml" ContentType="application/vnd.openxmlformats-officedocument.presentationml.tags+xml"/>
  <Override PartName="/ppt/tags/tag237.xml" ContentType="application/vnd.openxmlformats-officedocument.presentationml.tags+xml"/>
  <Override PartName="/ppt/tags/tag238.xml" ContentType="application/vnd.openxmlformats-officedocument.presentationml.tags+xml"/>
  <Override PartName="/ppt/tags/tag239.xml" ContentType="application/vnd.openxmlformats-officedocument.presentationml.tags+xml"/>
  <Override PartName="/ppt/tags/tag24.xml" ContentType="application/vnd.openxmlformats-officedocument.presentationml.tags+xml"/>
  <Override PartName="/ppt/tags/tag240.xml" ContentType="application/vnd.openxmlformats-officedocument.presentationml.tags+xml"/>
  <Override PartName="/ppt/tags/tag241.xml" ContentType="application/vnd.openxmlformats-officedocument.presentationml.tags+xml"/>
  <Override PartName="/ppt/tags/tag242.xml" ContentType="application/vnd.openxmlformats-officedocument.presentationml.tags+xml"/>
  <Override PartName="/ppt/tags/tag243.xml" ContentType="application/vnd.openxmlformats-officedocument.presentationml.tags+xml"/>
  <Override PartName="/ppt/tags/tag244.xml" ContentType="application/vnd.openxmlformats-officedocument.presentationml.tags+xml"/>
  <Override PartName="/ppt/tags/tag245.xml" ContentType="application/vnd.openxmlformats-officedocument.presentationml.tags+xml"/>
  <Override PartName="/ppt/tags/tag246.xml" ContentType="application/vnd.openxmlformats-officedocument.presentationml.tags+xml"/>
  <Override PartName="/ppt/tags/tag247.xml" ContentType="application/vnd.openxmlformats-officedocument.presentationml.tags+xml"/>
  <Override PartName="/ppt/tags/tag248.xml" ContentType="application/vnd.openxmlformats-officedocument.presentationml.tags+xml"/>
  <Override PartName="/ppt/tags/tag249.xml" ContentType="application/vnd.openxmlformats-officedocument.presentationml.tags+xml"/>
  <Override PartName="/ppt/tags/tag25.xml" ContentType="application/vnd.openxmlformats-officedocument.presentationml.tags+xml"/>
  <Override PartName="/ppt/tags/tag250.xml" ContentType="application/vnd.openxmlformats-officedocument.presentationml.tags+xml"/>
  <Override PartName="/ppt/tags/tag251.xml" ContentType="application/vnd.openxmlformats-officedocument.presentationml.tags+xml"/>
  <Override PartName="/ppt/tags/tag252.xml" ContentType="application/vnd.openxmlformats-officedocument.presentationml.tags+xml"/>
  <Override PartName="/ppt/tags/tag253.xml" ContentType="application/vnd.openxmlformats-officedocument.presentationml.tags+xml"/>
  <Override PartName="/ppt/tags/tag254.xml" ContentType="application/vnd.openxmlformats-officedocument.presentationml.tags+xml"/>
  <Override PartName="/ppt/tags/tag255.xml" ContentType="application/vnd.openxmlformats-officedocument.presentationml.tags+xml"/>
  <Override PartName="/ppt/tags/tag256.xml" ContentType="application/vnd.openxmlformats-officedocument.presentationml.tags+xml"/>
  <Override PartName="/ppt/tags/tag257.xml" ContentType="application/vnd.openxmlformats-officedocument.presentationml.tags+xml"/>
  <Override PartName="/ppt/tags/tag258.xml" ContentType="application/vnd.openxmlformats-officedocument.presentationml.tags+xml"/>
  <Override PartName="/ppt/tags/tag259.xml" ContentType="application/vnd.openxmlformats-officedocument.presentationml.tags+xml"/>
  <Override PartName="/ppt/tags/tag26.xml" ContentType="application/vnd.openxmlformats-officedocument.presentationml.tags+xml"/>
  <Override PartName="/ppt/tags/tag260.xml" ContentType="application/vnd.openxmlformats-officedocument.presentationml.tags+xml"/>
  <Override PartName="/ppt/tags/tag261.xml" ContentType="application/vnd.openxmlformats-officedocument.presentationml.tags+xml"/>
  <Override PartName="/ppt/tags/tag262.xml" ContentType="application/vnd.openxmlformats-officedocument.presentationml.tags+xml"/>
  <Override PartName="/ppt/tags/tag263.xml" ContentType="application/vnd.openxmlformats-officedocument.presentationml.tags+xml"/>
  <Override PartName="/ppt/tags/tag264.xml" ContentType="application/vnd.openxmlformats-officedocument.presentationml.tags+xml"/>
  <Override PartName="/ppt/tags/tag265.xml" ContentType="application/vnd.openxmlformats-officedocument.presentationml.tags+xml"/>
  <Override PartName="/ppt/tags/tag266.xml" ContentType="application/vnd.openxmlformats-officedocument.presentationml.tags+xml"/>
  <Override PartName="/ppt/tags/tag267.xml" ContentType="application/vnd.openxmlformats-officedocument.presentationml.tags+xml"/>
  <Override PartName="/ppt/tags/tag268.xml" ContentType="application/vnd.openxmlformats-officedocument.presentationml.tags+xml"/>
  <Override PartName="/ppt/tags/tag269.xml" ContentType="application/vnd.openxmlformats-officedocument.presentationml.tags+xml"/>
  <Override PartName="/ppt/tags/tag27.xml" ContentType="application/vnd.openxmlformats-officedocument.presentationml.tags+xml"/>
  <Override PartName="/ppt/tags/tag270.xml" ContentType="application/vnd.openxmlformats-officedocument.presentationml.tags+xml"/>
  <Override PartName="/ppt/tags/tag271.xml" ContentType="application/vnd.openxmlformats-officedocument.presentationml.tags+xml"/>
  <Override PartName="/ppt/tags/tag272.xml" ContentType="application/vnd.openxmlformats-officedocument.presentationml.tags+xml"/>
  <Override PartName="/ppt/tags/tag273.xml" ContentType="application/vnd.openxmlformats-officedocument.presentationml.tags+xml"/>
  <Override PartName="/ppt/tags/tag274.xml" ContentType="application/vnd.openxmlformats-officedocument.presentationml.tags+xml"/>
  <Override PartName="/ppt/tags/tag275.xml" ContentType="application/vnd.openxmlformats-officedocument.presentationml.tags+xml"/>
  <Override PartName="/ppt/tags/tag276.xml" ContentType="application/vnd.openxmlformats-officedocument.presentationml.tags+xml"/>
  <Override PartName="/ppt/tags/tag277.xml" ContentType="application/vnd.openxmlformats-officedocument.presentationml.tags+xml"/>
  <Override PartName="/ppt/tags/tag278.xml" ContentType="application/vnd.openxmlformats-officedocument.presentationml.tags+xml"/>
  <Override PartName="/ppt/tags/tag279.xml" ContentType="application/vnd.openxmlformats-officedocument.presentationml.tags+xml"/>
  <Override PartName="/ppt/tags/tag28.xml" ContentType="application/vnd.openxmlformats-officedocument.presentationml.tags+xml"/>
  <Override PartName="/ppt/tags/tag280.xml" ContentType="application/vnd.openxmlformats-officedocument.presentationml.tags+xml"/>
  <Override PartName="/ppt/tags/tag281.xml" ContentType="application/vnd.openxmlformats-officedocument.presentationml.tags+xml"/>
  <Override PartName="/ppt/tags/tag282.xml" ContentType="application/vnd.openxmlformats-officedocument.presentationml.tags+xml"/>
  <Override PartName="/ppt/tags/tag283.xml" ContentType="application/vnd.openxmlformats-officedocument.presentationml.tags+xml"/>
  <Override PartName="/ppt/tags/tag284.xml" ContentType="application/vnd.openxmlformats-officedocument.presentationml.tags+xml"/>
  <Override PartName="/ppt/tags/tag285.xml" ContentType="application/vnd.openxmlformats-officedocument.presentationml.tags+xml"/>
  <Override PartName="/ppt/tags/tag286.xml" ContentType="application/vnd.openxmlformats-officedocument.presentationml.tags+xml"/>
  <Override PartName="/ppt/tags/tag287.xml" ContentType="application/vnd.openxmlformats-officedocument.presentationml.tags+xml"/>
  <Override PartName="/ppt/tags/tag288.xml" ContentType="application/vnd.openxmlformats-officedocument.presentationml.tags+xml"/>
  <Override PartName="/ppt/tags/tag289.xml" ContentType="application/vnd.openxmlformats-officedocument.presentationml.tags+xml"/>
  <Override PartName="/ppt/tags/tag29.xml" ContentType="application/vnd.openxmlformats-officedocument.presentationml.tags+xml"/>
  <Override PartName="/ppt/tags/tag290.xml" ContentType="application/vnd.openxmlformats-officedocument.presentationml.tags+xml"/>
  <Override PartName="/ppt/tags/tag291.xml" ContentType="application/vnd.openxmlformats-officedocument.presentationml.tags+xml"/>
  <Override PartName="/ppt/tags/tag292.xml" ContentType="application/vnd.openxmlformats-officedocument.presentationml.tags+xml"/>
  <Override PartName="/ppt/tags/tag293.xml" ContentType="application/vnd.openxmlformats-officedocument.presentationml.tags+xml"/>
  <Override PartName="/ppt/tags/tag294.xml" ContentType="application/vnd.openxmlformats-officedocument.presentationml.tags+xml"/>
  <Override PartName="/ppt/tags/tag295.xml" ContentType="application/vnd.openxmlformats-officedocument.presentationml.tags+xml"/>
  <Override PartName="/ppt/tags/tag296.xml" ContentType="application/vnd.openxmlformats-officedocument.presentationml.tags+xml"/>
  <Override PartName="/ppt/tags/tag297.xml" ContentType="application/vnd.openxmlformats-officedocument.presentationml.tags+xml"/>
  <Override PartName="/ppt/tags/tag298.xml" ContentType="application/vnd.openxmlformats-officedocument.presentationml.tags+xml"/>
  <Override PartName="/ppt/tags/tag299.xml" ContentType="application/vnd.openxmlformats-officedocument.presentationml.tags+xml"/>
  <Override PartName="/ppt/tags/tag3.xml" ContentType="application/vnd.openxmlformats-officedocument.presentationml.tags+xml"/>
  <Override PartName="/ppt/tags/tag30.xml" ContentType="application/vnd.openxmlformats-officedocument.presentationml.tags+xml"/>
  <Override PartName="/ppt/tags/tag300.xml" ContentType="application/vnd.openxmlformats-officedocument.presentationml.tags+xml"/>
  <Override PartName="/ppt/tags/tag301.xml" ContentType="application/vnd.openxmlformats-officedocument.presentationml.tags+xml"/>
  <Override PartName="/ppt/tags/tag302.xml" ContentType="application/vnd.openxmlformats-officedocument.presentationml.tags+xml"/>
  <Override PartName="/ppt/tags/tag303.xml" ContentType="application/vnd.openxmlformats-officedocument.presentationml.tags+xml"/>
  <Override PartName="/ppt/tags/tag304.xml" ContentType="application/vnd.openxmlformats-officedocument.presentationml.tags+xml"/>
  <Override PartName="/ppt/tags/tag305.xml" ContentType="application/vnd.openxmlformats-officedocument.presentationml.tags+xml"/>
  <Override PartName="/ppt/tags/tag306.xml" ContentType="application/vnd.openxmlformats-officedocument.presentationml.tags+xml"/>
  <Override PartName="/ppt/tags/tag307.xml" ContentType="application/vnd.openxmlformats-officedocument.presentationml.tags+xml"/>
  <Override PartName="/ppt/tags/tag308.xml" ContentType="application/vnd.openxmlformats-officedocument.presentationml.tags+xml"/>
  <Override PartName="/ppt/tags/tag309.xml" ContentType="application/vnd.openxmlformats-officedocument.presentationml.tags+xml"/>
  <Override PartName="/ppt/tags/tag31.xml" ContentType="application/vnd.openxmlformats-officedocument.presentationml.tags+xml"/>
  <Override PartName="/ppt/tags/tag310.xml" ContentType="application/vnd.openxmlformats-officedocument.presentationml.tags+xml"/>
  <Override PartName="/ppt/tags/tag311.xml" ContentType="application/vnd.openxmlformats-officedocument.presentationml.tags+xml"/>
  <Override PartName="/ppt/tags/tag312.xml" ContentType="application/vnd.openxmlformats-officedocument.presentationml.tags+xml"/>
  <Override PartName="/ppt/tags/tag313.xml" ContentType="application/vnd.openxmlformats-officedocument.presentationml.tags+xml"/>
  <Override PartName="/ppt/tags/tag314.xml" ContentType="application/vnd.openxmlformats-officedocument.presentationml.tags+xml"/>
  <Override PartName="/ppt/tags/tag315.xml" ContentType="application/vnd.openxmlformats-officedocument.presentationml.tags+xml"/>
  <Override PartName="/ppt/tags/tag316.xml" ContentType="application/vnd.openxmlformats-officedocument.presentationml.tags+xml"/>
  <Override PartName="/ppt/tags/tag317.xml" ContentType="application/vnd.openxmlformats-officedocument.presentationml.tags+xml"/>
  <Override PartName="/ppt/tags/tag318.xml" ContentType="application/vnd.openxmlformats-officedocument.presentationml.tags+xml"/>
  <Override PartName="/ppt/tags/tag319.xml" ContentType="application/vnd.openxmlformats-officedocument.presentationml.tags+xml"/>
  <Override PartName="/ppt/tags/tag32.xml" ContentType="application/vnd.openxmlformats-officedocument.presentationml.tags+xml"/>
  <Override PartName="/ppt/tags/tag320.xml" ContentType="application/vnd.openxmlformats-officedocument.presentationml.tags+xml"/>
  <Override PartName="/ppt/tags/tag321.xml" ContentType="application/vnd.openxmlformats-officedocument.presentationml.tags+xml"/>
  <Override PartName="/ppt/tags/tag322.xml" ContentType="application/vnd.openxmlformats-officedocument.presentationml.tags+xml"/>
  <Override PartName="/ppt/tags/tag323.xml" ContentType="application/vnd.openxmlformats-officedocument.presentationml.tags+xml"/>
  <Override PartName="/ppt/tags/tag324.xml" ContentType="application/vnd.openxmlformats-officedocument.presentationml.tags+xml"/>
  <Override PartName="/ppt/tags/tag325.xml" ContentType="application/vnd.openxmlformats-officedocument.presentationml.tags+xml"/>
  <Override PartName="/ppt/tags/tag326.xml" ContentType="application/vnd.openxmlformats-officedocument.presentationml.tags+xml"/>
  <Override PartName="/ppt/tags/tag327.xml" ContentType="application/vnd.openxmlformats-officedocument.presentationml.tags+xml"/>
  <Override PartName="/ppt/tags/tag328.xml" ContentType="application/vnd.openxmlformats-officedocument.presentationml.tags+xml"/>
  <Override PartName="/ppt/tags/tag329.xml" ContentType="application/vnd.openxmlformats-officedocument.presentationml.tags+xml"/>
  <Override PartName="/ppt/tags/tag33.xml" ContentType="application/vnd.openxmlformats-officedocument.presentationml.tags+xml"/>
  <Override PartName="/ppt/tags/tag330.xml" ContentType="application/vnd.openxmlformats-officedocument.presentationml.tags+xml"/>
  <Override PartName="/ppt/tags/tag331.xml" ContentType="application/vnd.openxmlformats-officedocument.presentationml.tags+xml"/>
  <Override PartName="/ppt/tags/tag332.xml" ContentType="application/vnd.openxmlformats-officedocument.presentationml.tags+xml"/>
  <Override PartName="/ppt/tags/tag333.xml" ContentType="application/vnd.openxmlformats-officedocument.presentationml.tags+xml"/>
  <Override PartName="/ppt/tags/tag334.xml" ContentType="application/vnd.openxmlformats-officedocument.presentationml.tags+xml"/>
  <Override PartName="/ppt/tags/tag335.xml" ContentType="application/vnd.openxmlformats-officedocument.presentationml.tags+xml"/>
  <Override PartName="/ppt/tags/tag336.xml" ContentType="application/vnd.openxmlformats-officedocument.presentationml.tags+xml"/>
  <Override PartName="/ppt/tags/tag337.xml" ContentType="application/vnd.openxmlformats-officedocument.presentationml.tags+xml"/>
  <Override PartName="/ppt/tags/tag338.xml" ContentType="application/vnd.openxmlformats-officedocument.presentationml.tags+xml"/>
  <Override PartName="/ppt/tags/tag339.xml" ContentType="application/vnd.openxmlformats-officedocument.presentationml.tags+xml"/>
  <Override PartName="/ppt/tags/tag34.xml" ContentType="application/vnd.openxmlformats-officedocument.presentationml.tags+xml"/>
  <Override PartName="/ppt/tags/tag340.xml" ContentType="application/vnd.openxmlformats-officedocument.presentationml.tags+xml"/>
  <Override PartName="/ppt/tags/tag341.xml" ContentType="application/vnd.openxmlformats-officedocument.presentationml.tags+xml"/>
  <Override PartName="/ppt/tags/tag342.xml" ContentType="application/vnd.openxmlformats-officedocument.presentationml.tags+xml"/>
  <Override PartName="/ppt/tags/tag343.xml" ContentType="application/vnd.openxmlformats-officedocument.presentationml.tags+xml"/>
  <Override PartName="/ppt/tags/tag344.xml" ContentType="application/vnd.openxmlformats-officedocument.presentationml.tags+xml"/>
  <Override PartName="/ppt/tags/tag345.xml" ContentType="application/vnd.openxmlformats-officedocument.presentationml.tags+xml"/>
  <Override PartName="/ppt/tags/tag346.xml" ContentType="application/vnd.openxmlformats-officedocument.presentationml.tags+xml"/>
  <Override PartName="/ppt/tags/tag347.xml" ContentType="application/vnd.openxmlformats-officedocument.presentationml.tags+xml"/>
  <Override PartName="/ppt/tags/tag348.xml" ContentType="application/vnd.openxmlformats-officedocument.presentationml.tags+xml"/>
  <Override PartName="/ppt/tags/tag349.xml" ContentType="application/vnd.openxmlformats-officedocument.presentationml.tags+xml"/>
  <Override PartName="/ppt/tags/tag35.xml" ContentType="application/vnd.openxmlformats-officedocument.presentationml.tags+xml"/>
  <Override PartName="/ppt/tags/tag350.xml" ContentType="application/vnd.openxmlformats-officedocument.presentationml.tags+xml"/>
  <Override PartName="/ppt/tags/tag351.xml" ContentType="application/vnd.openxmlformats-officedocument.presentationml.tags+xml"/>
  <Override PartName="/ppt/tags/tag352.xml" ContentType="application/vnd.openxmlformats-officedocument.presentationml.tags+xml"/>
  <Override PartName="/ppt/tags/tag353.xml" ContentType="application/vnd.openxmlformats-officedocument.presentationml.tags+xml"/>
  <Override PartName="/ppt/tags/tag354.xml" ContentType="application/vnd.openxmlformats-officedocument.presentationml.tags+xml"/>
  <Override PartName="/ppt/tags/tag355.xml" ContentType="application/vnd.openxmlformats-officedocument.presentationml.tags+xml"/>
  <Override PartName="/ppt/tags/tag356.xml" ContentType="application/vnd.openxmlformats-officedocument.presentationml.tags+xml"/>
  <Override PartName="/ppt/tags/tag357.xml" ContentType="application/vnd.openxmlformats-officedocument.presentationml.tags+xml"/>
  <Override PartName="/ppt/tags/tag358.xml" ContentType="application/vnd.openxmlformats-officedocument.presentationml.tags+xml"/>
  <Override PartName="/ppt/tags/tag359.xml" ContentType="application/vnd.openxmlformats-officedocument.presentationml.tags+xml"/>
  <Override PartName="/ppt/tags/tag36.xml" ContentType="application/vnd.openxmlformats-officedocument.presentationml.tags+xml"/>
  <Override PartName="/ppt/tags/tag360.xml" ContentType="application/vnd.openxmlformats-officedocument.presentationml.tags+xml"/>
  <Override PartName="/ppt/tags/tag361.xml" ContentType="application/vnd.openxmlformats-officedocument.presentationml.tags+xml"/>
  <Override PartName="/ppt/tags/tag362.xml" ContentType="application/vnd.openxmlformats-officedocument.presentationml.tags+xml"/>
  <Override PartName="/ppt/tags/tag363.xml" ContentType="application/vnd.openxmlformats-officedocument.presentationml.tags+xml"/>
  <Override PartName="/ppt/tags/tag364.xml" ContentType="application/vnd.openxmlformats-officedocument.presentationml.tags+xml"/>
  <Override PartName="/ppt/tags/tag365.xml" ContentType="application/vnd.openxmlformats-officedocument.presentationml.tags+xml"/>
  <Override PartName="/ppt/tags/tag366.xml" ContentType="application/vnd.openxmlformats-officedocument.presentationml.tags+xml"/>
  <Override PartName="/ppt/tags/tag367.xml" ContentType="application/vnd.openxmlformats-officedocument.presentationml.tags+xml"/>
  <Override PartName="/ppt/tags/tag368.xml" ContentType="application/vnd.openxmlformats-officedocument.presentationml.tags+xml"/>
  <Override PartName="/ppt/tags/tag369.xml" ContentType="application/vnd.openxmlformats-officedocument.presentationml.tags+xml"/>
  <Override PartName="/ppt/tags/tag37.xml" ContentType="application/vnd.openxmlformats-officedocument.presentationml.tags+xml"/>
  <Override PartName="/ppt/tags/tag370.xml" ContentType="application/vnd.openxmlformats-officedocument.presentationml.tags+xml"/>
  <Override PartName="/ppt/tags/tag371.xml" ContentType="application/vnd.openxmlformats-officedocument.presentationml.tags+xml"/>
  <Override PartName="/ppt/tags/tag372.xml" ContentType="application/vnd.openxmlformats-officedocument.presentationml.tags+xml"/>
  <Override PartName="/ppt/tags/tag373.xml" ContentType="application/vnd.openxmlformats-officedocument.presentationml.tags+xml"/>
  <Override PartName="/ppt/tags/tag374.xml" ContentType="application/vnd.openxmlformats-officedocument.presentationml.tags+xml"/>
  <Override PartName="/ppt/tags/tag375.xml" ContentType="application/vnd.openxmlformats-officedocument.presentationml.tags+xml"/>
  <Override PartName="/ppt/tags/tag376.xml" ContentType="application/vnd.openxmlformats-officedocument.presentationml.tags+xml"/>
  <Override PartName="/ppt/tags/tag377.xml" ContentType="application/vnd.openxmlformats-officedocument.presentationml.tags+xml"/>
  <Override PartName="/ppt/tags/tag378.xml" ContentType="application/vnd.openxmlformats-officedocument.presentationml.tags+xml"/>
  <Override PartName="/ppt/tags/tag379.xml" ContentType="application/vnd.openxmlformats-officedocument.presentationml.tags+xml"/>
  <Override PartName="/ppt/tags/tag38.xml" ContentType="application/vnd.openxmlformats-officedocument.presentationml.tags+xml"/>
  <Override PartName="/ppt/tags/tag380.xml" ContentType="application/vnd.openxmlformats-officedocument.presentationml.tags+xml"/>
  <Override PartName="/ppt/tags/tag381.xml" ContentType="application/vnd.openxmlformats-officedocument.presentationml.tags+xml"/>
  <Override PartName="/ppt/tags/tag382.xml" ContentType="application/vnd.openxmlformats-officedocument.presentationml.tags+xml"/>
  <Override PartName="/ppt/tags/tag383.xml" ContentType="application/vnd.openxmlformats-officedocument.presentationml.tags+xml"/>
  <Override PartName="/ppt/tags/tag384.xml" ContentType="application/vnd.openxmlformats-officedocument.presentationml.tags+xml"/>
  <Override PartName="/ppt/tags/tag385.xml" ContentType="application/vnd.openxmlformats-officedocument.presentationml.tags+xml"/>
  <Override PartName="/ppt/tags/tag386.xml" ContentType="application/vnd.openxmlformats-officedocument.presentationml.tags+xml"/>
  <Override PartName="/ppt/tags/tag387.xml" ContentType="application/vnd.openxmlformats-officedocument.presentationml.tags+xml"/>
  <Override PartName="/ppt/tags/tag388.xml" ContentType="application/vnd.openxmlformats-officedocument.presentationml.tags+xml"/>
  <Override PartName="/ppt/tags/tag389.xml" ContentType="application/vnd.openxmlformats-officedocument.presentationml.tags+xml"/>
  <Override PartName="/ppt/tags/tag39.xml" ContentType="application/vnd.openxmlformats-officedocument.presentationml.tags+xml"/>
  <Override PartName="/ppt/tags/tag390.xml" ContentType="application/vnd.openxmlformats-officedocument.presentationml.tags+xml"/>
  <Override PartName="/ppt/tags/tag391.xml" ContentType="application/vnd.openxmlformats-officedocument.presentationml.tags+xml"/>
  <Override PartName="/ppt/tags/tag392.xml" ContentType="application/vnd.openxmlformats-officedocument.presentationml.tags+xml"/>
  <Override PartName="/ppt/tags/tag393.xml" ContentType="application/vnd.openxmlformats-officedocument.presentationml.tags+xml"/>
  <Override PartName="/ppt/tags/tag394.xml" ContentType="application/vnd.openxmlformats-officedocument.presentationml.tags+xml"/>
  <Override PartName="/ppt/tags/tag395.xml" ContentType="application/vnd.openxmlformats-officedocument.presentationml.tags+xml"/>
  <Override PartName="/ppt/tags/tag396.xml" ContentType="application/vnd.openxmlformats-officedocument.presentationml.tags+xml"/>
  <Override PartName="/ppt/tags/tag397.xml" ContentType="application/vnd.openxmlformats-officedocument.presentationml.tags+xml"/>
  <Override PartName="/ppt/tags/tag398.xml" ContentType="application/vnd.openxmlformats-officedocument.presentationml.tags+xml"/>
  <Override PartName="/ppt/tags/tag399.xml" ContentType="application/vnd.openxmlformats-officedocument.presentationml.tags+xml"/>
  <Override PartName="/ppt/tags/tag4.xml" ContentType="application/vnd.openxmlformats-officedocument.presentationml.tags+xml"/>
  <Override PartName="/ppt/tags/tag40.xml" ContentType="application/vnd.openxmlformats-officedocument.presentationml.tags+xml"/>
  <Override PartName="/ppt/tags/tag400.xml" ContentType="application/vnd.openxmlformats-officedocument.presentationml.tags+xml"/>
  <Override PartName="/ppt/tags/tag401.xml" ContentType="application/vnd.openxmlformats-officedocument.presentationml.tags+xml"/>
  <Override PartName="/ppt/tags/tag402.xml" ContentType="application/vnd.openxmlformats-officedocument.presentationml.tags+xml"/>
  <Override PartName="/ppt/tags/tag403.xml" ContentType="application/vnd.openxmlformats-officedocument.presentationml.tags+xml"/>
  <Override PartName="/ppt/tags/tag404.xml" ContentType="application/vnd.openxmlformats-officedocument.presentationml.tags+xml"/>
  <Override PartName="/ppt/tags/tag405.xml" ContentType="application/vnd.openxmlformats-officedocument.presentationml.tags+xml"/>
  <Override PartName="/ppt/tags/tag406.xml" ContentType="application/vnd.openxmlformats-officedocument.presentationml.tags+xml"/>
  <Override PartName="/ppt/tags/tag407.xml" ContentType="application/vnd.openxmlformats-officedocument.presentationml.tags+xml"/>
  <Override PartName="/ppt/tags/tag408.xml" ContentType="application/vnd.openxmlformats-officedocument.presentationml.tags+xml"/>
  <Override PartName="/ppt/tags/tag409.xml" ContentType="application/vnd.openxmlformats-officedocument.presentationml.tags+xml"/>
  <Override PartName="/ppt/tags/tag41.xml" ContentType="application/vnd.openxmlformats-officedocument.presentationml.tags+xml"/>
  <Override PartName="/ppt/tags/tag410.xml" ContentType="application/vnd.openxmlformats-officedocument.presentationml.tags+xml"/>
  <Override PartName="/ppt/tags/tag411.xml" ContentType="application/vnd.openxmlformats-officedocument.presentationml.tags+xml"/>
  <Override PartName="/ppt/tags/tag412.xml" ContentType="application/vnd.openxmlformats-officedocument.presentationml.tags+xml"/>
  <Override PartName="/ppt/tags/tag413.xml" ContentType="application/vnd.openxmlformats-officedocument.presentationml.tags+xml"/>
  <Override PartName="/ppt/tags/tag414.xml" ContentType="application/vnd.openxmlformats-officedocument.presentationml.tags+xml"/>
  <Override PartName="/ppt/tags/tag415.xml" ContentType="application/vnd.openxmlformats-officedocument.presentationml.tags+xml"/>
  <Override PartName="/ppt/tags/tag416.xml" ContentType="application/vnd.openxmlformats-officedocument.presentationml.tags+xml"/>
  <Override PartName="/ppt/tags/tag417.xml" ContentType="application/vnd.openxmlformats-officedocument.presentationml.tags+xml"/>
  <Override PartName="/ppt/tags/tag418.xml" ContentType="application/vnd.openxmlformats-officedocument.presentationml.tags+xml"/>
  <Override PartName="/ppt/tags/tag419.xml" ContentType="application/vnd.openxmlformats-officedocument.presentationml.tags+xml"/>
  <Override PartName="/ppt/tags/tag42.xml" ContentType="application/vnd.openxmlformats-officedocument.presentationml.tags+xml"/>
  <Override PartName="/ppt/tags/tag420.xml" ContentType="application/vnd.openxmlformats-officedocument.presentationml.tags+xml"/>
  <Override PartName="/ppt/tags/tag421.xml" ContentType="application/vnd.openxmlformats-officedocument.presentationml.tags+xml"/>
  <Override PartName="/ppt/tags/tag422.xml" ContentType="application/vnd.openxmlformats-officedocument.presentationml.tags+xml"/>
  <Override PartName="/ppt/tags/tag423.xml" ContentType="application/vnd.openxmlformats-officedocument.presentationml.tags+xml"/>
  <Override PartName="/ppt/tags/tag424.xml" ContentType="application/vnd.openxmlformats-officedocument.presentationml.tags+xml"/>
  <Override PartName="/ppt/tags/tag425.xml" ContentType="application/vnd.openxmlformats-officedocument.presentationml.tags+xml"/>
  <Override PartName="/ppt/tags/tag426.xml" ContentType="application/vnd.openxmlformats-officedocument.presentationml.tags+xml"/>
  <Override PartName="/ppt/tags/tag427.xml" ContentType="application/vnd.openxmlformats-officedocument.presentationml.tags+xml"/>
  <Override PartName="/ppt/tags/tag428.xml" ContentType="application/vnd.openxmlformats-officedocument.presentationml.tags+xml"/>
  <Override PartName="/ppt/tags/tag429.xml" ContentType="application/vnd.openxmlformats-officedocument.presentationml.tags+xml"/>
  <Override PartName="/ppt/tags/tag43.xml" ContentType="application/vnd.openxmlformats-officedocument.presentationml.tags+xml"/>
  <Override PartName="/ppt/tags/tag430.xml" ContentType="application/vnd.openxmlformats-officedocument.presentationml.tags+xml"/>
  <Override PartName="/ppt/tags/tag431.xml" ContentType="application/vnd.openxmlformats-officedocument.presentationml.tags+xml"/>
  <Override PartName="/ppt/tags/tag432.xml" ContentType="application/vnd.openxmlformats-officedocument.presentationml.tags+xml"/>
  <Override PartName="/ppt/tags/tag433.xml" ContentType="application/vnd.openxmlformats-officedocument.presentationml.tags+xml"/>
  <Override PartName="/ppt/tags/tag434.xml" ContentType="application/vnd.openxmlformats-officedocument.presentationml.tags+xml"/>
  <Override PartName="/ppt/tags/tag435.xml" ContentType="application/vnd.openxmlformats-officedocument.presentationml.tags+xml"/>
  <Override PartName="/ppt/tags/tag436.xml" ContentType="application/vnd.openxmlformats-officedocument.presentationml.tags+xml"/>
  <Override PartName="/ppt/tags/tag437.xml" ContentType="application/vnd.openxmlformats-officedocument.presentationml.tags+xml"/>
  <Override PartName="/ppt/tags/tag438.xml" ContentType="application/vnd.openxmlformats-officedocument.presentationml.tags+xml"/>
  <Override PartName="/ppt/tags/tag439.xml" ContentType="application/vnd.openxmlformats-officedocument.presentationml.tags+xml"/>
  <Override PartName="/ppt/tags/tag44.xml" ContentType="application/vnd.openxmlformats-officedocument.presentationml.tags+xml"/>
  <Override PartName="/ppt/tags/tag440.xml" ContentType="application/vnd.openxmlformats-officedocument.presentationml.tags+xml"/>
  <Override PartName="/ppt/tags/tag441.xml" ContentType="application/vnd.openxmlformats-officedocument.presentationml.tags+xml"/>
  <Override PartName="/ppt/tags/tag442.xml" ContentType="application/vnd.openxmlformats-officedocument.presentationml.tags+xml"/>
  <Override PartName="/ppt/tags/tag443.xml" ContentType="application/vnd.openxmlformats-officedocument.presentationml.tags+xml"/>
  <Override PartName="/ppt/tags/tag444.xml" ContentType="application/vnd.openxmlformats-officedocument.presentationml.tags+xml"/>
  <Override PartName="/ppt/tags/tag445.xml" ContentType="application/vnd.openxmlformats-officedocument.presentationml.tags+xml"/>
  <Override PartName="/ppt/tags/tag446.xml" ContentType="application/vnd.openxmlformats-officedocument.presentationml.tags+xml"/>
  <Override PartName="/ppt/tags/tag447.xml" ContentType="application/vnd.openxmlformats-officedocument.presentationml.tags+xml"/>
  <Override PartName="/ppt/tags/tag448.xml" ContentType="application/vnd.openxmlformats-officedocument.presentationml.tags+xml"/>
  <Override PartName="/ppt/tags/tag449.xml" ContentType="application/vnd.openxmlformats-officedocument.presentationml.tags+xml"/>
  <Override PartName="/ppt/tags/tag45.xml" ContentType="application/vnd.openxmlformats-officedocument.presentationml.tags+xml"/>
  <Override PartName="/ppt/tags/tag450.xml" ContentType="application/vnd.openxmlformats-officedocument.presentationml.tags+xml"/>
  <Override PartName="/ppt/tags/tag451.xml" ContentType="application/vnd.openxmlformats-officedocument.presentationml.tags+xml"/>
  <Override PartName="/ppt/tags/tag452.xml" ContentType="application/vnd.openxmlformats-officedocument.presentationml.tags+xml"/>
  <Override PartName="/ppt/tags/tag453.xml" ContentType="application/vnd.openxmlformats-officedocument.presentationml.tags+xml"/>
  <Override PartName="/ppt/tags/tag454.xml" ContentType="application/vnd.openxmlformats-officedocument.presentationml.tags+xml"/>
  <Override PartName="/ppt/tags/tag455.xml" ContentType="application/vnd.openxmlformats-officedocument.presentationml.tags+xml"/>
  <Override PartName="/ppt/tags/tag456.xml" ContentType="application/vnd.openxmlformats-officedocument.presentationml.tags+xml"/>
  <Override PartName="/ppt/tags/tag457.xml" ContentType="application/vnd.openxmlformats-officedocument.presentationml.tags+xml"/>
  <Override PartName="/ppt/tags/tag458.xml" ContentType="application/vnd.openxmlformats-officedocument.presentationml.tags+xml"/>
  <Override PartName="/ppt/tags/tag459.xml" ContentType="application/vnd.openxmlformats-officedocument.presentationml.tags+xml"/>
  <Override PartName="/ppt/tags/tag46.xml" ContentType="application/vnd.openxmlformats-officedocument.presentationml.tags+xml"/>
  <Override PartName="/ppt/tags/tag460.xml" ContentType="application/vnd.openxmlformats-officedocument.presentationml.tags+xml"/>
  <Override PartName="/ppt/tags/tag461.xml" ContentType="application/vnd.openxmlformats-officedocument.presentationml.tags+xml"/>
  <Override PartName="/ppt/tags/tag462.xml" ContentType="application/vnd.openxmlformats-officedocument.presentationml.tags+xml"/>
  <Override PartName="/ppt/tags/tag463.xml" ContentType="application/vnd.openxmlformats-officedocument.presentationml.tags+xml"/>
  <Override PartName="/ppt/tags/tag464.xml" ContentType="application/vnd.openxmlformats-officedocument.presentationml.tags+xml"/>
  <Override PartName="/ppt/tags/tag465.xml" ContentType="application/vnd.openxmlformats-officedocument.presentationml.tags+xml"/>
  <Override PartName="/ppt/tags/tag466.xml" ContentType="application/vnd.openxmlformats-officedocument.presentationml.tags+xml"/>
  <Override PartName="/ppt/tags/tag467.xml" ContentType="application/vnd.openxmlformats-officedocument.presentationml.tags+xml"/>
  <Override PartName="/ppt/tags/tag468.xml" ContentType="application/vnd.openxmlformats-officedocument.presentationml.tags+xml"/>
  <Override PartName="/ppt/tags/tag469.xml" ContentType="application/vnd.openxmlformats-officedocument.presentationml.tags+xml"/>
  <Override PartName="/ppt/tags/tag47.xml" ContentType="application/vnd.openxmlformats-officedocument.presentationml.tags+xml"/>
  <Override PartName="/ppt/tags/tag470.xml" ContentType="application/vnd.openxmlformats-officedocument.presentationml.tags+xml"/>
  <Override PartName="/ppt/tags/tag471.xml" ContentType="application/vnd.openxmlformats-officedocument.presentationml.tags+xml"/>
  <Override PartName="/ppt/tags/tag472.xml" ContentType="application/vnd.openxmlformats-officedocument.presentationml.tags+xml"/>
  <Override PartName="/ppt/tags/tag473.xml" ContentType="application/vnd.openxmlformats-officedocument.presentationml.tags+xml"/>
  <Override PartName="/ppt/tags/tag474.xml" ContentType="application/vnd.openxmlformats-officedocument.presentationml.tags+xml"/>
  <Override PartName="/ppt/tags/tag475.xml" ContentType="application/vnd.openxmlformats-officedocument.presentationml.tags+xml"/>
  <Override PartName="/ppt/tags/tag476.xml" ContentType="application/vnd.openxmlformats-officedocument.presentationml.tags+xml"/>
  <Override PartName="/ppt/tags/tag477.xml" ContentType="application/vnd.openxmlformats-officedocument.presentationml.tags+xml"/>
  <Override PartName="/ppt/tags/tag478.xml" ContentType="application/vnd.openxmlformats-officedocument.presentationml.tags+xml"/>
  <Override PartName="/ppt/tags/tag479.xml" ContentType="application/vnd.openxmlformats-officedocument.presentationml.tags+xml"/>
  <Override PartName="/ppt/tags/tag48.xml" ContentType="application/vnd.openxmlformats-officedocument.presentationml.tags+xml"/>
  <Override PartName="/ppt/tags/tag480.xml" ContentType="application/vnd.openxmlformats-officedocument.presentationml.tags+xml"/>
  <Override PartName="/ppt/tags/tag481.xml" ContentType="application/vnd.openxmlformats-officedocument.presentationml.tags+xml"/>
  <Override PartName="/ppt/tags/tag482.xml" ContentType="application/vnd.openxmlformats-officedocument.presentationml.tags+xml"/>
  <Override PartName="/ppt/tags/tag483.xml" ContentType="application/vnd.openxmlformats-officedocument.presentationml.tags+xml"/>
  <Override PartName="/ppt/tags/tag484.xml" ContentType="application/vnd.openxmlformats-officedocument.presentationml.tags+xml"/>
  <Override PartName="/ppt/tags/tag485.xml" ContentType="application/vnd.openxmlformats-officedocument.presentationml.tags+xml"/>
  <Override PartName="/ppt/tags/tag486.xml" ContentType="application/vnd.openxmlformats-officedocument.presentationml.tags+xml"/>
  <Override PartName="/ppt/tags/tag487.xml" ContentType="application/vnd.openxmlformats-officedocument.presentationml.tags+xml"/>
  <Override PartName="/ppt/tags/tag488.xml" ContentType="application/vnd.openxmlformats-officedocument.presentationml.tags+xml"/>
  <Override PartName="/ppt/tags/tag489.xml" ContentType="application/vnd.openxmlformats-officedocument.presentationml.tags+xml"/>
  <Override PartName="/ppt/tags/tag49.xml" ContentType="application/vnd.openxmlformats-officedocument.presentationml.tags+xml"/>
  <Override PartName="/ppt/tags/tag490.xml" ContentType="application/vnd.openxmlformats-officedocument.presentationml.tags+xml"/>
  <Override PartName="/ppt/tags/tag491.xml" ContentType="application/vnd.openxmlformats-officedocument.presentationml.tags+xml"/>
  <Override PartName="/ppt/tags/tag492.xml" ContentType="application/vnd.openxmlformats-officedocument.presentationml.tags+xml"/>
  <Override PartName="/ppt/tags/tag493.xml" ContentType="application/vnd.openxmlformats-officedocument.presentationml.tags+xml"/>
  <Override PartName="/ppt/tags/tag494.xml" ContentType="application/vnd.openxmlformats-officedocument.presentationml.tags+xml"/>
  <Override PartName="/ppt/tags/tag495.xml" ContentType="application/vnd.openxmlformats-officedocument.presentationml.tags+xml"/>
  <Override PartName="/ppt/tags/tag496.xml" ContentType="application/vnd.openxmlformats-officedocument.presentationml.tags+xml"/>
  <Override PartName="/ppt/tags/tag497.xml" ContentType="application/vnd.openxmlformats-officedocument.presentationml.tags+xml"/>
  <Override PartName="/ppt/tags/tag498.xml" ContentType="application/vnd.openxmlformats-officedocument.presentationml.tags+xml"/>
  <Override PartName="/ppt/tags/tag499.xml" ContentType="application/vnd.openxmlformats-officedocument.presentationml.tags+xml"/>
  <Override PartName="/ppt/tags/tag5.xml" ContentType="application/vnd.openxmlformats-officedocument.presentationml.tags+xml"/>
  <Override PartName="/ppt/tags/tag50.xml" ContentType="application/vnd.openxmlformats-officedocument.presentationml.tags+xml"/>
  <Override PartName="/ppt/tags/tag500.xml" ContentType="application/vnd.openxmlformats-officedocument.presentationml.tags+xml"/>
  <Override PartName="/ppt/tags/tag501.xml" ContentType="application/vnd.openxmlformats-officedocument.presentationml.tags+xml"/>
  <Override PartName="/ppt/tags/tag502.xml" ContentType="application/vnd.openxmlformats-officedocument.presentationml.tags+xml"/>
  <Override PartName="/ppt/tags/tag503.xml" ContentType="application/vnd.openxmlformats-officedocument.presentationml.tags+xml"/>
  <Override PartName="/ppt/tags/tag504.xml" ContentType="application/vnd.openxmlformats-officedocument.presentationml.tags+xml"/>
  <Override PartName="/ppt/tags/tag505.xml" ContentType="application/vnd.openxmlformats-officedocument.presentationml.tags+xml"/>
  <Override PartName="/ppt/tags/tag506.xml" ContentType="application/vnd.openxmlformats-officedocument.presentationml.tags+xml"/>
  <Override PartName="/ppt/tags/tag507.xml" ContentType="application/vnd.openxmlformats-officedocument.presentationml.tags+xml"/>
  <Override PartName="/ppt/tags/tag508.xml" ContentType="application/vnd.openxmlformats-officedocument.presentationml.tags+xml"/>
  <Override PartName="/ppt/tags/tag509.xml" ContentType="application/vnd.openxmlformats-officedocument.presentationml.tags+xml"/>
  <Override PartName="/ppt/tags/tag51.xml" ContentType="application/vnd.openxmlformats-officedocument.presentationml.tags+xml"/>
  <Override PartName="/ppt/tags/tag510.xml" ContentType="application/vnd.openxmlformats-officedocument.presentationml.tags+xml"/>
  <Override PartName="/ppt/tags/tag511.xml" ContentType="application/vnd.openxmlformats-officedocument.presentationml.tags+xml"/>
  <Override PartName="/ppt/tags/tag512.xml" ContentType="application/vnd.openxmlformats-officedocument.presentationml.tags+xml"/>
  <Override PartName="/ppt/tags/tag513.xml" ContentType="application/vnd.openxmlformats-officedocument.presentationml.tags+xml"/>
  <Override PartName="/ppt/tags/tag514.xml" ContentType="application/vnd.openxmlformats-officedocument.presentationml.tags+xml"/>
  <Override PartName="/ppt/tags/tag515.xml" ContentType="application/vnd.openxmlformats-officedocument.presentationml.tags+xml"/>
  <Override PartName="/ppt/tags/tag516.xml" ContentType="application/vnd.openxmlformats-officedocument.presentationml.tags+xml"/>
  <Override PartName="/ppt/tags/tag517.xml" ContentType="application/vnd.openxmlformats-officedocument.presentationml.tags+xml"/>
  <Override PartName="/ppt/tags/tag518.xml" ContentType="application/vnd.openxmlformats-officedocument.presentationml.tags+xml"/>
  <Override PartName="/ppt/tags/tag519.xml" ContentType="application/vnd.openxmlformats-officedocument.presentationml.tags+xml"/>
  <Override PartName="/ppt/tags/tag52.xml" ContentType="application/vnd.openxmlformats-officedocument.presentationml.tags+xml"/>
  <Override PartName="/ppt/tags/tag520.xml" ContentType="application/vnd.openxmlformats-officedocument.presentationml.tags+xml"/>
  <Override PartName="/ppt/tags/tag521.xml" ContentType="application/vnd.openxmlformats-officedocument.presentationml.tags+xml"/>
  <Override PartName="/ppt/tags/tag522.xml" ContentType="application/vnd.openxmlformats-officedocument.presentationml.tags+xml"/>
  <Override PartName="/ppt/tags/tag523.xml" ContentType="application/vnd.openxmlformats-officedocument.presentationml.tags+xml"/>
  <Override PartName="/ppt/tags/tag524.xml" ContentType="application/vnd.openxmlformats-officedocument.presentationml.tags+xml"/>
  <Override PartName="/ppt/tags/tag525.xml" ContentType="application/vnd.openxmlformats-officedocument.presentationml.tags+xml"/>
  <Override PartName="/ppt/tags/tag526.xml" ContentType="application/vnd.openxmlformats-officedocument.presentationml.tags+xml"/>
  <Override PartName="/ppt/tags/tag527.xml" ContentType="application/vnd.openxmlformats-officedocument.presentationml.tags+xml"/>
  <Override PartName="/ppt/tags/tag528.xml" ContentType="application/vnd.openxmlformats-officedocument.presentationml.tags+xml"/>
  <Override PartName="/ppt/tags/tag529.xml" ContentType="application/vnd.openxmlformats-officedocument.presentationml.tags+xml"/>
  <Override PartName="/ppt/tags/tag53.xml" ContentType="application/vnd.openxmlformats-officedocument.presentationml.tags+xml"/>
  <Override PartName="/ppt/tags/tag530.xml" ContentType="application/vnd.openxmlformats-officedocument.presentationml.tags+xml"/>
  <Override PartName="/ppt/tags/tag531.xml" ContentType="application/vnd.openxmlformats-officedocument.presentationml.tags+xml"/>
  <Override PartName="/ppt/tags/tag532.xml" ContentType="application/vnd.openxmlformats-officedocument.presentationml.tags+xml"/>
  <Override PartName="/ppt/tags/tag533.xml" ContentType="application/vnd.openxmlformats-officedocument.presentationml.tags+xml"/>
  <Override PartName="/ppt/tags/tag534.xml" ContentType="application/vnd.openxmlformats-officedocument.presentationml.tags+xml"/>
  <Override PartName="/ppt/tags/tag535.xml" ContentType="application/vnd.openxmlformats-officedocument.presentationml.tags+xml"/>
  <Override PartName="/ppt/tags/tag536.xml" ContentType="application/vnd.openxmlformats-officedocument.presentationml.tags+xml"/>
  <Override PartName="/ppt/tags/tag537.xml" ContentType="application/vnd.openxmlformats-officedocument.presentationml.tags+xml"/>
  <Override PartName="/ppt/tags/tag538.xml" ContentType="application/vnd.openxmlformats-officedocument.presentationml.tags+xml"/>
  <Override PartName="/ppt/tags/tag539.xml" ContentType="application/vnd.openxmlformats-officedocument.presentationml.tags+xml"/>
  <Override PartName="/ppt/tags/tag54.xml" ContentType="application/vnd.openxmlformats-officedocument.presentationml.tags+xml"/>
  <Override PartName="/ppt/tags/tag540.xml" ContentType="application/vnd.openxmlformats-officedocument.presentationml.tags+xml"/>
  <Override PartName="/ppt/tags/tag541.xml" ContentType="application/vnd.openxmlformats-officedocument.presentationml.tags+xml"/>
  <Override PartName="/ppt/tags/tag542.xml" ContentType="application/vnd.openxmlformats-officedocument.presentationml.tags+xml"/>
  <Override PartName="/ppt/tags/tag543.xml" ContentType="application/vnd.openxmlformats-officedocument.presentationml.tags+xml"/>
  <Override PartName="/ppt/tags/tag544.xml" ContentType="application/vnd.openxmlformats-officedocument.presentationml.tags+xml"/>
  <Override PartName="/ppt/tags/tag545.xml" ContentType="application/vnd.openxmlformats-officedocument.presentationml.tags+xml"/>
  <Override PartName="/ppt/tags/tag546.xml" ContentType="application/vnd.openxmlformats-officedocument.presentationml.tags+xml"/>
  <Override PartName="/ppt/tags/tag547.xml" ContentType="application/vnd.openxmlformats-officedocument.presentationml.tags+xml"/>
  <Override PartName="/ppt/tags/tag548.xml" ContentType="application/vnd.openxmlformats-officedocument.presentationml.tags+xml"/>
  <Override PartName="/ppt/tags/tag549.xml" ContentType="application/vnd.openxmlformats-officedocument.presentationml.tags+xml"/>
  <Override PartName="/ppt/tags/tag55.xml" ContentType="application/vnd.openxmlformats-officedocument.presentationml.tags+xml"/>
  <Override PartName="/ppt/tags/tag550.xml" ContentType="application/vnd.openxmlformats-officedocument.presentationml.tags+xml"/>
  <Override PartName="/ppt/tags/tag551.xml" ContentType="application/vnd.openxmlformats-officedocument.presentationml.tags+xml"/>
  <Override PartName="/ppt/tags/tag552.xml" ContentType="application/vnd.openxmlformats-officedocument.presentationml.tags+xml"/>
  <Override PartName="/ppt/tags/tag553.xml" ContentType="application/vnd.openxmlformats-officedocument.presentationml.tags+xml"/>
  <Override PartName="/ppt/tags/tag554.xml" ContentType="application/vnd.openxmlformats-officedocument.presentationml.tags+xml"/>
  <Override PartName="/ppt/tags/tag555.xml" ContentType="application/vnd.openxmlformats-officedocument.presentationml.tags+xml"/>
  <Override PartName="/ppt/tags/tag556.xml" ContentType="application/vnd.openxmlformats-officedocument.presentationml.tags+xml"/>
  <Override PartName="/ppt/tags/tag557.xml" ContentType="application/vnd.openxmlformats-officedocument.presentationml.tags+xml"/>
  <Override PartName="/ppt/tags/tag558.xml" ContentType="application/vnd.openxmlformats-officedocument.presentationml.tags+xml"/>
  <Override PartName="/ppt/tags/tag559.xml" ContentType="application/vnd.openxmlformats-officedocument.presentationml.tags+xml"/>
  <Override PartName="/ppt/tags/tag56.xml" ContentType="application/vnd.openxmlformats-officedocument.presentationml.tags+xml"/>
  <Override PartName="/ppt/tags/tag560.xml" ContentType="application/vnd.openxmlformats-officedocument.presentationml.tags+xml"/>
  <Override PartName="/ppt/tags/tag561.xml" ContentType="application/vnd.openxmlformats-officedocument.presentationml.tags+xml"/>
  <Override PartName="/ppt/tags/tag562.xml" ContentType="application/vnd.openxmlformats-officedocument.presentationml.tags+xml"/>
  <Override PartName="/ppt/tags/tag563.xml" ContentType="application/vnd.openxmlformats-officedocument.presentationml.tags+xml"/>
  <Override PartName="/ppt/tags/tag564.xml" ContentType="application/vnd.openxmlformats-officedocument.presentationml.tags+xml"/>
  <Override PartName="/ppt/tags/tag565.xml" ContentType="application/vnd.openxmlformats-officedocument.presentationml.tags+xml"/>
  <Override PartName="/ppt/tags/tag566.xml" ContentType="application/vnd.openxmlformats-officedocument.presentationml.tags+xml"/>
  <Override PartName="/ppt/tags/tag567.xml" ContentType="application/vnd.openxmlformats-officedocument.presentationml.tags+xml"/>
  <Override PartName="/ppt/tags/tag568.xml" ContentType="application/vnd.openxmlformats-officedocument.presentationml.tags+xml"/>
  <Override PartName="/ppt/tags/tag569.xml" ContentType="application/vnd.openxmlformats-officedocument.presentationml.tags+xml"/>
  <Override PartName="/ppt/tags/tag57.xml" ContentType="application/vnd.openxmlformats-officedocument.presentationml.tags+xml"/>
  <Override PartName="/ppt/tags/tag570.xml" ContentType="application/vnd.openxmlformats-officedocument.presentationml.tags+xml"/>
  <Override PartName="/ppt/tags/tag571.xml" ContentType="application/vnd.openxmlformats-officedocument.presentationml.tags+xml"/>
  <Override PartName="/ppt/tags/tag572.xml" ContentType="application/vnd.openxmlformats-officedocument.presentationml.tags+xml"/>
  <Override PartName="/ppt/tags/tag573.xml" ContentType="application/vnd.openxmlformats-officedocument.presentationml.tags+xml"/>
  <Override PartName="/ppt/tags/tag574.xml" ContentType="application/vnd.openxmlformats-officedocument.presentationml.tags+xml"/>
  <Override PartName="/ppt/tags/tag575.xml" ContentType="application/vnd.openxmlformats-officedocument.presentationml.tags+xml"/>
  <Override PartName="/ppt/tags/tag576.xml" ContentType="application/vnd.openxmlformats-officedocument.presentationml.tags+xml"/>
  <Override PartName="/ppt/tags/tag577.xml" ContentType="application/vnd.openxmlformats-officedocument.presentationml.tags+xml"/>
  <Override PartName="/ppt/tags/tag578.xml" ContentType="application/vnd.openxmlformats-officedocument.presentationml.tags+xml"/>
  <Override PartName="/ppt/tags/tag579.xml" ContentType="application/vnd.openxmlformats-officedocument.presentationml.tags+xml"/>
  <Override PartName="/ppt/tags/tag58.xml" ContentType="application/vnd.openxmlformats-officedocument.presentationml.tags+xml"/>
  <Override PartName="/ppt/tags/tag580.xml" ContentType="application/vnd.openxmlformats-officedocument.presentationml.tags+xml"/>
  <Override PartName="/ppt/tags/tag581.xml" ContentType="application/vnd.openxmlformats-officedocument.presentationml.tags+xml"/>
  <Override PartName="/ppt/tags/tag582.xml" ContentType="application/vnd.openxmlformats-officedocument.presentationml.tags+xml"/>
  <Override PartName="/ppt/tags/tag583.xml" ContentType="application/vnd.openxmlformats-officedocument.presentationml.tags+xml"/>
  <Override PartName="/ppt/tags/tag584.xml" ContentType="application/vnd.openxmlformats-officedocument.presentationml.tags+xml"/>
  <Override PartName="/ppt/tags/tag585.xml" ContentType="application/vnd.openxmlformats-officedocument.presentationml.tags+xml"/>
  <Override PartName="/ppt/tags/tag586.xml" ContentType="application/vnd.openxmlformats-officedocument.presentationml.tags+xml"/>
  <Override PartName="/ppt/tags/tag587.xml" ContentType="application/vnd.openxmlformats-officedocument.presentationml.tags+xml"/>
  <Override PartName="/ppt/tags/tag588.xml" ContentType="application/vnd.openxmlformats-officedocument.presentationml.tags+xml"/>
  <Override PartName="/ppt/tags/tag589.xml" ContentType="application/vnd.openxmlformats-officedocument.presentationml.tags+xml"/>
  <Override PartName="/ppt/tags/tag59.xml" ContentType="application/vnd.openxmlformats-officedocument.presentationml.tags+xml"/>
  <Override PartName="/ppt/tags/tag590.xml" ContentType="application/vnd.openxmlformats-officedocument.presentationml.tags+xml"/>
  <Override PartName="/ppt/tags/tag591.xml" ContentType="application/vnd.openxmlformats-officedocument.presentationml.tags+xml"/>
  <Override PartName="/ppt/tags/tag592.xml" ContentType="application/vnd.openxmlformats-officedocument.presentationml.tags+xml"/>
  <Override PartName="/ppt/tags/tag593.xml" ContentType="application/vnd.openxmlformats-officedocument.presentationml.tags+xml"/>
  <Override PartName="/ppt/tags/tag594.xml" ContentType="application/vnd.openxmlformats-officedocument.presentationml.tags+xml"/>
  <Override PartName="/ppt/tags/tag595.xml" ContentType="application/vnd.openxmlformats-officedocument.presentationml.tags+xml"/>
  <Override PartName="/ppt/tags/tag596.xml" ContentType="application/vnd.openxmlformats-officedocument.presentationml.tags+xml"/>
  <Override PartName="/ppt/tags/tag597.xml" ContentType="application/vnd.openxmlformats-officedocument.presentationml.tags+xml"/>
  <Override PartName="/ppt/tags/tag598.xml" ContentType="application/vnd.openxmlformats-officedocument.presentationml.tags+xml"/>
  <Override PartName="/ppt/tags/tag599.xml" ContentType="application/vnd.openxmlformats-officedocument.presentationml.tags+xml"/>
  <Override PartName="/ppt/tags/tag6.xml" ContentType="application/vnd.openxmlformats-officedocument.presentationml.tags+xml"/>
  <Override PartName="/ppt/tags/tag60.xml" ContentType="application/vnd.openxmlformats-officedocument.presentationml.tags+xml"/>
  <Override PartName="/ppt/tags/tag600.xml" ContentType="application/vnd.openxmlformats-officedocument.presentationml.tags+xml"/>
  <Override PartName="/ppt/tags/tag601.xml" ContentType="application/vnd.openxmlformats-officedocument.presentationml.tags+xml"/>
  <Override PartName="/ppt/tags/tag602.xml" ContentType="application/vnd.openxmlformats-officedocument.presentationml.tags+xml"/>
  <Override PartName="/ppt/tags/tag603.xml" ContentType="application/vnd.openxmlformats-officedocument.presentationml.tags+xml"/>
  <Override PartName="/ppt/tags/tag604.xml" ContentType="application/vnd.openxmlformats-officedocument.presentationml.tags+xml"/>
  <Override PartName="/ppt/tags/tag605.xml" ContentType="application/vnd.openxmlformats-officedocument.presentationml.tags+xml"/>
  <Override PartName="/ppt/tags/tag606.xml" ContentType="application/vnd.openxmlformats-officedocument.presentationml.tags+xml"/>
  <Override PartName="/ppt/tags/tag607.xml" ContentType="application/vnd.openxmlformats-officedocument.presentationml.tags+xml"/>
  <Override PartName="/ppt/tags/tag608.xml" ContentType="application/vnd.openxmlformats-officedocument.presentationml.tags+xml"/>
  <Override PartName="/ppt/tags/tag609.xml" ContentType="application/vnd.openxmlformats-officedocument.presentationml.tags+xml"/>
  <Override PartName="/ppt/tags/tag61.xml" ContentType="application/vnd.openxmlformats-officedocument.presentationml.tags+xml"/>
  <Override PartName="/ppt/tags/tag610.xml" ContentType="application/vnd.openxmlformats-officedocument.presentationml.tags+xml"/>
  <Override PartName="/ppt/tags/tag611.xml" ContentType="application/vnd.openxmlformats-officedocument.presentationml.tags+xml"/>
  <Override PartName="/ppt/tags/tag612.xml" ContentType="application/vnd.openxmlformats-officedocument.presentationml.tags+xml"/>
  <Override PartName="/ppt/tags/tag613.xml" ContentType="application/vnd.openxmlformats-officedocument.presentationml.tags+xml"/>
  <Override PartName="/ppt/tags/tag614.xml" ContentType="application/vnd.openxmlformats-officedocument.presentationml.tags+xml"/>
  <Override PartName="/ppt/tags/tag615.xml" ContentType="application/vnd.openxmlformats-officedocument.presentationml.tags+xml"/>
  <Override PartName="/ppt/tags/tag616.xml" ContentType="application/vnd.openxmlformats-officedocument.presentationml.tags+xml"/>
  <Override PartName="/ppt/tags/tag617.xml" ContentType="application/vnd.openxmlformats-officedocument.presentationml.tags+xml"/>
  <Override PartName="/ppt/tags/tag618.xml" ContentType="application/vnd.openxmlformats-officedocument.presentationml.tags+xml"/>
  <Override PartName="/ppt/tags/tag619.xml" ContentType="application/vnd.openxmlformats-officedocument.presentationml.tags+xml"/>
  <Override PartName="/ppt/tags/tag62.xml" ContentType="application/vnd.openxmlformats-officedocument.presentationml.tags+xml"/>
  <Override PartName="/ppt/tags/tag620.xml" ContentType="application/vnd.openxmlformats-officedocument.presentationml.tags+xml"/>
  <Override PartName="/ppt/tags/tag621.xml" ContentType="application/vnd.openxmlformats-officedocument.presentationml.tags+xml"/>
  <Override PartName="/ppt/tags/tag622.xml" ContentType="application/vnd.openxmlformats-officedocument.presentationml.tags+xml"/>
  <Override PartName="/ppt/tags/tag623.xml" ContentType="application/vnd.openxmlformats-officedocument.presentationml.tags+xml"/>
  <Override PartName="/ppt/tags/tag624.xml" ContentType="application/vnd.openxmlformats-officedocument.presentationml.tags+xml"/>
  <Override PartName="/ppt/tags/tag625.xml" ContentType="application/vnd.openxmlformats-officedocument.presentationml.tags+xml"/>
  <Override PartName="/ppt/tags/tag626.xml" ContentType="application/vnd.openxmlformats-officedocument.presentationml.tags+xml"/>
  <Override PartName="/ppt/tags/tag627.xml" ContentType="application/vnd.openxmlformats-officedocument.presentationml.tags+xml"/>
  <Override PartName="/ppt/tags/tag628.xml" ContentType="application/vnd.openxmlformats-officedocument.presentationml.tags+xml"/>
  <Override PartName="/ppt/tags/tag629.xml" ContentType="application/vnd.openxmlformats-officedocument.presentationml.tags+xml"/>
  <Override PartName="/ppt/tags/tag63.xml" ContentType="application/vnd.openxmlformats-officedocument.presentationml.tags+xml"/>
  <Override PartName="/ppt/tags/tag630.xml" ContentType="application/vnd.openxmlformats-officedocument.presentationml.tags+xml"/>
  <Override PartName="/ppt/tags/tag631.xml" ContentType="application/vnd.openxmlformats-officedocument.presentationml.tags+xml"/>
  <Override PartName="/ppt/tags/tag632.xml" ContentType="application/vnd.openxmlformats-officedocument.presentationml.tags+xml"/>
  <Override PartName="/ppt/tags/tag633.xml" ContentType="application/vnd.openxmlformats-officedocument.presentationml.tags+xml"/>
  <Override PartName="/ppt/tags/tag634.xml" ContentType="application/vnd.openxmlformats-officedocument.presentationml.tags+xml"/>
  <Override PartName="/ppt/tags/tag635.xml" ContentType="application/vnd.openxmlformats-officedocument.presentationml.tags+xml"/>
  <Override PartName="/ppt/tags/tag636.xml" ContentType="application/vnd.openxmlformats-officedocument.presentationml.tags+xml"/>
  <Override PartName="/ppt/tags/tag637.xml" ContentType="application/vnd.openxmlformats-officedocument.presentationml.tags+xml"/>
  <Override PartName="/ppt/tags/tag64.xml" ContentType="application/vnd.openxmlformats-officedocument.presentationml.tags+xml"/>
  <Override PartName="/ppt/tags/tag65.xml" ContentType="application/vnd.openxmlformats-officedocument.presentationml.tags+xml"/>
  <Override PartName="/ppt/tags/tag66.xml" ContentType="application/vnd.openxmlformats-officedocument.presentationml.tags+xml"/>
  <Override PartName="/ppt/tags/tag67.xml" ContentType="application/vnd.openxmlformats-officedocument.presentationml.tags+xml"/>
  <Override PartName="/ppt/tags/tag68.xml" ContentType="application/vnd.openxmlformats-officedocument.presentationml.tags+xml"/>
  <Override PartName="/ppt/tags/tag69.xml" ContentType="application/vnd.openxmlformats-officedocument.presentationml.tags+xml"/>
  <Override PartName="/ppt/tags/tag7.xml" ContentType="application/vnd.openxmlformats-officedocument.presentationml.tags+xml"/>
  <Override PartName="/ppt/tags/tag70.xml" ContentType="application/vnd.openxmlformats-officedocument.presentationml.tags+xml"/>
  <Override PartName="/ppt/tags/tag71.xml" ContentType="application/vnd.openxmlformats-officedocument.presentationml.tags+xml"/>
  <Override PartName="/ppt/tags/tag72.xml" ContentType="application/vnd.openxmlformats-officedocument.presentationml.tags+xml"/>
  <Override PartName="/ppt/tags/tag73.xml" ContentType="application/vnd.openxmlformats-officedocument.presentationml.tags+xml"/>
  <Override PartName="/ppt/tags/tag74.xml" ContentType="application/vnd.openxmlformats-officedocument.presentationml.tags+xml"/>
  <Override PartName="/ppt/tags/tag75.xml" ContentType="application/vnd.openxmlformats-officedocument.presentationml.tags+xml"/>
  <Override PartName="/ppt/tags/tag76.xml" ContentType="application/vnd.openxmlformats-officedocument.presentationml.tags+xml"/>
  <Override PartName="/ppt/tags/tag77.xml" ContentType="application/vnd.openxmlformats-officedocument.presentationml.tags+xml"/>
  <Override PartName="/ppt/tags/tag78.xml" ContentType="application/vnd.openxmlformats-officedocument.presentationml.tags+xml"/>
  <Override PartName="/ppt/tags/tag79.xml" ContentType="application/vnd.openxmlformats-officedocument.presentationml.tags+xml"/>
  <Override PartName="/ppt/tags/tag8.xml" ContentType="application/vnd.openxmlformats-officedocument.presentationml.tags+xml"/>
  <Override PartName="/ppt/tags/tag80.xml" ContentType="application/vnd.openxmlformats-officedocument.presentationml.tags+xml"/>
  <Override PartName="/ppt/tags/tag81.xml" ContentType="application/vnd.openxmlformats-officedocument.presentationml.tags+xml"/>
  <Override PartName="/ppt/tags/tag82.xml" ContentType="application/vnd.openxmlformats-officedocument.presentationml.tags+xml"/>
  <Override PartName="/ppt/tags/tag83.xml" ContentType="application/vnd.openxmlformats-officedocument.presentationml.tags+xml"/>
  <Override PartName="/ppt/tags/tag84.xml" ContentType="application/vnd.openxmlformats-officedocument.presentationml.tags+xml"/>
  <Override PartName="/ppt/tags/tag85.xml" ContentType="application/vnd.openxmlformats-officedocument.presentationml.tags+xml"/>
  <Override PartName="/ppt/tags/tag86.xml" ContentType="application/vnd.openxmlformats-officedocument.presentationml.tags+xml"/>
  <Override PartName="/ppt/tags/tag87.xml" ContentType="application/vnd.openxmlformats-officedocument.presentationml.tags+xml"/>
  <Override PartName="/ppt/tags/tag88.xml" ContentType="application/vnd.openxmlformats-officedocument.presentationml.tags+xml"/>
  <Override PartName="/ppt/tags/tag89.xml" ContentType="application/vnd.openxmlformats-officedocument.presentationml.tags+xml"/>
  <Override PartName="/ppt/tags/tag9.xml" ContentType="application/vnd.openxmlformats-officedocument.presentationml.tags+xml"/>
  <Override PartName="/ppt/tags/tag90.xml" ContentType="application/vnd.openxmlformats-officedocument.presentationml.tags+xml"/>
  <Override PartName="/ppt/tags/tag91.xml" ContentType="application/vnd.openxmlformats-officedocument.presentationml.tags+xml"/>
  <Override PartName="/ppt/tags/tag92.xml" ContentType="application/vnd.openxmlformats-officedocument.presentationml.tags+xml"/>
  <Override PartName="/ppt/tags/tag93.xml" ContentType="application/vnd.openxmlformats-officedocument.presentationml.tags+xml"/>
  <Override PartName="/ppt/tags/tag94.xml" ContentType="application/vnd.openxmlformats-officedocument.presentationml.tags+xml"/>
  <Override PartName="/ppt/tags/tag95.xml" ContentType="application/vnd.openxmlformats-officedocument.presentationml.tags+xml"/>
  <Override PartName="/ppt/tags/tag96.xml" ContentType="application/vnd.openxmlformats-officedocument.presentationml.tags+xml"/>
  <Override PartName="/ppt/tags/tag97.xml" ContentType="application/vnd.openxmlformats-officedocument.presentationml.tags+xml"/>
  <Override PartName="/ppt/tags/tag98.xml" ContentType="application/vnd.openxmlformats-officedocument.presentationml.tags+xml"/>
  <Override PartName="/ppt/tags/tag99.xml" ContentType="application/vnd.openxmlformats-officedocument.presentationml.tag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viewProps.xml" ContentType="application/vnd.openxmlformats-officedocument.presentationml.viewProps+xml"/>
</Types>
</file>

<file path=_rels/.rels><?xml version="1.0" encoding="UTF-8" standalone="yes"?>
<Relationships xmlns="http://schemas.openxmlformats.org/package/2006/relationships"><Relationship Id="rId1" Type="http://schemas.openxmlformats.org/officeDocument/2006/relationships/officeDocument" Target="ppt/presentation.xml"/><Relationship Id="rId4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5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  <p:sldMasterId id="2147483659" r:id="rId3"/>
    <p:sldMasterId id="2147483684" r:id="rId4"/>
  </p:sldMasterIdLst>
  <p:sldIdLst>
    <p:sldId id="260" r:id="rId5"/>
    <p:sldId id="286" r:id="rId6"/>
    <p:sldId id="261" r:id="rId7"/>
    <p:sldId id="266" r:id="rId8"/>
    <p:sldId id="267" r:id="rId9"/>
    <p:sldId id="279" r:id="rId10"/>
    <p:sldId id="268" r:id="rId11"/>
    <p:sldId id="269" r:id="rId12"/>
    <p:sldId id="272" r:id="rId13"/>
    <p:sldId id="285" r:id="rId14"/>
    <p:sldId id="274" r:id="rId15"/>
    <p:sldId id="275" r:id="rId16"/>
    <p:sldId id="276" r:id="rId17"/>
    <p:sldId id="277" r:id="rId18"/>
    <p:sldId id="282" r:id="rId19"/>
  </p:sldIdLst>
  <p:sldSz cx="12192000" cy="6858000"/>
  <p:notesSz cx="7103745" cy="10234295"/>
  <p:defaultTextStyle>
    <a:defPPr>
      <a:defRPr lang="zh-CN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>
    <p:present/>
    <p:sldAll/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MasterView">
  <p:normalViewPr horzBarState="maximized">
    <p:restoredLeft sz="15987" autoAdjust="0"/>
    <p:restoredTop sz="94660"/>
  </p:normalViewPr>
  <p:slideViewPr>
    <p:cSldViewPr snapToGrid="0">
      <p:cViewPr varScale="1">
        <p:scale>
          <a:sx n="122" d="100"/>
          <a:sy n="122" d="100"/>
        </p:scale>
        <p:origin x="96" y="29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9" Type="http://schemas.openxmlformats.org/officeDocument/2006/relationships/slide" Target="slides/slide5.xml"/><Relationship Id="rId8" Type="http://schemas.openxmlformats.org/officeDocument/2006/relationships/slide" Target="slides/slide4.xml"/><Relationship Id="rId7" Type="http://schemas.openxmlformats.org/officeDocument/2006/relationships/slide" Target="slides/slide3.xml"/><Relationship Id="rId6" Type="http://schemas.openxmlformats.org/officeDocument/2006/relationships/slide" Target="slides/slide2.xml"/><Relationship Id="rId5" Type="http://schemas.openxmlformats.org/officeDocument/2006/relationships/slide" Target="slides/slide1.xml"/><Relationship Id="rId4" Type="http://schemas.openxmlformats.org/officeDocument/2006/relationships/slideMaster" Target="slideMasters/slideMaster3.xml"/><Relationship Id="rId3" Type="http://schemas.openxmlformats.org/officeDocument/2006/relationships/slideMaster" Target="slideMasters/slideMaster2.xml"/><Relationship Id="rId22" Type="http://schemas.openxmlformats.org/officeDocument/2006/relationships/tableStyles" Target="tableStyles.xml"/><Relationship Id="rId21" Type="http://schemas.openxmlformats.org/officeDocument/2006/relationships/viewProps" Target="viewProps.xml"/><Relationship Id="rId20" Type="http://schemas.openxmlformats.org/officeDocument/2006/relationships/presProps" Target="presProps.xml"/><Relationship Id="rId2" Type="http://schemas.openxmlformats.org/officeDocument/2006/relationships/theme" Target="theme/theme1.xml"/><Relationship Id="rId19" Type="http://schemas.openxmlformats.org/officeDocument/2006/relationships/slide" Target="slides/slide15.xml"/><Relationship Id="rId18" Type="http://schemas.openxmlformats.org/officeDocument/2006/relationships/slide" Target="slides/slide14.xml"/><Relationship Id="rId17" Type="http://schemas.openxmlformats.org/officeDocument/2006/relationships/slide" Target="slides/slide13.xml"/><Relationship Id="rId16" Type="http://schemas.openxmlformats.org/officeDocument/2006/relationships/slide" Target="slides/slide12.xml"/><Relationship Id="rId15" Type="http://schemas.openxmlformats.org/officeDocument/2006/relationships/slide" Target="slides/slide11.xml"/><Relationship Id="rId14" Type="http://schemas.openxmlformats.org/officeDocument/2006/relationships/slide" Target="slides/slide10.xml"/><Relationship Id="rId13" Type="http://schemas.openxmlformats.org/officeDocument/2006/relationships/slide" Target="slides/slide9.xml"/><Relationship Id="rId12" Type="http://schemas.openxmlformats.org/officeDocument/2006/relationships/slide" Target="slides/slide8.xml"/><Relationship Id="rId11" Type="http://schemas.openxmlformats.org/officeDocument/2006/relationships/slide" Target="slides/slide7.xml"/><Relationship Id="rId10" Type="http://schemas.openxmlformats.org/officeDocument/2006/relationships/slide" Target="slides/slide6.xml"/><Relationship Id="rId1" Type="http://schemas.openxmlformats.org/officeDocument/2006/relationships/slideMaster" Target="slideMasters/slideMaster1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9" Type="http://schemas.openxmlformats.org/officeDocument/2006/relationships/tags" Target="../tags/tag8.xml"/><Relationship Id="rId8" Type="http://schemas.openxmlformats.org/officeDocument/2006/relationships/tags" Target="../tags/tag7.xml"/><Relationship Id="rId7" Type="http://schemas.openxmlformats.org/officeDocument/2006/relationships/tags" Target="../tags/tag6.xml"/><Relationship Id="rId6" Type="http://schemas.openxmlformats.org/officeDocument/2006/relationships/tags" Target="../tags/tag5.xml"/><Relationship Id="rId5" Type="http://schemas.openxmlformats.org/officeDocument/2006/relationships/tags" Target="../tags/tag4.xml"/><Relationship Id="rId4" Type="http://schemas.openxmlformats.org/officeDocument/2006/relationships/tags" Target="../tags/tag3.xml"/><Relationship Id="rId3" Type="http://schemas.openxmlformats.org/officeDocument/2006/relationships/tags" Target="../tags/tag2.xml"/><Relationship Id="rId2" Type="http://schemas.openxmlformats.org/officeDocument/2006/relationships/tags" Target="../tags/tag1.xml"/><Relationship Id="rId12" Type="http://schemas.openxmlformats.org/officeDocument/2006/relationships/tags" Target="../tags/tag11.xml"/><Relationship Id="rId11" Type="http://schemas.openxmlformats.org/officeDocument/2006/relationships/tags" Target="../tags/tag10.xml"/><Relationship Id="rId10" Type="http://schemas.openxmlformats.org/officeDocument/2006/relationships/tags" Target="../tags/tag9.xml"/><Relationship Id="rId1" Type="http://schemas.openxmlformats.org/officeDocument/2006/relationships/slideMaster" Target="../slideMasters/slideMaster2.xml"/></Relationships>
</file>

<file path=ppt/slideLayouts/_rels/slideLayout12.xml.rels><?xml version="1.0" encoding="UTF-8" standalone="yes"?>
<Relationships xmlns="http://schemas.openxmlformats.org/package/2006/relationships"><Relationship Id="rId9" Type="http://schemas.openxmlformats.org/officeDocument/2006/relationships/tags" Target="../tags/tag19.xml"/><Relationship Id="rId8" Type="http://schemas.openxmlformats.org/officeDocument/2006/relationships/tags" Target="../tags/tag18.xml"/><Relationship Id="rId7" Type="http://schemas.openxmlformats.org/officeDocument/2006/relationships/tags" Target="../tags/tag17.xml"/><Relationship Id="rId6" Type="http://schemas.openxmlformats.org/officeDocument/2006/relationships/tags" Target="../tags/tag16.xml"/><Relationship Id="rId5" Type="http://schemas.openxmlformats.org/officeDocument/2006/relationships/tags" Target="../tags/tag15.xml"/><Relationship Id="rId4" Type="http://schemas.openxmlformats.org/officeDocument/2006/relationships/tags" Target="../tags/tag14.xml"/><Relationship Id="rId3" Type="http://schemas.openxmlformats.org/officeDocument/2006/relationships/tags" Target="../tags/tag13.xml"/><Relationship Id="rId2" Type="http://schemas.openxmlformats.org/officeDocument/2006/relationships/tags" Target="../tags/tag12.xml"/><Relationship Id="rId14" Type="http://schemas.openxmlformats.org/officeDocument/2006/relationships/tags" Target="../tags/tag24.xml"/><Relationship Id="rId13" Type="http://schemas.openxmlformats.org/officeDocument/2006/relationships/tags" Target="../tags/tag23.xml"/><Relationship Id="rId12" Type="http://schemas.openxmlformats.org/officeDocument/2006/relationships/tags" Target="../tags/tag22.xml"/><Relationship Id="rId11" Type="http://schemas.openxmlformats.org/officeDocument/2006/relationships/tags" Target="../tags/tag21.xml"/><Relationship Id="rId10" Type="http://schemas.openxmlformats.org/officeDocument/2006/relationships/tags" Target="../tags/tag20.xml"/><Relationship Id="rId1" Type="http://schemas.openxmlformats.org/officeDocument/2006/relationships/slideMaster" Target="../slideMasters/slideMaster2.xml"/></Relationships>
</file>

<file path=ppt/slideLayouts/_rels/slideLayout13.xml.rels><?xml version="1.0" encoding="UTF-8" standalone="yes"?>
<Relationships xmlns="http://schemas.openxmlformats.org/package/2006/relationships"><Relationship Id="rId9" Type="http://schemas.openxmlformats.org/officeDocument/2006/relationships/tags" Target="../tags/tag32.xml"/><Relationship Id="rId8" Type="http://schemas.openxmlformats.org/officeDocument/2006/relationships/tags" Target="../tags/tag31.xml"/><Relationship Id="rId7" Type="http://schemas.openxmlformats.org/officeDocument/2006/relationships/tags" Target="../tags/tag30.xml"/><Relationship Id="rId6" Type="http://schemas.openxmlformats.org/officeDocument/2006/relationships/tags" Target="../tags/tag29.xml"/><Relationship Id="rId5" Type="http://schemas.openxmlformats.org/officeDocument/2006/relationships/tags" Target="../tags/tag28.xml"/><Relationship Id="rId4" Type="http://schemas.openxmlformats.org/officeDocument/2006/relationships/tags" Target="../tags/tag27.xml"/><Relationship Id="rId3" Type="http://schemas.openxmlformats.org/officeDocument/2006/relationships/tags" Target="../tags/tag26.xml"/><Relationship Id="rId2" Type="http://schemas.openxmlformats.org/officeDocument/2006/relationships/tags" Target="../tags/tag25.xml"/><Relationship Id="rId17" Type="http://schemas.openxmlformats.org/officeDocument/2006/relationships/tags" Target="../tags/tag40.xml"/><Relationship Id="rId16" Type="http://schemas.openxmlformats.org/officeDocument/2006/relationships/tags" Target="../tags/tag39.xml"/><Relationship Id="rId15" Type="http://schemas.openxmlformats.org/officeDocument/2006/relationships/tags" Target="../tags/tag38.xml"/><Relationship Id="rId14" Type="http://schemas.openxmlformats.org/officeDocument/2006/relationships/tags" Target="../tags/tag37.xml"/><Relationship Id="rId13" Type="http://schemas.openxmlformats.org/officeDocument/2006/relationships/tags" Target="../tags/tag36.xml"/><Relationship Id="rId12" Type="http://schemas.openxmlformats.org/officeDocument/2006/relationships/tags" Target="../tags/tag35.xml"/><Relationship Id="rId11" Type="http://schemas.openxmlformats.org/officeDocument/2006/relationships/tags" Target="../tags/tag34.xml"/><Relationship Id="rId10" Type="http://schemas.openxmlformats.org/officeDocument/2006/relationships/tags" Target="../tags/tag33.xml"/><Relationship Id="rId1" Type="http://schemas.openxmlformats.org/officeDocument/2006/relationships/slideMaster" Target="../slideMasters/slideMaster2.xml"/></Relationships>
</file>

<file path=ppt/slideLayouts/_rels/slideLayout14.xml.rels><?xml version="1.0" encoding="UTF-8" standalone="yes"?>
<Relationships xmlns="http://schemas.openxmlformats.org/package/2006/relationships"><Relationship Id="rId9" Type="http://schemas.openxmlformats.org/officeDocument/2006/relationships/tags" Target="../tags/tag48.xml"/><Relationship Id="rId8" Type="http://schemas.openxmlformats.org/officeDocument/2006/relationships/tags" Target="../tags/tag47.xml"/><Relationship Id="rId7" Type="http://schemas.openxmlformats.org/officeDocument/2006/relationships/tags" Target="../tags/tag46.xml"/><Relationship Id="rId6" Type="http://schemas.openxmlformats.org/officeDocument/2006/relationships/tags" Target="../tags/tag45.xml"/><Relationship Id="rId5" Type="http://schemas.openxmlformats.org/officeDocument/2006/relationships/tags" Target="../tags/tag44.xml"/><Relationship Id="rId4" Type="http://schemas.openxmlformats.org/officeDocument/2006/relationships/tags" Target="../tags/tag43.xml"/><Relationship Id="rId3" Type="http://schemas.openxmlformats.org/officeDocument/2006/relationships/tags" Target="../tags/tag42.xml"/><Relationship Id="rId2" Type="http://schemas.openxmlformats.org/officeDocument/2006/relationships/tags" Target="../tags/tag41.xml"/><Relationship Id="rId14" Type="http://schemas.openxmlformats.org/officeDocument/2006/relationships/tags" Target="../tags/tag53.xml"/><Relationship Id="rId13" Type="http://schemas.openxmlformats.org/officeDocument/2006/relationships/tags" Target="../tags/tag52.xml"/><Relationship Id="rId12" Type="http://schemas.openxmlformats.org/officeDocument/2006/relationships/tags" Target="../tags/tag51.xml"/><Relationship Id="rId11" Type="http://schemas.openxmlformats.org/officeDocument/2006/relationships/tags" Target="../tags/tag50.xml"/><Relationship Id="rId10" Type="http://schemas.openxmlformats.org/officeDocument/2006/relationships/tags" Target="../tags/tag49.xml"/><Relationship Id="rId1" Type="http://schemas.openxmlformats.org/officeDocument/2006/relationships/slideMaster" Target="../slideMasters/slideMaster2.xml"/></Relationships>
</file>

<file path=ppt/slideLayouts/_rels/slideLayout15.xml.rels><?xml version="1.0" encoding="UTF-8" standalone="yes"?>
<Relationships xmlns="http://schemas.openxmlformats.org/package/2006/relationships"><Relationship Id="rId9" Type="http://schemas.openxmlformats.org/officeDocument/2006/relationships/tags" Target="../tags/tag61.xml"/><Relationship Id="rId8" Type="http://schemas.openxmlformats.org/officeDocument/2006/relationships/tags" Target="../tags/tag60.xml"/><Relationship Id="rId7" Type="http://schemas.openxmlformats.org/officeDocument/2006/relationships/tags" Target="../tags/tag59.xml"/><Relationship Id="rId6" Type="http://schemas.openxmlformats.org/officeDocument/2006/relationships/tags" Target="../tags/tag58.xml"/><Relationship Id="rId5" Type="http://schemas.openxmlformats.org/officeDocument/2006/relationships/tags" Target="../tags/tag57.xml"/><Relationship Id="rId4" Type="http://schemas.openxmlformats.org/officeDocument/2006/relationships/tags" Target="../tags/tag56.xml"/><Relationship Id="rId3" Type="http://schemas.openxmlformats.org/officeDocument/2006/relationships/tags" Target="../tags/tag55.xml"/><Relationship Id="rId2" Type="http://schemas.openxmlformats.org/officeDocument/2006/relationships/tags" Target="../tags/tag54.xml"/><Relationship Id="rId15" Type="http://schemas.openxmlformats.org/officeDocument/2006/relationships/tags" Target="../tags/tag67.xml"/><Relationship Id="rId14" Type="http://schemas.openxmlformats.org/officeDocument/2006/relationships/tags" Target="../tags/tag66.xml"/><Relationship Id="rId13" Type="http://schemas.openxmlformats.org/officeDocument/2006/relationships/tags" Target="../tags/tag65.xml"/><Relationship Id="rId12" Type="http://schemas.openxmlformats.org/officeDocument/2006/relationships/tags" Target="../tags/tag64.xml"/><Relationship Id="rId11" Type="http://schemas.openxmlformats.org/officeDocument/2006/relationships/tags" Target="../tags/tag63.xml"/><Relationship Id="rId10" Type="http://schemas.openxmlformats.org/officeDocument/2006/relationships/tags" Target="../tags/tag62.xml"/><Relationship Id="rId1" Type="http://schemas.openxmlformats.org/officeDocument/2006/relationships/slideMaster" Target="../slideMasters/slideMaster2.xml"/></Relationships>
</file>

<file path=ppt/slideLayouts/_rels/slideLayout16.xml.rels><?xml version="1.0" encoding="UTF-8" standalone="yes"?>
<Relationships xmlns="http://schemas.openxmlformats.org/package/2006/relationships"><Relationship Id="rId9" Type="http://schemas.openxmlformats.org/officeDocument/2006/relationships/tags" Target="../tags/tag75.xml"/><Relationship Id="rId8" Type="http://schemas.openxmlformats.org/officeDocument/2006/relationships/tags" Target="../tags/tag74.xml"/><Relationship Id="rId7" Type="http://schemas.openxmlformats.org/officeDocument/2006/relationships/tags" Target="../tags/tag73.xml"/><Relationship Id="rId6" Type="http://schemas.openxmlformats.org/officeDocument/2006/relationships/tags" Target="../tags/tag72.xml"/><Relationship Id="rId5" Type="http://schemas.openxmlformats.org/officeDocument/2006/relationships/tags" Target="../tags/tag71.xml"/><Relationship Id="rId4" Type="http://schemas.openxmlformats.org/officeDocument/2006/relationships/tags" Target="../tags/tag70.xml"/><Relationship Id="rId3" Type="http://schemas.openxmlformats.org/officeDocument/2006/relationships/tags" Target="../tags/tag69.xml"/><Relationship Id="rId2" Type="http://schemas.openxmlformats.org/officeDocument/2006/relationships/tags" Target="../tags/tag68.xml"/><Relationship Id="rId17" Type="http://schemas.openxmlformats.org/officeDocument/2006/relationships/tags" Target="../tags/tag83.xml"/><Relationship Id="rId16" Type="http://schemas.openxmlformats.org/officeDocument/2006/relationships/tags" Target="../tags/tag82.xml"/><Relationship Id="rId15" Type="http://schemas.openxmlformats.org/officeDocument/2006/relationships/tags" Target="../tags/tag81.xml"/><Relationship Id="rId14" Type="http://schemas.openxmlformats.org/officeDocument/2006/relationships/tags" Target="../tags/tag80.xml"/><Relationship Id="rId13" Type="http://schemas.openxmlformats.org/officeDocument/2006/relationships/tags" Target="../tags/tag79.xml"/><Relationship Id="rId12" Type="http://schemas.openxmlformats.org/officeDocument/2006/relationships/tags" Target="../tags/tag78.xml"/><Relationship Id="rId11" Type="http://schemas.openxmlformats.org/officeDocument/2006/relationships/tags" Target="../tags/tag77.xml"/><Relationship Id="rId10" Type="http://schemas.openxmlformats.org/officeDocument/2006/relationships/tags" Target="../tags/tag76.xml"/><Relationship Id="rId1" Type="http://schemas.openxmlformats.org/officeDocument/2006/relationships/slideMaster" Target="../slideMasters/slideMaster2.xml"/></Relationships>
</file>

<file path=ppt/slideLayouts/_rels/slideLayout17.xml.rels><?xml version="1.0" encoding="UTF-8" standalone="yes"?>
<Relationships xmlns="http://schemas.openxmlformats.org/package/2006/relationships"><Relationship Id="rId9" Type="http://schemas.openxmlformats.org/officeDocument/2006/relationships/tags" Target="../tags/tag91.xml"/><Relationship Id="rId8" Type="http://schemas.openxmlformats.org/officeDocument/2006/relationships/tags" Target="../tags/tag90.xml"/><Relationship Id="rId7" Type="http://schemas.openxmlformats.org/officeDocument/2006/relationships/tags" Target="../tags/tag89.xml"/><Relationship Id="rId6" Type="http://schemas.openxmlformats.org/officeDocument/2006/relationships/tags" Target="../tags/tag88.xml"/><Relationship Id="rId5" Type="http://schemas.openxmlformats.org/officeDocument/2006/relationships/tags" Target="../tags/tag87.xml"/><Relationship Id="rId4" Type="http://schemas.openxmlformats.org/officeDocument/2006/relationships/tags" Target="../tags/tag86.xml"/><Relationship Id="rId3" Type="http://schemas.openxmlformats.org/officeDocument/2006/relationships/tags" Target="../tags/tag85.xml"/><Relationship Id="rId2" Type="http://schemas.openxmlformats.org/officeDocument/2006/relationships/tags" Target="../tags/tag84.xml"/><Relationship Id="rId15" Type="http://schemas.openxmlformats.org/officeDocument/2006/relationships/tags" Target="../tags/tag97.xml"/><Relationship Id="rId14" Type="http://schemas.openxmlformats.org/officeDocument/2006/relationships/tags" Target="../tags/tag96.xml"/><Relationship Id="rId13" Type="http://schemas.openxmlformats.org/officeDocument/2006/relationships/tags" Target="../tags/tag95.xml"/><Relationship Id="rId12" Type="http://schemas.openxmlformats.org/officeDocument/2006/relationships/tags" Target="../tags/tag94.xml"/><Relationship Id="rId11" Type="http://schemas.openxmlformats.org/officeDocument/2006/relationships/tags" Target="../tags/tag93.xml"/><Relationship Id="rId10" Type="http://schemas.openxmlformats.org/officeDocument/2006/relationships/tags" Target="../tags/tag92.xml"/><Relationship Id="rId1" Type="http://schemas.openxmlformats.org/officeDocument/2006/relationships/slideMaster" Target="../slideMasters/slideMaster2.xml"/></Relationships>
</file>

<file path=ppt/slideLayouts/_rels/slideLayout18.xml.rels><?xml version="1.0" encoding="UTF-8" standalone="yes"?>
<Relationships xmlns="http://schemas.openxmlformats.org/package/2006/relationships"><Relationship Id="rId9" Type="http://schemas.openxmlformats.org/officeDocument/2006/relationships/tags" Target="../tags/tag105.xml"/><Relationship Id="rId8" Type="http://schemas.openxmlformats.org/officeDocument/2006/relationships/tags" Target="../tags/tag104.xml"/><Relationship Id="rId7" Type="http://schemas.openxmlformats.org/officeDocument/2006/relationships/tags" Target="../tags/tag103.xml"/><Relationship Id="rId6" Type="http://schemas.openxmlformats.org/officeDocument/2006/relationships/tags" Target="../tags/tag102.xml"/><Relationship Id="rId5" Type="http://schemas.openxmlformats.org/officeDocument/2006/relationships/tags" Target="../tags/tag101.xml"/><Relationship Id="rId4" Type="http://schemas.openxmlformats.org/officeDocument/2006/relationships/tags" Target="../tags/tag100.xml"/><Relationship Id="rId3" Type="http://schemas.openxmlformats.org/officeDocument/2006/relationships/tags" Target="../tags/tag99.xml"/><Relationship Id="rId2" Type="http://schemas.openxmlformats.org/officeDocument/2006/relationships/tags" Target="../tags/tag98.xml"/><Relationship Id="rId12" Type="http://schemas.openxmlformats.org/officeDocument/2006/relationships/tags" Target="../tags/tag108.xml"/><Relationship Id="rId11" Type="http://schemas.openxmlformats.org/officeDocument/2006/relationships/tags" Target="../tags/tag107.xml"/><Relationship Id="rId10" Type="http://schemas.openxmlformats.org/officeDocument/2006/relationships/tags" Target="../tags/tag106.xml"/><Relationship Id="rId1" Type="http://schemas.openxmlformats.org/officeDocument/2006/relationships/slideMaster" Target="../slideMasters/slideMaster2.xml"/></Relationships>
</file>

<file path=ppt/slideLayouts/_rels/slideLayout19.xml.rels><?xml version="1.0" encoding="UTF-8" standalone="yes"?>
<Relationships xmlns="http://schemas.openxmlformats.org/package/2006/relationships"><Relationship Id="rId9" Type="http://schemas.openxmlformats.org/officeDocument/2006/relationships/tags" Target="../tags/tag116.xml"/><Relationship Id="rId8" Type="http://schemas.openxmlformats.org/officeDocument/2006/relationships/tags" Target="../tags/tag115.xml"/><Relationship Id="rId7" Type="http://schemas.openxmlformats.org/officeDocument/2006/relationships/tags" Target="../tags/tag114.xml"/><Relationship Id="rId6" Type="http://schemas.openxmlformats.org/officeDocument/2006/relationships/tags" Target="../tags/tag113.xml"/><Relationship Id="rId5" Type="http://schemas.openxmlformats.org/officeDocument/2006/relationships/tags" Target="../tags/tag112.xml"/><Relationship Id="rId4" Type="http://schemas.openxmlformats.org/officeDocument/2006/relationships/tags" Target="../tags/tag111.xml"/><Relationship Id="rId3" Type="http://schemas.openxmlformats.org/officeDocument/2006/relationships/tags" Target="../tags/tag110.xml"/><Relationship Id="rId2" Type="http://schemas.openxmlformats.org/officeDocument/2006/relationships/tags" Target="../tags/tag109.xml"/><Relationship Id="rId13" Type="http://schemas.openxmlformats.org/officeDocument/2006/relationships/tags" Target="../tags/tag120.xml"/><Relationship Id="rId12" Type="http://schemas.openxmlformats.org/officeDocument/2006/relationships/tags" Target="../tags/tag119.xml"/><Relationship Id="rId11" Type="http://schemas.openxmlformats.org/officeDocument/2006/relationships/tags" Target="../tags/tag118.xml"/><Relationship Id="rId10" Type="http://schemas.openxmlformats.org/officeDocument/2006/relationships/tags" Target="../tags/tag117.xml"/><Relationship Id="rId1" Type="http://schemas.openxmlformats.org/officeDocument/2006/relationships/slideMaster" Target="../slideMasters/slideMaster2.xml"/></Relationships>
</file>

<file path=ppt/slideLayouts/_rels/slideLayout20.xml.rels><?xml version="1.0" encoding="UTF-8" standalone="yes"?>
<Relationships xmlns="http://schemas.openxmlformats.org/package/2006/relationships"><Relationship Id="rId9" Type="http://schemas.openxmlformats.org/officeDocument/2006/relationships/tags" Target="../tags/tag128.xml"/><Relationship Id="rId8" Type="http://schemas.openxmlformats.org/officeDocument/2006/relationships/tags" Target="../tags/tag127.xml"/><Relationship Id="rId7" Type="http://schemas.openxmlformats.org/officeDocument/2006/relationships/tags" Target="../tags/tag126.xml"/><Relationship Id="rId6" Type="http://schemas.openxmlformats.org/officeDocument/2006/relationships/tags" Target="../tags/tag125.xml"/><Relationship Id="rId5" Type="http://schemas.openxmlformats.org/officeDocument/2006/relationships/tags" Target="../tags/tag124.xml"/><Relationship Id="rId4" Type="http://schemas.openxmlformats.org/officeDocument/2006/relationships/tags" Target="../tags/tag123.xml"/><Relationship Id="rId3" Type="http://schemas.openxmlformats.org/officeDocument/2006/relationships/tags" Target="../tags/tag122.xml"/><Relationship Id="rId2" Type="http://schemas.openxmlformats.org/officeDocument/2006/relationships/tags" Target="../tags/tag121.xml"/><Relationship Id="rId15" Type="http://schemas.openxmlformats.org/officeDocument/2006/relationships/tags" Target="../tags/tag134.xml"/><Relationship Id="rId14" Type="http://schemas.openxmlformats.org/officeDocument/2006/relationships/tags" Target="../tags/tag133.xml"/><Relationship Id="rId13" Type="http://schemas.openxmlformats.org/officeDocument/2006/relationships/tags" Target="../tags/tag132.xml"/><Relationship Id="rId12" Type="http://schemas.openxmlformats.org/officeDocument/2006/relationships/tags" Target="../tags/tag131.xml"/><Relationship Id="rId11" Type="http://schemas.openxmlformats.org/officeDocument/2006/relationships/tags" Target="../tags/tag130.xml"/><Relationship Id="rId10" Type="http://schemas.openxmlformats.org/officeDocument/2006/relationships/tags" Target="../tags/tag129.xml"/><Relationship Id="rId1" Type="http://schemas.openxmlformats.org/officeDocument/2006/relationships/slideMaster" Target="../slideMasters/slideMaster2.xml"/></Relationships>
</file>

<file path=ppt/slideLayouts/_rels/slideLayout21.xml.rels><?xml version="1.0" encoding="UTF-8" standalone="yes"?>
<Relationships xmlns="http://schemas.openxmlformats.org/package/2006/relationships"><Relationship Id="rId9" Type="http://schemas.openxmlformats.org/officeDocument/2006/relationships/tags" Target="../tags/tag142.xml"/><Relationship Id="rId8" Type="http://schemas.openxmlformats.org/officeDocument/2006/relationships/tags" Target="../tags/tag141.xml"/><Relationship Id="rId7" Type="http://schemas.openxmlformats.org/officeDocument/2006/relationships/tags" Target="../tags/tag140.xml"/><Relationship Id="rId6" Type="http://schemas.openxmlformats.org/officeDocument/2006/relationships/tags" Target="../tags/tag139.xml"/><Relationship Id="rId5" Type="http://schemas.openxmlformats.org/officeDocument/2006/relationships/tags" Target="../tags/tag138.xml"/><Relationship Id="rId4" Type="http://schemas.openxmlformats.org/officeDocument/2006/relationships/tags" Target="../tags/tag137.xml"/><Relationship Id="rId3" Type="http://schemas.openxmlformats.org/officeDocument/2006/relationships/tags" Target="../tags/tag136.xml"/><Relationship Id="rId2" Type="http://schemas.openxmlformats.org/officeDocument/2006/relationships/tags" Target="../tags/tag135.xml"/><Relationship Id="rId17" Type="http://schemas.openxmlformats.org/officeDocument/2006/relationships/tags" Target="../tags/tag150.xml"/><Relationship Id="rId16" Type="http://schemas.openxmlformats.org/officeDocument/2006/relationships/tags" Target="../tags/tag149.xml"/><Relationship Id="rId15" Type="http://schemas.openxmlformats.org/officeDocument/2006/relationships/tags" Target="../tags/tag148.xml"/><Relationship Id="rId14" Type="http://schemas.openxmlformats.org/officeDocument/2006/relationships/tags" Target="../tags/tag147.xml"/><Relationship Id="rId13" Type="http://schemas.openxmlformats.org/officeDocument/2006/relationships/tags" Target="../tags/tag146.xml"/><Relationship Id="rId12" Type="http://schemas.openxmlformats.org/officeDocument/2006/relationships/tags" Target="../tags/tag145.xml"/><Relationship Id="rId11" Type="http://schemas.openxmlformats.org/officeDocument/2006/relationships/tags" Target="../tags/tag144.xml"/><Relationship Id="rId10" Type="http://schemas.openxmlformats.org/officeDocument/2006/relationships/tags" Target="../tags/tag143.xml"/><Relationship Id="rId1" Type="http://schemas.openxmlformats.org/officeDocument/2006/relationships/slideMaster" Target="../slideMasters/slideMaster2.xml"/></Relationships>
</file>

<file path=ppt/slideLayouts/_rels/slideLayout22.xml.rels><?xml version="1.0" encoding="UTF-8" standalone="yes"?>
<Relationships xmlns="http://schemas.openxmlformats.org/package/2006/relationships"><Relationship Id="rId9" Type="http://schemas.openxmlformats.org/officeDocument/2006/relationships/tags" Target="../tags/tag158.xml"/><Relationship Id="rId8" Type="http://schemas.openxmlformats.org/officeDocument/2006/relationships/tags" Target="../tags/tag157.xml"/><Relationship Id="rId7" Type="http://schemas.openxmlformats.org/officeDocument/2006/relationships/tags" Target="../tags/tag156.xml"/><Relationship Id="rId6" Type="http://schemas.openxmlformats.org/officeDocument/2006/relationships/tags" Target="../tags/tag155.xml"/><Relationship Id="rId5" Type="http://schemas.openxmlformats.org/officeDocument/2006/relationships/tags" Target="../tags/tag154.xml"/><Relationship Id="rId4" Type="http://schemas.openxmlformats.org/officeDocument/2006/relationships/tags" Target="../tags/tag153.xml"/><Relationship Id="rId3" Type="http://schemas.openxmlformats.org/officeDocument/2006/relationships/tags" Target="../tags/tag152.xml"/><Relationship Id="rId2" Type="http://schemas.openxmlformats.org/officeDocument/2006/relationships/tags" Target="../tags/tag151.xml"/><Relationship Id="rId18" Type="http://schemas.openxmlformats.org/officeDocument/2006/relationships/tags" Target="../tags/tag167.xml"/><Relationship Id="rId17" Type="http://schemas.openxmlformats.org/officeDocument/2006/relationships/tags" Target="../tags/tag166.xml"/><Relationship Id="rId16" Type="http://schemas.openxmlformats.org/officeDocument/2006/relationships/tags" Target="../tags/tag165.xml"/><Relationship Id="rId15" Type="http://schemas.openxmlformats.org/officeDocument/2006/relationships/tags" Target="../tags/tag164.xml"/><Relationship Id="rId14" Type="http://schemas.openxmlformats.org/officeDocument/2006/relationships/tags" Target="../tags/tag163.xml"/><Relationship Id="rId13" Type="http://schemas.openxmlformats.org/officeDocument/2006/relationships/tags" Target="../tags/tag162.xml"/><Relationship Id="rId12" Type="http://schemas.openxmlformats.org/officeDocument/2006/relationships/tags" Target="../tags/tag161.xml"/><Relationship Id="rId11" Type="http://schemas.openxmlformats.org/officeDocument/2006/relationships/tags" Target="../tags/tag160.xml"/><Relationship Id="rId10" Type="http://schemas.openxmlformats.org/officeDocument/2006/relationships/tags" Target="../tags/tag159.xml"/><Relationship Id="rId1" Type="http://schemas.openxmlformats.org/officeDocument/2006/relationships/slideMaster" Target="../slideMasters/slideMaster2.xml"/></Relationships>
</file>

<file path=ppt/slideLayouts/_rels/slideLayout23.xml.rels><?xml version="1.0" encoding="UTF-8" standalone="yes"?>
<Relationships xmlns="http://schemas.openxmlformats.org/package/2006/relationships"><Relationship Id="rId6" Type="http://schemas.openxmlformats.org/officeDocument/2006/relationships/tags" Target="../tags/tag172.xml"/><Relationship Id="rId5" Type="http://schemas.openxmlformats.org/officeDocument/2006/relationships/tags" Target="../tags/tag171.xml"/><Relationship Id="rId4" Type="http://schemas.openxmlformats.org/officeDocument/2006/relationships/tags" Target="../tags/tag170.xml"/><Relationship Id="rId3" Type="http://schemas.openxmlformats.org/officeDocument/2006/relationships/tags" Target="../tags/tag169.xml"/><Relationship Id="rId2" Type="http://schemas.openxmlformats.org/officeDocument/2006/relationships/tags" Target="../tags/tag168.xml"/><Relationship Id="rId1" Type="http://schemas.openxmlformats.org/officeDocument/2006/relationships/slideMaster" Target="../slideMasters/slideMaster2.xml"/></Relationships>
</file>

<file path=ppt/slideLayouts/_rels/slideLayout24.xml.rels><?xml version="1.0" encoding="UTF-8" standalone="yes"?>
<Relationships xmlns="http://schemas.openxmlformats.org/package/2006/relationships"><Relationship Id="rId5" Type="http://schemas.openxmlformats.org/officeDocument/2006/relationships/tags" Target="../tags/tag176.xml"/><Relationship Id="rId4" Type="http://schemas.openxmlformats.org/officeDocument/2006/relationships/tags" Target="../tags/tag175.xml"/><Relationship Id="rId3" Type="http://schemas.openxmlformats.org/officeDocument/2006/relationships/tags" Target="../tags/tag174.xml"/><Relationship Id="rId2" Type="http://schemas.openxmlformats.org/officeDocument/2006/relationships/tags" Target="../tags/tag173.xml"/><Relationship Id="rId1" Type="http://schemas.openxmlformats.org/officeDocument/2006/relationships/slideMaster" Target="../slideMasters/slideMaster2.xml"/></Relationships>
</file>

<file path=ppt/slideLayouts/_rels/slideLayout25.xml.rels><?xml version="1.0" encoding="UTF-8" standalone="yes"?>
<Relationships xmlns="http://schemas.openxmlformats.org/package/2006/relationships"><Relationship Id="rId7" Type="http://schemas.openxmlformats.org/officeDocument/2006/relationships/tags" Target="../tags/tag182.xml"/><Relationship Id="rId6" Type="http://schemas.openxmlformats.org/officeDocument/2006/relationships/tags" Target="../tags/tag181.xml"/><Relationship Id="rId5" Type="http://schemas.openxmlformats.org/officeDocument/2006/relationships/tags" Target="../tags/tag180.xml"/><Relationship Id="rId4" Type="http://schemas.openxmlformats.org/officeDocument/2006/relationships/tags" Target="../tags/tag179.xml"/><Relationship Id="rId3" Type="http://schemas.openxmlformats.org/officeDocument/2006/relationships/tags" Target="../tags/tag178.xml"/><Relationship Id="rId2" Type="http://schemas.openxmlformats.org/officeDocument/2006/relationships/tags" Target="../tags/tag177.xml"/><Relationship Id="rId1" Type="http://schemas.openxmlformats.org/officeDocument/2006/relationships/slideMaster" Target="../slideMasters/slideMaster2.xml"/></Relationships>
</file>

<file path=ppt/slideLayouts/_rels/slideLayout26.xml.rels><?xml version="1.0" encoding="UTF-8" standalone="yes"?>
<Relationships xmlns="http://schemas.openxmlformats.org/package/2006/relationships"><Relationship Id="rId9" Type="http://schemas.openxmlformats.org/officeDocument/2006/relationships/tags" Target="../tags/tag190.xml"/><Relationship Id="rId8" Type="http://schemas.openxmlformats.org/officeDocument/2006/relationships/tags" Target="../tags/tag189.xml"/><Relationship Id="rId7" Type="http://schemas.openxmlformats.org/officeDocument/2006/relationships/tags" Target="../tags/tag188.xml"/><Relationship Id="rId6" Type="http://schemas.openxmlformats.org/officeDocument/2006/relationships/tags" Target="../tags/tag187.xml"/><Relationship Id="rId5" Type="http://schemas.openxmlformats.org/officeDocument/2006/relationships/tags" Target="../tags/tag186.xml"/><Relationship Id="rId4" Type="http://schemas.openxmlformats.org/officeDocument/2006/relationships/tags" Target="../tags/tag185.xml"/><Relationship Id="rId3" Type="http://schemas.openxmlformats.org/officeDocument/2006/relationships/tags" Target="../tags/tag184.xml"/><Relationship Id="rId2" Type="http://schemas.openxmlformats.org/officeDocument/2006/relationships/tags" Target="../tags/tag183.xml"/><Relationship Id="rId1" Type="http://schemas.openxmlformats.org/officeDocument/2006/relationships/slideMaster" Target="../slideMasters/slideMaster2.xml"/></Relationships>
</file>

<file path=ppt/slideLayouts/_rels/slideLayout27.xml.rels><?xml version="1.0" encoding="UTF-8" standalone="yes"?>
<Relationships xmlns="http://schemas.openxmlformats.org/package/2006/relationships"><Relationship Id="rId5" Type="http://schemas.openxmlformats.org/officeDocument/2006/relationships/tags" Target="../tags/tag194.xml"/><Relationship Id="rId4" Type="http://schemas.openxmlformats.org/officeDocument/2006/relationships/tags" Target="../tags/tag193.xml"/><Relationship Id="rId3" Type="http://schemas.openxmlformats.org/officeDocument/2006/relationships/tags" Target="../tags/tag192.xml"/><Relationship Id="rId2" Type="http://schemas.openxmlformats.org/officeDocument/2006/relationships/tags" Target="../tags/tag191.xml"/><Relationship Id="rId1" Type="http://schemas.openxmlformats.org/officeDocument/2006/relationships/slideMaster" Target="../slideMasters/slideMaster2.xml"/></Relationships>
</file>

<file path=ppt/slideLayouts/_rels/slideLayout28.xml.rels><?xml version="1.0" encoding="UTF-8" standalone="yes"?>
<Relationships xmlns="http://schemas.openxmlformats.org/package/2006/relationships"><Relationship Id="rId4" Type="http://schemas.openxmlformats.org/officeDocument/2006/relationships/tags" Target="../tags/tag197.xml"/><Relationship Id="rId3" Type="http://schemas.openxmlformats.org/officeDocument/2006/relationships/tags" Target="../tags/tag196.xml"/><Relationship Id="rId2" Type="http://schemas.openxmlformats.org/officeDocument/2006/relationships/tags" Target="../tags/tag195.xml"/><Relationship Id="rId1" Type="http://schemas.openxmlformats.org/officeDocument/2006/relationships/slideMaster" Target="../slideMasters/slideMaster2.xml"/></Relationships>
</file>

<file path=ppt/slideLayouts/_rels/slideLayout29.xml.rels><?xml version="1.0" encoding="UTF-8" standalone="yes"?>
<Relationships xmlns="http://schemas.openxmlformats.org/package/2006/relationships"><Relationship Id="rId5" Type="http://schemas.openxmlformats.org/officeDocument/2006/relationships/tags" Target="../tags/tag201.xml"/><Relationship Id="rId4" Type="http://schemas.openxmlformats.org/officeDocument/2006/relationships/tags" Target="../tags/tag200.xml"/><Relationship Id="rId3" Type="http://schemas.openxmlformats.org/officeDocument/2006/relationships/tags" Target="../tags/tag199.xml"/><Relationship Id="rId2" Type="http://schemas.openxmlformats.org/officeDocument/2006/relationships/tags" Target="../tags/tag198.xml"/><Relationship Id="rId1" Type="http://schemas.openxmlformats.org/officeDocument/2006/relationships/slideMaster" Target="../slideMasters/slideMaster2.xml"/></Relationships>
</file>

<file path=ppt/slideLayouts/_rels/slideLayout30.xml.rels><?xml version="1.0" encoding="UTF-8" standalone="yes"?>
<Relationships xmlns="http://schemas.openxmlformats.org/package/2006/relationships"><Relationship Id="rId6" Type="http://schemas.openxmlformats.org/officeDocument/2006/relationships/tags" Target="../tags/tag206.xml"/><Relationship Id="rId5" Type="http://schemas.openxmlformats.org/officeDocument/2006/relationships/tags" Target="../tags/tag205.xml"/><Relationship Id="rId4" Type="http://schemas.openxmlformats.org/officeDocument/2006/relationships/tags" Target="../tags/tag204.xml"/><Relationship Id="rId3" Type="http://schemas.openxmlformats.org/officeDocument/2006/relationships/tags" Target="../tags/tag203.xml"/><Relationship Id="rId2" Type="http://schemas.openxmlformats.org/officeDocument/2006/relationships/tags" Target="../tags/tag202.xml"/><Relationship Id="rId1" Type="http://schemas.openxmlformats.org/officeDocument/2006/relationships/slideMaster" Target="../slideMasters/slideMaster2.xml"/></Relationships>
</file>

<file path=ppt/slideLayouts/_rels/slideLayout31.xml.rels><?xml version="1.0" encoding="UTF-8" standalone="yes"?>
<Relationships xmlns="http://schemas.openxmlformats.org/package/2006/relationships"><Relationship Id="rId9" Type="http://schemas.openxmlformats.org/officeDocument/2006/relationships/image" Target="../media/image3.png"/><Relationship Id="rId8" Type="http://schemas.openxmlformats.org/officeDocument/2006/relationships/tags" Target="../tags/tag211.xml"/><Relationship Id="rId7" Type="http://schemas.openxmlformats.org/officeDocument/2006/relationships/image" Target="../media/image2.svg"/><Relationship Id="rId6" Type="http://schemas.openxmlformats.org/officeDocument/2006/relationships/image" Target="../media/image1.png"/><Relationship Id="rId5" Type="http://schemas.openxmlformats.org/officeDocument/2006/relationships/tags" Target="../tags/tag210.xml"/><Relationship Id="rId4" Type="http://schemas.openxmlformats.org/officeDocument/2006/relationships/tags" Target="../tags/tag209.xml"/><Relationship Id="rId3" Type="http://schemas.openxmlformats.org/officeDocument/2006/relationships/tags" Target="../tags/tag208.xml"/><Relationship Id="rId2" Type="http://schemas.openxmlformats.org/officeDocument/2006/relationships/tags" Target="../tags/tag207.xml"/><Relationship Id="rId16" Type="http://schemas.openxmlformats.org/officeDocument/2006/relationships/tags" Target="../tags/tag217.xml"/><Relationship Id="rId15" Type="http://schemas.openxmlformats.org/officeDocument/2006/relationships/tags" Target="../tags/tag216.xml"/><Relationship Id="rId14" Type="http://schemas.openxmlformats.org/officeDocument/2006/relationships/tags" Target="../tags/tag215.xml"/><Relationship Id="rId13" Type="http://schemas.openxmlformats.org/officeDocument/2006/relationships/tags" Target="../tags/tag214.xml"/><Relationship Id="rId12" Type="http://schemas.openxmlformats.org/officeDocument/2006/relationships/tags" Target="../tags/tag213.xml"/><Relationship Id="rId11" Type="http://schemas.openxmlformats.org/officeDocument/2006/relationships/tags" Target="../tags/tag212.xml"/><Relationship Id="rId10" Type="http://schemas.openxmlformats.org/officeDocument/2006/relationships/image" Target="../media/image4.svg"/><Relationship Id="rId1" Type="http://schemas.openxmlformats.org/officeDocument/2006/relationships/slideMaster" Target="../slideMasters/slideMaster2.xml"/></Relationships>
</file>

<file path=ppt/slideLayouts/_rels/slideLayout32.xml.rels><?xml version="1.0" encoding="UTF-8" standalone="yes"?>
<Relationships xmlns="http://schemas.openxmlformats.org/package/2006/relationships"><Relationship Id="rId9" Type="http://schemas.openxmlformats.org/officeDocument/2006/relationships/tags" Target="../tags/tag223.xml"/><Relationship Id="rId8" Type="http://schemas.openxmlformats.org/officeDocument/2006/relationships/tags" Target="../tags/tag222.xml"/><Relationship Id="rId7" Type="http://schemas.openxmlformats.org/officeDocument/2006/relationships/tags" Target="../tags/tag221.xml"/><Relationship Id="rId6" Type="http://schemas.openxmlformats.org/officeDocument/2006/relationships/image" Target="../media/image6.svg"/><Relationship Id="rId5" Type="http://schemas.openxmlformats.org/officeDocument/2006/relationships/image" Target="../media/image5.png"/><Relationship Id="rId4" Type="http://schemas.openxmlformats.org/officeDocument/2006/relationships/tags" Target="../tags/tag220.xml"/><Relationship Id="rId3" Type="http://schemas.openxmlformats.org/officeDocument/2006/relationships/tags" Target="../tags/tag219.xml"/><Relationship Id="rId2" Type="http://schemas.openxmlformats.org/officeDocument/2006/relationships/tags" Target="../tags/tag218.xml"/><Relationship Id="rId11" Type="http://schemas.openxmlformats.org/officeDocument/2006/relationships/tags" Target="../tags/tag225.xml"/><Relationship Id="rId10" Type="http://schemas.openxmlformats.org/officeDocument/2006/relationships/tags" Target="../tags/tag224.xml"/><Relationship Id="rId1" Type="http://schemas.openxmlformats.org/officeDocument/2006/relationships/slideMaster" Target="../slideMasters/slideMaster2.xml"/></Relationships>
</file>

<file path=ppt/slideLayouts/_rels/slideLayout33.xml.rels><?xml version="1.0" encoding="UTF-8" standalone="yes"?>
<Relationships xmlns="http://schemas.openxmlformats.org/package/2006/relationships"><Relationship Id="rId9" Type="http://schemas.openxmlformats.org/officeDocument/2006/relationships/image" Target="../media/image1.png"/><Relationship Id="rId8" Type="http://schemas.openxmlformats.org/officeDocument/2006/relationships/tags" Target="../tags/tag232.xml"/><Relationship Id="rId7" Type="http://schemas.openxmlformats.org/officeDocument/2006/relationships/tags" Target="../tags/tag231.xml"/><Relationship Id="rId6" Type="http://schemas.openxmlformats.org/officeDocument/2006/relationships/tags" Target="../tags/tag230.xml"/><Relationship Id="rId5" Type="http://schemas.openxmlformats.org/officeDocument/2006/relationships/tags" Target="../tags/tag229.xml"/><Relationship Id="rId4" Type="http://schemas.openxmlformats.org/officeDocument/2006/relationships/tags" Target="../tags/tag228.xml"/><Relationship Id="rId3" Type="http://schemas.openxmlformats.org/officeDocument/2006/relationships/tags" Target="../tags/tag227.xml"/><Relationship Id="rId2" Type="http://schemas.openxmlformats.org/officeDocument/2006/relationships/tags" Target="../tags/tag226.xml"/><Relationship Id="rId15" Type="http://schemas.openxmlformats.org/officeDocument/2006/relationships/tags" Target="../tags/tag235.xml"/><Relationship Id="rId14" Type="http://schemas.openxmlformats.org/officeDocument/2006/relationships/tags" Target="../tags/tag234.xml"/><Relationship Id="rId13" Type="http://schemas.openxmlformats.org/officeDocument/2006/relationships/image" Target="../media/image8.svg"/><Relationship Id="rId12" Type="http://schemas.openxmlformats.org/officeDocument/2006/relationships/image" Target="../media/image3.png"/><Relationship Id="rId11" Type="http://schemas.openxmlformats.org/officeDocument/2006/relationships/tags" Target="../tags/tag233.xml"/><Relationship Id="rId10" Type="http://schemas.openxmlformats.org/officeDocument/2006/relationships/image" Target="../media/image7.svg"/><Relationship Id="rId1" Type="http://schemas.openxmlformats.org/officeDocument/2006/relationships/slideMaster" Target="../slideMasters/slideMaster2.xml"/></Relationships>
</file>

<file path=ppt/slideLayouts/_rels/slideLayout34.xml.rels><?xml version="1.0" encoding="UTF-8" standalone="yes"?>
<Relationships xmlns="http://schemas.openxmlformats.org/package/2006/relationships"><Relationship Id="rId9" Type="http://schemas.openxmlformats.org/officeDocument/2006/relationships/tags" Target="../tags/tag243.xml"/><Relationship Id="rId8" Type="http://schemas.openxmlformats.org/officeDocument/2006/relationships/tags" Target="../tags/tag242.xml"/><Relationship Id="rId7" Type="http://schemas.openxmlformats.org/officeDocument/2006/relationships/tags" Target="../tags/tag241.xml"/><Relationship Id="rId6" Type="http://schemas.openxmlformats.org/officeDocument/2006/relationships/tags" Target="../tags/tag240.xml"/><Relationship Id="rId5" Type="http://schemas.openxmlformats.org/officeDocument/2006/relationships/tags" Target="../tags/tag239.xml"/><Relationship Id="rId4" Type="http://schemas.openxmlformats.org/officeDocument/2006/relationships/tags" Target="../tags/tag238.xml"/><Relationship Id="rId3" Type="http://schemas.openxmlformats.org/officeDocument/2006/relationships/tags" Target="../tags/tag237.xml"/><Relationship Id="rId2" Type="http://schemas.openxmlformats.org/officeDocument/2006/relationships/tags" Target="../tags/tag236.xml"/><Relationship Id="rId18" Type="http://schemas.openxmlformats.org/officeDocument/2006/relationships/tags" Target="../tags/tag252.xml"/><Relationship Id="rId17" Type="http://schemas.openxmlformats.org/officeDocument/2006/relationships/tags" Target="../tags/tag251.xml"/><Relationship Id="rId16" Type="http://schemas.openxmlformats.org/officeDocument/2006/relationships/tags" Target="../tags/tag250.xml"/><Relationship Id="rId15" Type="http://schemas.openxmlformats.org/officeDocument/2006/relationships/tags" Target="../tags/tag249.xml"/><Relationship Id="rId14" Type="http://schemas.openxmlformats.org/officeDocument/2006/relationships/tags" Target="../tags/tag248.xml"/><Relationship Id="rId13" Type="http://schemas.openxmlformats.org/officeDocument/2006/relationships/tags" Target="../tags/tag247.xml"/><Relationship Id="rId12" Type="http://schemas.openxmlformats.org/officeDocument/2006/relationships/tags" Target="../tags/tag246.xml"/><Relationship Id="rId11" Type="http://schemas.openxmlformats.org/officeDocument/2006/relationships/tags" Target="../tags/tag245.xml"/><Relationship Id="rId10" Type="http://schemas.openxmlformats.org/officeDocument/2006/relationships/tags" Target="../tags/tag244.xml"/><Relationship Id="rId1" Type="http://schemas.openxmlformats.org/officeDocument/2006/relationships/slideMaster" Target="../slideMasters/slideMaster2.xml"/></Relationships>
</file>

<file path=ppt/slideLayouts/_rels/slideLayout35.xml.rels><?xml version="1.0" encoding="UTF-8" standalone="yes"?>
<Relationships xmlns="http://schemas.openxmlformats.org/package/2006/relationships"><Relationship Id="rId9" Type="http://schemas.openxmlformats.org/officeDocument/2006/relationships/tags" Target="../tags/tag268.xml"/><Relationship Id="rId8" Type="http://schemas.openxmlformats.org/officeDocument/2006/relationships/tags" Target="../tags/tag267.xml"/><Relationship Id="rId7" Type="http://schemas.openxmlformats.org/officeDocument/2006/relationships/tags" Target="../tags/tag266.xml"/><Relationship Id="rId6" Type="http://schemas.openxmlformats.org/officeDocument/2006/relationships/tags" Target="../tags/tag265.xml"/><Relationship Id="rId5" Type="http://schemas.openxmlformats.org/officeDocument/2006/relationships/tags" Target="../tags/tag264.xml"/><Relationship Id="rId4" Type="http://schemas.openxmlformats.org/officeDocument/2006/relationships/tags" Target="../tags/tag263.xml"/><Relationship Id="rId3" Type="http://schemas.openxmlformats.org/officeDocument/2006/relationships/tags" Target="../tags/tag262.xml"/><Relationship Id="rId2" Type="http://schemas.openxmlformats.org/officeDocument/2006/relationships/tags" Target="../tags/tag261.xml"/><Relationship Id="rId12" Type="http://schemas.openxmlformats.org/officeDocument/2006/relationships/tags" Target="../tags/tag271.xml"/><Relationship Id="rId11" Type="http://schemas.openxmlformats.org/officeDocument/2006/relationships/tags" Target="../tags/tag270.xml"/><Relationship Id="rId10" Type="http://schemas.openxmlformats.org/officeDocument/2006/relationships/tags" Target="../tags/tag269.xml"/><Relationship Id="rId1" Type="http://schemas.openxmlformats.org/officeDocument/2006/relationships/slideMaster" Target="../slideMasters/slideMaster3.xml"/></Relationships>
</file>

<file path=ppt/slideLayouts/_rels/slideLayout36.xml.rels><?xml version="1.0" encoding="UTF-8" standalone="yes"?>
<Relationships xmlns="http://schemas.openxmlformats.org/package/2006/relationships"><Relationship Id="rId9" Type="http://schemas.openxmlformats.org/officeDocument/2006/relationships/tags" Target="../tags/tag279.xml"/><Relationship Id="rId8" Type="http://schemas.openxmlformats.org/officeDocument/2006/relationships/tags" Target="../tags/tag278.xml"/><Relationship Id="rId7" Type="http://schemas.openxmlformats.org/officeDocument/2006/relationships/tags" Target="../tags/tag277.xml"/><Relationship Id="rId6" Type="http://schemas.openxmlformats.org/officeDocument/2006/relationships/tags" Target="../tags/tag276.xml"/><Relationship Id="rId5" Type="http://schemas.openxmlformats.org/officeDocument/2006/relationships/tags" Target="../tags/tag275.xml"/><Relationship Id="rId4" Type="http://schemas.openxmlformats.org/officeDocument/2006/relationships/tags" Target="../tags/tag274.xml"/><Relationship Id="rId3" Type="http://schemas.openxmlformats.org/officeDocument/2006/relationships/tags" Target="../tags/tag273.xml"/><Relationship Id="rId2" Type="http://schemas.openxmlformats.org/officeDocument/2006/relationships/tags" Target="../tags/tag272.xml"/><Relationship Id="rId14" Type="http://schemas.openxmlformats.org/officeDocument/2006/relationships/tags" Target="../tags/tag284.xml"/><Relationship Id="rId13" Type="http://schemas.openxmlformats.org/officeDocument/2006/relationships/tags" Target="../tags/tag283.xml"/><Relationship Id="rId12" Type="http://schemas.openxmlformats.org/officeDocument/2006/relationships/tags" Target="../tags/tag282.xml"/><Relationship Id="rId11" Type="http://schemas.openxmlformats.org/officeDocument/2006/relationships/tags" Target="../tags/tag281.xml"/><Relationship Id="rId10" Type="http://schemas.openxmlformats.org/officeDocument/2006/relationships/tags" Target="../tags/tag280.xml"/><Relationship Id="rId1" Type="http://schemas.openxmlformats.org/officeDocument/2006/relationships/slideMaster" Target="../slideMasters/slideMaster3.xml"/></Relationships>
</file>

<file path=ppt/slideLayouts/_rels/slideLayout37.xml.rels><?xml version="1.0" encoding="UTF-8" standalone="yes"?>
<Relationships xmlns="http://schemas.openxmlformats.org/package/2006/relationships"><Relationship Id="rId9" Type="http://schemas.openxmlformats.org/officeDocument/2006/relationships/tags" Target="../tags/tag292.xml"/><Relationship Id="rId8" Type="http://schemas.openxmlformats.org/officeDocument/2006/relationships/tags" Target="../tags/tag291.xml"/><Relationship Id="rId7" Type="http://schemas.openxmlformats.org/officeDocument/2006/relationships/tags" Target="../tags/tag290.xml"/><Relationship Id="rId6" Type="http://schemas.openxmlformats.org/officeDocument/2006/relationships/tags" Target="../tags/tag289.xml"/><Relationship Id="rId5" Type="http://schemas.openxmlformats.org/officeDocument/2006/relationships/tags" Target="../tags/tag288.xml"/><Relationship Id="rId4" Type="http://schemas.openxmlformats.org/officeDocument/2006/relationships/tags" Target="../tags/tag287.xml"/><Relationship Id="rId3" Type="http://schemas.openxmlformats.org/officeDocument/2006/relationships/tags" Target="../tags/tag286.xml"/><Relationship Id="rId2" Type="http://schemas.openxmlformats.org/officeDocument/2006/relationships/tags" Target="../tags/tag285.xml"/><Relationship Id="rId17" Type="http://schemas.openxmlformats.org/officeDocument/2006/relationships/tags" Target="../tags/tag300.xml"/><Relationship Id="rId16" Type="http://schemas.openxmlformats.org/officeDocument/2006/relationships/tags" Target="../tags/tag299.xml"/><Relationship Id="rId15" Type="http://schemas.openxmlformats.org/officeDocument/2006/relationships/tags" Target="../tags/tag298.xml"/><Relationship Id="rId14" Type="http://schemas.openxmlformats.org/officeDocument/2006/relationships/tags" Target="../tags/tag297.xml"/><Relationship Id="rId13" Type="http://schemas.openxmlformats.org/officeDocument/2006/relationships/tags" Target="../tags/tag296.xml"/><Relationship Id="rId12" Type="http://schemas.openxmlformats.org/officeDocument/2006/relationships/tags" Target="../tags/tag295.xml"/><Relationship Id="rId11" Type="http://schemas.openxmlformats.org/officeDocument/2006/relationships/tags" Target="../tags/tag294.xml"/><Relationship Id="rId10" Type="http://schemas.openxmlformats.org/officeDocument/2006/relationships/tags" Target="../tags/tag293.xml"/><Relationship Id="rId1" Type="http://schemas.openxmlformats.org/officeDocument/2006/relationships/slideMaster" Target="../slideMasters/slideMaster3.xml"/></Relationships>
</file>

<file path=ppt/slideLayouts/_rels/slideLayout38.xml.rels><?xml version="1.0" encoding="UTF-8" standalone="yes"?>
<Relationships xmlns="http://schemas.openxmlformats.org/package/2006/relationships"><Relationship Id="rId9" Type="http://schemas.openxmlformats.org/officeDocument/2006/relationships/tags" Target="../tags/tag308.xml"/><Relationship Id="rId8" Type="http://schemas.openxmlformats.org/officeDocument/2006/relationships/tags" Target="../tags/tag307.xml"/><Relationship Id="rId7" Type="http://schemas.openxmlformats.org/officeDocument/2006/relationships/tags" Target="../tags/tag306.xml"/><Relationship Id="rId6" Type="http://schemas.openxmlformats.org/officeDocument/2006/relationships/tags" Target="../tags/tag305.xml"/><Relationship Id="rId5" Type="http://schemas.openxmlformats.org/officeDocument/2006/relationships/tags" Target="../tags/tag304.xml"/><Relationship Id="rId4" Type="http://schemas.openxmlformats.org/officeDocument/2006/relationships/tags" Target="../tags/tag303.xml"/><Relationship Id="rId3" Type="http://schemas.openxmlformats.org/officeDocument/2006/relationships/tags" Target="../tags/tag302.xml"/><Relationship Id="rId2" Type="http://schemas.openxmlformats.org/officeDocument/2006/relationships/tags" Target="../tags/tag301.xml"/><Relationship Id="rId14" Type="http://schemas.openxmlformats.org/officeDocument/2006/relationships/tags" Target="../tags/tag313.xml"/><Relationship Id="rId13" Type="http://schemas.openxmlformats.org/officeDocument/2006/relationships/tags" Target="../tags/tag312.xml"/><Relationship Id="rId12" Type="http://schemas.openxmlformats.org/officeDocument/2006/relationships/tags" Target="../tags/tag311.xml"/><Relationship Id="rId11" Type="http://schemas.openxmlformats.org/officeDocument/2006/relationships/tags" Target="../tags/tag310.xml"/><Relationship Id="rId10" Type="http://schemas.openxmlformats.org/officeDocument/2006/relationships/tags" Target="../tags/tag309.xml"/><Relationship Id="rId1" Type="http://schemas.openxmlformats.org/officeDocument/2006/relationships/slideMaster" Target="../slideMasters/slideMaster3.xml"/></Relationships>
</file>

<file path=ppt/slideLayouts/_rels/slideLayout39.xml.rels><?xml version="1.0" encoding="UTF-8" standalone="yes"?>
<Relationships xmlns="http://schemas.openxmlformats.org/package/2006/relationships"><Relationship Id="rId9" Type="http://schemas.openxmlformats.org/officeDocument/2006/relationships/tags" Target="../tags/tag321.xml"/><Relationship Id="rId8" Type="http://schemas.openxmlformats.org/officeDocument/2006/relationships/tags" Target="../tags/tag320.xml"/><Relationship Id="rId7" Type="http://schemas.openxmlformats.org/officeDocument/2006/relationships/tags" Target="../tags/tag319.xml"/><Relationship Id="rId6" Type="http://schemas.openxmlformats.org/officeDocument/2006/relationships/tags" Target="../tags/tag318.xml"/><Relationship Id="rId5" Type="http://schemas.openxmlformats.org/officeDocument/2006/relationships/tags" Target="../tags/tag317.xml"/><Relationship Id="rId4" Type="http://schemas.openxmlformats.org/officeDocument/2006/relationships/tags" Target="../tags/tag316.xml"/><Relationship Id="rId3" Type="http://schemas.openxmlformats.org/officeDocument/2006/relationships/tags" Target="../tags/tag315.xml"/><Relationship Id="rId2" Type="http://schemas.openxmlformats.org/officeDocument/2006/relationships/tags" Target="../tags/tag314.xml"/><Relationship Id="rId15" Type="http://schemas.openxmlformats.org/officeDocument/2006/relationships/tags" Target="../tags/tag327.xml"/><Relationship Id="rId14" Type="http://schemas.openxmlformats.org/officeDocument/2006/relationships/tags" Target="../tags/tag326.xml"/><Relationship Id="rId13" Type="http://schemas.openxmlformats.org/officeDocument/2006/relationships/tags" Target="../tags/tag325.xml"/><Relationship Id="rId12" Type="http://schemas.openxmlformats.org/officeDocument/2006/relationships/tags" Target="../tags/tag324.xml"/><Relationship Id="rId11" Type="http://schemas.openxmlformats.org/officeDocument/2006/relationships/tags" Target="../tags/tag323.xml"/><Relationship Id="rId10" Type="http://schemas.openxmlformats.org/officeDocument/2006/relationships/tags" Target="../tags/tag322.xml"/><Relationship Id="rId1" Type="http://schemas.openxmlformats.org/officeDocument/2006/relationships/slideMaster" Target="../slideMasters/slideMaster3.xml"/></Relationships>
</file>

<file path=ppt/slideLayouts/_rels/slideLayout40.xml.rels><?xml version="1.0" encoding="UTF-8" standalone="yes"?>
<Relationships xmlns="http://schemas.openxmlformats.org/package/2006/relationships"><Relationship Id="rId9" Type="http://schemas.openxmlformats.org/officeDocument/2006/relationships/tags" Target="../tags/tag335.xml"/><Relationship Id="rId8" Type="http://schemas.openxmlformats.org/officeDocument/2006/relationships/tags" Target="../tags/tag334.xml"/><Relationship Id="rId7" Type="http://schemas.openxmlformats.org/officeDocument/2006/relationships/tags" Target="../tags/tag333.xml"/><Relationship Id="rId6" Type="http://schemas.openxmlformats.org/officeDocument/2006/relationships/tags" Target="../tags/tag332.xml"/><Relationship Id="rId5" Type="http://schemas.openxmlformats.org/officeDocument/2006/relationships/tags" Target="../tags/tag331.xml"/><Relationship Id="rId4" Type="http://schemas.openxmlformats.org/officeDocument/2006/relationships/tags" Target="../tags/tag330.xml"/><Relationship Id="rId3" Type="http://schemas.openxmlformats.org/officeDocument/2006/relationships/tags" Target="../tags/tag329.xml"/><Relationship Id="rId2" Type="http://schemas.openxmlformats.org/officeDocument/2006/relationships/tags" Target="../tags/tag328.xml"/><Relationship Id="rId17" Type="http://schemas.openxmlformats.org/officeDocument/2006/relationships/tags" Target="../tags/tag343.xml"/><Relationship Id="rId16" Type="http://schemas.openxmlformats.org/officeDocument/2006/relationships/tags" Target="../tags/tag342.xml"/><Relationship Id="rId15" Type="http://schemas.openxmlformats.org/officeDocument/2006/relationships/tags" Target="../tags/tag341.xml"/><Relationship Id="rId14" Type="http://schemas.openxmlformats.org/officeDocument/2006/relationships/tags" Target="../tags/tag340.xml"/><Relationship Id="rId13" Type="http://schemas.openxmlformats.org/officeDocument/2006/relationships/tags" Target="../tags/tag339.xml"/><Relationship Id="rId12" Type="http://schemas.openxmlformats.org/officeDocument/2006/relationships/tags" Target="../tags/tag338.xml"/><Relationship Id="rId11" Type="http://schemas.openxmlformats.org/officeDocument/2006/relationships/tags" Target="../tags/tag337.xml"/><Relationship Id="rId10" Type="http://schemas.openxmlformats.org/officeDocument/2006/relationships/tags" Target="../tags/tag336.xml"/><Relationship Id="rId1" Type="http://schemas.openxmlformats.org/officeDocument/2006/relationships/slideMaster" Target="../slideMasters/slideMaster3.xml"/></Relationships>
</file>

<file path=ppt/slideLayouts/_rels/slideLayout41.xml.rels><?xml version="1.0" encoding="UTF-8" standalone="yes"?>
<Relationships xmlns="http://schemas.openxmlformats.org/package/2006/relationships"><Relationship Id="rId9" Type="http://schemas.openxmlformats.org/officeDocument/2006/relationships/tags" Target="../tags/tag351.xml"/><Relationship Id="rId8" Type="http://schemas.openxmlformats.org/officeDocument/2006/relationships/tags" Target="../tags/tag350.xml"/><Relationship Id="rId7" Type="http://schemas.openxmlformats.org/officeDocument/2006/relationships/tags" Target="../tags/tag349.xml"/><Relationship Id="rId6" Type="http://schemas.openxmlformats.org/officeDocument/2006/relationships/tags" Target="../tags/tag348.xml"/><Relationship Id="rId5" Type="http://schemas.openxmlformats.org/officeDocument/2006/relationships/tags" Target="../tags/tag347.xml"/><Relationship Id="rId4" Type="http://schemas.openxmlformats.org/officeDocument/2006/relationships/tags" Target="../tags/tag346.xml"/><Relationship Id="rId3" Type="http://schemas.openxmlformats.org/officeDocument/2006/relationships/tags" Target="../tags/tag345.xml"/><Relationship Id="rId2" Type="http://schemas.openxmlformats.org/officeDocument/2006/relationships/tags" Target="../tags/tag344.xml"/><Relationship Id="rId15" Type="http://schemas.openxmlformats.org/officeDocument/2006/relationships/tags" Target="../tags/tag357.xml"/><Relationship Id="rId14" Type="http://schemas.openxmlformats.org/officeDocument/2006/relationships/tags" Target="../tags/tag356.xml"/><Relationship Id="rId13" Type="http://schemas.openxmlformats.org/officeDocument/2006/relationships/tags" Target="../tags/tag355.xml"/><Relationship Id="rId12" Type="http://schemas.openxmlformats.org/officeDocument/2006/relationships/tags" Target="../tags/tag354.xml"/><Relationship Id="rId11" Type="http://schemas.openxmlformats.org/officeDocument/2006/relationships/tags" Target="../tags/tag353.xml"/><Relationship Id="rId10" Type="http://schemas.openxmlformats.org/officeDocument/2006/relationships/tags" Target="../tags/tag352.xml"/><Relationship Id="rId1" Type="http://schemas.openxmlformats.org/officeDocument/2006/relationships/slideMaster" Target="../slideMasters/slideMaster3.xml"/></Relationships>
</file>

<file path=ppt/slideLayouts/_rels/slideLayout42.xml.rels><?xml version="1.0" encoding="UTF-8" standalone="yes"?>
<Relationships xmlns="http://schemas.openxmlformats.org/package/2006/relationships"><Relationship Id="rId9" Type="http://schemas.openxmlformats.org/officeDocument/2006/relationships/tags" Target="../tags/tag365.xml"/><Relationship Id="rId8" Type="http://schemas.openxmlformats.org/officeDocument/2006/relationships/tags" Target="../tags/tag364.xml"/><Relationship Id="rId7" Type="http://schemas.openxmlformats.org/officeDocument/2006/relationships/tags" Target="../tags/tag363.xml"/><Relationship Id="rId6" Type="http://schemas.openxmlformats.org/officeDocument/2006/relationships/tags" Target="../tags/tag362.xml"/><Relationship Id="rId5" Type="http://schemas.openxmlformats.org/officeDocument/2006/relationships/tags" Target="../tags/tag361.xml"/><Relationship Id="rId4" Type="http://schemas.openxmlformats.org/officeDocument/2006/relationships/tags" Target="../tags/tag360.xml"/><Relationship Id="rId3" Type="http://schemas.openxmlformats.org/officeDocument/2006/relationships/tags" Target="../tags/tag359.xml"/><Relationship Id="rId2" Type="http://schemas.openxmlformats.org/officeDocument/2006/relationships/tags" Target="../tags/tag358.xml"/><Relationship Id="rId12" Type="http://schemas.openxmlformats.org/officeDocument/2006/relationships/tags" Target="../tags/tag368.xml"/><Relationship Id="rId11" Type="http://schemas.openxmlformats.org/officeDocument/2006/relationships/tags" Target="../tags/tag367.xml"/><Relationship Id="rId10" Type="http://schemas.openxmlformats.org/officeDocument/2006/relationships/tags" Target="../tags/tag366.xml"/><Relationship Id="rId1" Type="http://schemas.openxmlformats.org/officeDocument/2006/relationships/slideMaster" Target="../slideMasters/slideMaster3.xml"/></Relationships>
</file>

<file path=ppt/slideLayouts/_rels/slideLayout43.xml.rels><?xml version="1.0" encoding="UTF-8" standalone="yes"?>
<Relationships xmlns="http://schemas.openxmlformats.org/package/2006/relationships"><Relationship Id="rId9" Type="http://schemas.openxmlformats.org/officeDocument/2006/relationships/tags" Target="../tags/tag376.xml"/><Relationship Id="rId8" Type="http://schemas.openxmlformats.org/officeDocument/2006/relationships/tags" Target="../tags/tag375.xml"/><Relationship Id="rId7" Type="http://schemas.openxmlformats.org/officeDocument/2006/relationships/tags" Target="../tags/tag374.xml"/><Relationship Id="rId6" Type="http://schemas.openxmlformats.org/officeDocument/2006/relationships/tags" Target="../tags/tag373.xml"/><Relationship Id="rId5" Type="http://schemas.openxmlformats.org/officeDocument/2006/relationships/tags" Target="../tags/tag372.xml"/><Relationship Id="rId4" Type="http://schemas.openxmlformats.org/officeDocument/2006/relationships/tags" Target="../tags/tag371.xml"/><Relationship Id="rId3" Type="http://schemas.openxmlformats.org/officeDocument/2006/relationships/tags" Target="../tags/tag370.xml"/><Relationship Id="rId2" Type="http://schemas.openxmlformats.org/officeDocument/2006/relationships/tags" Target="../tags/tag369.xml"/><Relationship Id="rId13" Type="http://schemas.openxmlformats.org/officeDocument/2006/relationships/tags" Target="../tags/tag380.xml"/><Relationship Id="rId12" Type="http://schemas.openxmlformats.org/officeDocument/2006/relationships/tags" Target="../tags/tag379.xml"/><Relationship Id="rId11" Type="http://schemas.openxmlformats.org/officeDocument/2006/relationships/tags" Target="../tags/tag378.xml"/><Relationship Id="rId10" Type="http://schemas.openxmlformats.org/officeDocument/2006/relationships/tags" Target="../tags/tag377.xml"/><Relationship Id="rId1" Type="http://schemas.openxmlformats.org/officeDocument/2006/relationships/slideMaster" Target="../slideMasters/slideMaster3.xml"/></Relationships>
</file>

<file path=ppt/slideLayouts/_rels/slideLayout44.xml.rels><?xml version="1.0" encoding="UTF-8" standalone="yes"?>
<Relationships xmlns="http://schemas.openxmlformats.org/package/2006/relationships"><Relationship Id="rId9" Type="http://schemas.openxmlformats.org/officeDocument/2006/relationships/tags" Target="../tags/tag388.xml"/><Relationship Id="rId8" Type="http://schemas.openxmlformats.org/officeDocument/2006/relationships/tags" Target="../tags/tag387.xml"/><Relationship Id="rId7" Type="http://schemas.openxmlformats.org/officeDocument/2006/relationships/tags" Target="../tags/tag386.xml"/><Relationship Id="rId6" Type="http://schemas.openxmlformats.org/officeDocument/2006/relationships/tags" Target="../tags/tag385.xml"/><Relationship Id="rId5" Type="http://schemas.openxmlformats.org/officeDocument/2006/relationships/tags" Target="../tags/tag384.xml"/><Relationship Id="rId4" Type="http://schemas.openxmlformats.org/officeDocument/2006/relationships/tags" Target="../tags/tag383.xml"/><Relationship Id="rId3" Type="http://schemas.openxmlformats.org/officeDocument/2006/relationships/tags" Target="../tags/tag382.xml"/><Relationship Id="rId2" Type="http://schemas.openxmlformats.org/officeDocument/2006/relationships/tags" Target="../tags/tag381.xml"/><Relationship Id="rId15" Type="http://schemas.openxmlformats.org/officeDocument/2006/relationships/tags" Target="../tags/tag394.xml"/><Relationship Id="rId14" Type="http://schemas.openxmlformats.org/officeDocument/2006/relationships/tags" Target="../tags/tag393.xml"/><Relationship Id="rId13" Type="http://schemas.openxmlformats.org/officeDocument/2006/relationships/tags" Target="../tags/tag392.xml"/><Relationship Id="rId12" Type="http://schemas.openxmlformats.org/officeDocument/2006/relationships/tags" Target="../tags/tag391.xml"/><Relationship Id="rId11" Type="http://schemas.openxmlformats.org/officeDocument/2006/relationships/tags" Target="../tags/tag390.xml"/><Relationship Id="rId10" Type="http://schemas.openxmlformats.org/officeDocument/2006/relationships/tags" Target="../tags/tag389.xml"/><Relationship Id="rId1" Type="http://schemas.openxmlformats.org/officeDocument/2006/relationships/slideMaster" Target="../slideMasters/slideMaster3.xml"/></Relationships>
</file>

<file path=ppt/slideLayouts/_rels/slideLayout45.xml.rels><?xml version="1.0" encoding="UTF-8" standalone="yes"?>
<Relationships xmlns="http://schemas.openxmlformats.org/package/2006/relationships"><Relationship Id="rId9" Type="http://schemas.openxmlformats.org/officeDocument/2006/relationships/tags" Target="../tags/tag402.xml"/><Relationship Id="rId8" Type="http://schemas.openxmlformats.org/officeDocument/2006/relationships/tags" Target="../tags/tag401.xml"/><Relationship Id="rId7" Type="http://schemas.openxmlformats.org/officeDocument/2006/relationships/tags" Target="../tags/tag400.xml"/><Relationship Id="rId6" Type="http://schemas.openxmlformats.org/officeDocument/2006/relationships/tags" Target="../tags/tag399.xml"/><Relationship Id="rId5" Type="http://schemas.openxmlformats.org/officeDocument/2006/relationships/tags" Target="../tags/tag398.xml"/><Relationship Id="rId4" Type="http://schemas.openxmlformats.org/officeDocument/2006/relationships/tags" Target="../tags/tag397.xml"/><Relationship Id="rId3" Type="http://schemas.openxmlformats.org/officeDocument/2006/relationships/tags" Target="../tags/tag396.xml"/><Relationship Id="rId2" Type="http://schemas.openxmlformats.org/officeDocument/2006/relationships/tags" Target="../tags/tag395.xml"/><Relationship Id="rId17" Type="http://schemas.openxmlformats.org/officeDocument/2006/relationships/tags" Target="../tags/tag410.xml"/><Relationship Id="rId16" Type="http://schemas.openxmlformats.org/officeDocument/2006/relationships/tags" Target="../tags/tag409.xml"/><Relationship Id="rId15" Type="http://schemas.openxmlformats.org/officeDocument/2006/relationships/tags" Target="../tags/tag408.xml"/><Relationship Id="rId14" Type="http://schemas.openxmlformats.org/officeDocument/2006/relationships/tags" Target="../tags/tag407.xml"/><Relationship Id="rId13" Type="http://schemas.openxmlformats.org/officeDocument/2006/relationships/tags" Target="../tags/tag406.xml"/><Relationship Id="rId12" Type="http://schemas.openxmlformats.org/officeDocument/2006/relationships/tags" Target="../tags/tag405.xml"/><Relationship Id="rId11" Type="http://schemas.openxmlformats.org/officeDocument/2006/relationships/tags" Target="../tags/tag404.xml"/><Relationship Id="rId10" Type="http://schemas.openxmlformats.org/officeDocument/2006/relationships/tags" Target="../tags/tag403.xml"/><Relationship Id="rId1" Type="http://schemas.openxmlformats.org/officeDocument/2006/relationships/slideMaster" Target="../slideMasters/slideMaster3.xml"/></Relationships>
</file>

<file path=ppt/slideLayouts/_rels/slideLayout46.xml.rels><?xml version="1.0" encoding="UTF-8" standalone="yes"?>
<Relationships xmlns="http://schemas.openxmlformats.org/package/2006/relationships"><Relationship Id="rId9" Type="http://schemas.openxmlformats.org/officeDocument/2006/relationships/tags" Target="../tags/tag418.xml"/><Relationship Id="rId8" Type="http://schemas.openxmlformats.org/officeDocument/2006/relationships/tags" Target="../tags/tag417.xml"/><Relationship Id="rId7" Type="http://schemas.openxmlformats.org/officeDocument/2006/relationships/tags" Target="../tags/tag416.xml"/><Relationship Id="rId6" Type="http://schemas.openxmlformats.org/officeDocument/2006/relationships/tags" Target="../tags/tag415.xml"/><Relationship Id="rId5" Type="http://schemas.openxmlformats.org/officeDocument/2006/relationships/tags" Target="../tags/tag414.xml"/><Relationship Id="rId4" Type="http://schemas.openxmlformats.org/officeDocument/2006/relationships/tags" Target="../tags/tag413.xml"/><Relationship Id="rId3" Type="http://schemas.openxmlformats.org/officeDocument/2006/relationships/tags" Target="../tags/tag412.xml"/><Relationship Id="rId2" Type="http://schemas.openxmlformats.org/officeDocument/2006/relationships/tags" Target="../tags/tag411.xml"/><Relationship Id="rId18" Type="http://schemas.openxmlformats.org/officeDocument/2006/relationships/tags" Target="../tags/tag427.xml"/><Relationship Id="rId17" Type="http://schemas.openxmlformats.org/officeDocument/2006/relationships/tags" Target="../tags/tag426.xml"/><Relationship Id="rId16" Type="http://schemas.openxmlformats.org/officeDocument/2006/relationships/tags" Target="../tags/tag425.xml"/><Relationship Id="rId15" Type="http://schemas.openxmlformats.org/officeDocument/2006/relationships/tags" Target="../tags/tag424.xml"/><Relationship Id="rId14" Type="http://schemas.openxmlformats.org/officeDocument/2006/relationships/tags" Target="../tags/tag423.xml"/><Relationship Id="rId13" Type="http://schemas.openxmlformats.org/officeDocument/2006/relationships/tags" Target="../tags/tag422.xml"/><Relationship Id="rId12" Type="http://schemas.openxmlformats.org/officeDocument/2006/relationships/tags" Target="../tags/tag421.xml"/><Relationship Id="rId11" Type="http://schemas.openxmlformats.org/officeDocument/2006/relationships/tags" Target="../tags/tag420.xml"/><Relationship Id="rId10" Type="http://schemas.openxmlformats.org/officeDocument/2006/relationships/tags" Target="../tags/tag419.xml"/><Relationship Id="rId1" Type="http://schemas.openxmlformats.org/officeDocument/2006/relationships/slideMaster" Target="../slideMasters/slideMaster3.xml"/></Relationships>
</file>

<file path=ppt/slideLayouts/_rels/slideLayout47.xml.rels><?xml version="1.0" encoding="UTF-8" standalone="yes"?>
<Relationships xmlns="http://schemas.openxmlformats.org/package/2006/relationships"><Relationship Id="rId6" Type="http://schemas.openxmlformats.org/officeDocument/2006/relationships/tags" Target="../tags/tag432.xml"/><Relationship Id="rId5" Type="http://schemas.openxmlformats.org/officeDocument/2006/relationships/tags" Target="../tags/tag431.xml"/><Relationship Id="rId4" Type="http://schemas.openxmlformats.org/officeDocument/2006/relationships/tags" Target="../tags/tag430.xml"/><Relationship Id="rId3" Type="http://schemas.openxmlformats.org/officeDocument/2006/relationships/tags" Target="../tags/tag429.xml"/><Relationship Id="rId2" Type="http://schemas.openxmlformats.org/officeDocument/2006/relationships/tags" Target="../tags/tag428.xml"/><Relationship Id="rId1" Type="http://schemas.openxmlformats.org/officeDocument/2006/relationships/slideMaster" Target="../slideMasters/slideMaster3.xml"/></Relationships>
</file>

<file path=ppt/slideLayouts/_rels/slideLayout48.xml.rels><?xml version="1.0" encoding="UTF-8" standalone="yes"?>
<Relationships xmlns="http://schemas.openxmlformats.org/package/2006/relationships"><Relationship Id="rId5" Type="http://schemas.openxmlformats.org/officeDocument/2006/relationships/tags" Target="../tags/tag436.xml"/><Relationship Id="rId4" Type="http://schemas.openxmlformats.org/officeDocument/2006/relationships/tags" Target="../tags/tag435.xml"/><Relationship Id="rId3" Type="http://schemas.openxmlformats.org/officeDocument/2006/relationships/tags" Target="../tags/tag434.xml"/><Relationship Id="rId2" Type="http://schemas.openxmlformats.org/officeDocument/2006/relationships/tags" Target="../tags/tag433.xml"/><Relationship Id="rId1" Type="http://schemas.openxmlformats.org/officeDocument/2006/relationships/slideMaster" Target="../slideMasters/slideMaster3.xml"/></Relationships>
</file>

<file path=ppt/slideLayouts/_rels/slideLayout49.xml.rels><?xml version="1.0" encoding="UTF-8" standalone="yes"?>
<Relationships xmlns="http://schemas.openxmlformats.org/package/2006/relationships"><Relationship Id="rId7" Type="http://schemas.openxmlformats.org/officeDocument/2006/relationships/tags" Target="../tags/tag442.xml"/><Relationship Id="rId6" Type="http://schemas.openxmlformats.org/officeDocument/2006/relationships/tags" Target="../tags/tag441.xml"/><Relationship Id="rId5" Type="http://schemas.openxmlformats.org/officeDocument/2006/relationships/tags" Target="../tags/tag440.xml"/><Relationship Id="rId4" Type="http://schemas.openxmlformats.org/officeDocument/2006/relationships/tags" Target="../tags/tag439.xml"/><Relationship Id="rId3" Type="http://schemas.openxmlformats.org/officeDocument/2006/relationships/tags" Target="../tags/tag438.xml"/><Relationship Id="rId2" Type="http://schemas.openxmlformats.org/officeDocument/2006/relationships/tags" Target="../tags/tag437.xml"/><Relationship Id="rId1" Type="http://schemas.openxmlformats.org/officeDocument/2006/relationships/slideMaster" Target="../slideMasters/slideMaster3.xml"/></Relationships>
</file>

<file path=ppt/slideLayouts/_rels/slideLayout50.xml.rels><?xml version="1.0" encoding="UTF-8" standalone="yes"?>
<Relationships xmlns="http://schemas.openxmlformats.org/package/2006/relationships"><Relationship Id="rId9" Type="http://schemas.openxmlformats.org/officeDocument/2006/relationships/tags" Target="../tags/tag450.xml"/><Relationship Id="rId8" Type="http://schemas.openxmlformats.org/officeDocument/2006/relationships/tags" Target="../tags/tag449.xml"/><Relationship Id="rId7" Type="http://schemas.openxmlformats.org/officeDocument/2006/relationships/tags" Target="../tags/tag448.xml"/><Relationship Id="rId6" Type="http://schemas.openxmlformats.org/officeDocument/2006/relationships/tags" Target="../tags/tag447.xml"/><Relationship Id="rId5" Type="http://schemas.openxmlformats.org/officeDocument/2006/relationships/tags" Target="../tags/tag446.xml"/><Relationship Id="rId4" Type="http://schemas.openxmlformats.org/officeDocument/2006/relationships/tags" Target="../tags/tag445.xml"/><Relationship Id="rId3" Type="http://schemas.openxmlformats.org/officeDocument/2006/relationships/tags" Target="../tags/tag444.xml"/><Relationship Id="rId2" Type="http://schemas.openxmlformats.org/officeDocument/2006/relationships/tags" Target="../tags/tag443.xml"/><Relationship Id="rId1" Type="http://schemas.openxmlformats.org/officeDocument/2006/relationships/slideMaster" Target="../slideMasters/slideMaster3.xml"/></Relationships>
</file>

<file path=ppt/slideLayouts/_rels/slideLayout51.xml.rels><?xml version="1.0" encoding="UTF-8" standalone="yes"?>
<Relationships xmlns="http://schemas.openxmlformats.org/package/2006/relationships"><Relationship Id="rId5" Type="http://schemas.openxmlformats.org/officeDocument/2006/relationships/tags" Target="../tags/tag454.xml"/><Relationship Id="rId4" Type="http://schemas.openxmlformats.org/officeDocument/2006/relationships/tags" Target="../tags/tag453.xml"/><Relationship Id="rId3" Type="http://schemas.openxmlformats.org/officeDocument/2006/relationships/tags" Target="../tags/tag452.xml"/><Relationship Id="rId2" Type="http://schemas.openxmlformats.org/officeDocument/2006/relationships/tags" Target="../tags/tag451.xml"/><Relationship Id="rId1" Type="http://schemas.openxmlformats.org/officeDocument/2006/relationships/slideMaster" Target="../slideMasters/slideMaster3.xml"/></Relationships>
</file>

<file path=ppt/slideLayouts/_rels/slideLayout52.xml.rels><?xml version="1.0" encoding="UTF-8" standalone="yes"?>
<Relationships xmlns="http://schemas.openxmlformats.org/package/2006/relationships"><Relationship Id="rId4" Type="http://schemas.openxmlformats.org/officeDocument/2006/relationships/tags" Target="../tags/tag457.xml"/><Relationship Id="rId3" Type="http://schemas.openxmlformats.org/officeDocument/2006/relationships/tags" Target="../tags/tag456.xml"/><Relationship Id="rId2" Type="http://schemas.openxmlformats.org/officeDocument/2006/relationships/tags" Target="../tags/tag455.xml"/><Relationship Id="rId1" Type="http://schemas.openxmlformats.org/officeDocument/2006/relationships/slideMaster" Target="../slideMasters/slideMaster3.xml"/></Relationships>
</file>

<file path=ppt/slideLayouts/_rels/slideLayout53.xml.rels><?xml version="1.0" encoding="UTF-8" standalone="yes"?>
<Relationships xmlns="http://schemas.openxmlformats.org/package/2006/relationships"><Relationship Id="rId5" Type="http://schemas.openxmlformats.org/officeDocument/2006/relationships/tags" Target="../tags/tag461.xml"/><Relationship Id="rId4" Type="http://schemas.openxmlformats.org/officeDocument/2006/relationships/tags" Target="../tags/tag460.xml"/><Relationship Id="rId3" Type="http://schemas.openxmlformats.org/officeDocument/2006/relationships/tags" Target="../tags/tag459.xml"/><Relationship Id="rId2" Type="http://schemas.openxmlformats.org/officeDocument/2006/relationships/tags" Target="../tags/tag458.xml"/><Relationship Id="rId1" Type="http://schemas.openxmlformats.org/officeDocument/2006/relationships/slideMaster" Target="../slideMasters/slideMaster3.xml"/></Relationships>
</file>

<file path=ppt/slideLayouts/_rels/slideLayout54.xml.rels><?xml version="1.0" encoding="UTF-8" standalone="yes"?>
<Relationships xmlns="http://schemas.openxmlformats.org/package/2006/relationships"><Relationship Id="rId6" Type="http://schemas.openxmlformats.org/officeDocument/2006/relationships/tags" Target="../tags/tag466.xml"/><Relationship Id="rId5" Type="http://schemas.openxmlformats.org/officeDocument/2006/relationships/tags" Target="../tags/tag465.xml"/><Relationship Id="rId4" Type="http://schemas.openxmlformats.org/officeDocument/2006/relationships/tags" Target="../tags/tag464.xml"/><Relationship Id="rId3" Type="http://schemas.openxmlformats.org/officeDocument/2006/relationships/tags" Target="../tags/tag463.xml"/><Relationship Id="rId2" Type="http://schemas.openxmlformats.org/officeDocument/2006/relationships/tags" Target="../tags/tag462.xml"/><Relationship Id="rId1" Type="http://schemas.openxmlformats.org/officeDocument/2006/relationships/slideMaster" Target="../slideMasters/slideMaster3.xml"/></Relationships>
</file>

<file path=ppt/slideLayouts/_rels/slideLayout55.xml.rels><?xml version="1.0" encoding="UTF-8" standalone="yes"?>
<Relationships xmlns="http://schemas.openxmlformats.org/package/2006/relationships"><Relationship Id="rId9" Type="http://schemas.openxmlformats.org/officeDocument/2006/relationships/image" Target="../media/image11.png"/><Relationship Id="rId8" Type="http://schemas.openxmlformats.org/officeDocument/2006/relationships/tags" Target="../tags/tag471.xml"/><Relationship Id="rId7" Type="http://schemas.openxmlformats.org/officeDocument/2006/relationships/image" Target="../media/image10.svg"/><Relationship Id="rId6" Type="http://schemas.openxmlformats.org/officeDocument/2006/relationships/image" Target="../media/image9.png"/><Relationship Id="rId5" Type="http://schemas.openxmlformats.org/officeDocument/2006/relationships/tags" Target="../tags/tag470.xml"/><Relationship Id="rId4" Type="http://schemas.openxmlformats.org/officeDocument/2006/relationships/tags" Target="../tags/tag469.xml"/><Relationship Id="rId3" Type="http://schemas.openxmlformats.org/officeDocument/2006/relationships/tags" Target="../tags/tag468.xml"/><Relationship Id="rId2" Type="http://schemas.openxmlformats.org/officeDocument/2006/relationships/tags" Target="../tags/tag467.xml"/><Relationship Id="rId16" Type="http://schemas.openxmlformats.org/officeDocument/2006/relationships/tags" Target="../tags/tag477.xml"/><Relationship Id="rId15" Type="http://schemas.openxmlformats.org/officeDocument/2006/relationships/tags" Target="../tags/tag476.xml"/><Relationship Id="rId14" Type="http://schemas.openxmlformats.org/officeDocument/2006/relationships/tags" Target="../tags/tag475.xml"/><Relationship Id="rId13" Type="http://schemas.openxmlformats.org/officeDocument/2006/relationships/tags" Target="../tags/tag474.xml"/><Relationship Id="rId12" Type="http://schemas.openxmlformats.org/officeDocument/2006/relationships/tags" Target="../tags/tag473.xml"/><Relationship Id="rId11" Type="http://schemas.openxmlformats.org/officeDocument/2006/relationships/tags" Target="../tags/tag472.xml"/><Relationship Id="rId10" Type="http://schemas.openxmlformats.org/officeDocument/2006/relationships/image" Target="../media/image8.svg"/><Relationship Id="rId1" Type="http://schemas.openxmlformats.org/officeDocument/2006/relationships/slideMaster" Target="../slideMasters/slideMaster3.xml"/></Relationships>
</file>

<file path=ppt/slideLayouts/_rels/slideLayout56.xml.rels><?xml version="1.0" encoding="UTF-8" standalone="yes"?>
<Relationships xmlns="http://schemas.openxmlformats.org/package/2006/relationships"><Relationship Id="rId9" Type="http://schemas.openxmlformats.org/officeDocument/2006/relationships/tags" Target="../tags/tag483.xml"/><Relationship Id="rId8" Type="http://schemas.openxmlformats.org/officeDocument/2006/relationships/tags" Target="../tags/tag482.xml"/><Relationship Id="rId7" Type="http://schemas.openxmlformats.org/officeDocument/2006/relationships/tags" Target="../tags/tag481.xml"/><Relationship Id="rId6" Type="http://schemas.openxmlformats.org/officeDocument/2006/relationships/image" Target="../media/image13.svg"/><Relationship Id="rId5" Type="http://schemas.openxmlformats.org/officeDocument/2006/relationships/image" Target="../media/image12.png"/><Relationship Id="rId4" Type="http://schemas.openxmlformats.org/officeDocument/2006/relationships/tags" Target="../tags/tag480.xml"/><Relationship Id="rId3" Type="http://schemas.openxmlformats.org/officeDocument/2006/relationships/tags" Target="../tags/tag479.xml"/><Relationship Id="rId2" Type="http://schemas.openxmlformats.org/officeDocument/2006/relationships/tags" Target="../tags/tag478.xml"/><Relationship Id="rId11" Type="http://schemas.openxmlformats.org/officeDocument/2006/relationships/tags" Target="../tags/tag485.xml"/><Relationship Id="rId10" Type="http://schemas.openxmlformats.org/officeDocument/2006/relationships/tags" Target="../tags/tag484.xml"/><Relationship Id="rId1" Type="http://schemas.openxmlformats.org/officeDocument/2006/relationships/slideMaster" Target="../slideMasters/slideMaster3.xml"/></Relationships>
</file>

<file path=ppt/slideLayouts/_rels/slideLayout57.xml.rels><?xml version="1.0" encoding="UTF-8" standalone="yes"?>
<Relationships xmlns="http://schemas.openxmlformats.org/package/2006/relationships"><Relationship Id="rId9" Type="http://schemas.openxmlformats.org/officeDocument/2006/relationships/image" Target="../media/image9.png"/><Relationship Id="rId8" Type="http://schemas.openxmlformats.org/officeDocument/2006/relationships/tags" Target="../tags/tag492.xml"/><Relationship Id="rId7" Type="http://schemas.openxmlformats.org/officeDocument/2006/relationships/tags" Target="../tags/tag491.xml"/><Relationship Id="rId6" Type="http://schemas.openxmlformats.org/officeDocument/2006/relationships/tags" Target="../tags/tag490.xml"/><Relationship Id="rId5" Type="http://schemas.openxmlformats.org/officeDocument/2006/relationships/tags" Target="../tags/tag489.xml"/><Relationship Id="rId4" Type="http://schemas.openxmlformats.org/officeDocument/2006/relationships/tags" Target="../tags/tag488.xml"/><Relationship Id="rId3" Type="http://schemas.openxmlformats.org/officeDocument/2006/relationships/tags" Target="../tags/tag487.xml"/><Relationship Id="rId2" Type="http://schemas.openxmlformats.org/officeDocument/2006/relationships/tags" Target="../tags/tag486.xml"/><Relationship Id="rId15" Type="http://schemas.openxmlformats.org/officeDocument/2006/relationships/tags" Target="../tags/tag495.xml"/><Relationship Id="rId14" Type="http://schemas.openxmlformats.org/officeDocument/2006/relationships/tags" Target="../tags/tag494.xml"/><Relationship Id="rId13" Type="http://schemas.openxmlformats.org/officeDocument/2006/relationships/image" Target="../media/image15.svg"/><Relationship Id="rId12" Type="http://schemas.openxmlformats.org/officeDocument/2006/relationships/image" Target="../media/image11.png"/><Relationship Id="rId11" Type="http://schemas.openxmlformats.org/officeDocument/2006/relationships/tags" Target="../tags/tag493.xml"/><Relationship Id="rId10" Type="http://schemas.openxmlformats.org/officeDocument/2006/relationships/image" Target="../media/image14.svg"/><Relationship Id="rId1" Type="http://schemas.openxmlformats.org/officeDocument/2006/relationships/slideMaster" Target="../slideMasters/slideMaster3.xml"/></Relationships>
</file>

<file path=ppt/slideLayouts/_rels/slideLayout58.xml.rels><?xml version="1.0" encoding="UTF-8" standalone="yes"?>
<Relationships xmlns="http://schemas.openxmlformats.org/package/2006/relationships"><Relationship Id="rId9" Type="http://schemas.openxmlformats.org/officeDocument/2006/relationships/tags" Target="../tags/tag503.xml"/><Relationship Id="rId8" Type="http://schemas.openxmlformats.org/officeDocument/2006/relationships/tags" Target="../tags/tag502.xml"/><Relationship Id="rId7" Type="http://schemas.openxmlformats.org/officeDocument/2006/relationships/tags" Target="../tags/tag501.xml"/><Relationship Id="rId6" Type="http://schemas.openxmlformats.org/officeDocument/2006/relationships/tags" Target="../tags/tag500.xml"/><Relationship Id="rId5" Type="http://schemas.openxmlformats.org/officeDocument/2006/relationships/tags" Target="../tags/tag499.xml"/><Relationship Id="rId4" Type="http://schemas.openxmlformats.org/officeDocument/2006/relationships/tags" Target="../tags/tag498.xml"/><Relationship Id="rId3" Type="http://schemas.openxmlformats.org/officeDocument/2006/relationships/tags" Target="../tags/tag497.xml"/><Relationship Id="rId2" Type="http://schemas.openxmlformats.org/officeDocument/2006/relationships/tags" Target="../tags/tag496.xml"/><Relationship Id="rId18" Type="http://schemas.openxmlformats.org/officeDocument/2006/relationships/tags" Target="../tags/tag512.xml"/><Relationship Id="rId17" Type="http://schemas.openxmlformats.org/officeDocument/2006/relationships/tags" Target="../tags/tag511.xml"/><Relationship Id="rId16" Type="http://schemas.openxmlformats.org/officeDocument/2006/relationships/tags" Target="../tags/tag510.xml"/><Relationship Id="rId15" Type="http://schemas.openxmlformats.org/officeDocument/2006/relationships/tags" Target="../tags/tag509.xml"/><Relationship Id="rId14" Type="http://schemas.openxmlformats.org/officeDocument/2006/relationships/tags" Target="../tags/tag508.xml"/><Relationship Id="rId13" Type="http://schemas.openxmlformats.org/officeDocument/2006/relationships/tags" Target="../tags/tag507.xml"/><Relationship Id="rId12" Type="http://schemas.openxmlformats.org/officeDocument/2006/relationships/tags" Target="../tags/tag506.xml"/><Relationship Id="rId11" Type="http://schemas.openxmlformats.org/officeDocument/2006/relationships/tags" Target="../tags/tag505.xml"/><Relationship Id="rId10" Type="http://schemas.openxmlformats.org/officeDocument/2006/relationships/tags" Target="../tags/tag504.xml"/><Relationship Id="rId1" Type="http://schemas.openxmlformats.org/officeDocument/2006/relationships/slideMaster" Target="../slideMasters/slideMaster3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ctrTitle"/>
          </p:nvPr>
        </p:nvSpPr>
        <p:spPr>
          <a:xfrm>
            <a:off x="1523968" y="136131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zh-CN" altLang="en-US"/>
              <a:t>单击此处编辑母版标题样式</a:t>
            </a:r>
            <a:endParaRPr lang="zh-CN" altLang="en-US"/>
          </a:p>
        </p:txBody>
      </p:sp>
      <p:sp>
        <p:nvSpPr>
          <p:cNvPr id="3" name="副标题 2"/>
          <p:cNvSpPr>
            <a:spLocks noGrp="1"/>
          </p:cNvSpPr>
          <p:nvPr>
            <p:ph type="subTitle" idx="1"/>
          </p:nvPr>
        </p:nvSpPr>
        <p:spPr>
          <a:xfrm>
            <a:off x="1523968" y="384098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zh-CN" altLang="en-US"/>
              <a:t>单击此处编辑母版副标题样式</a:t>
            </a:r>
            <a:endParaRPr lang="zh-CN" alt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8184" y="523097"/>
            <a:ext cx="10515600" cy="1325563"/>
          </a:xfrm>
        </p:spPr>
        <p:txBody>
          <a:bodyPr/>
          <a:lstStyle/>
          <a:p>
            <a:r>
              <a:rPr lang="zh-CN" altLang="en-US"/>
              <a:t>单击此处编辑母版标题样式</a:t>
            </a:r>
            <a:endParaRPr lang="zh-CN" altLang="en-US"/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>
          <a:xfrm>
            <a:off x="838184" y="1983597"/>
            <a:ext cx="10515600" cy="435133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  <a:p>
            <a:pPr lvl="1"/>
            <a:r>
              <a:rPr lang="zh-CN" altLang="en-US"/>
              <a:t>第二级</a:t>
            </a:r>
            <a:endParaRPr lang="zh-CN" altLang="en-US"/>
          </a:p>
          <a:p>
            <a:pPr lvl="2"/>
            <a:r>
              <a:rPr lang="zh-CN" altLang="en-US"/>
              <a:t>第三级</a:t>
            </a:r>
            <a:endParaRPr lang="zh-CN" altLang="en-US"/>
          </a:p>
          <a:p>
            <a:pPr lvl="3"/>
            <a:r>
              <a:rPr lang="zh-CN" altLang="en-US"/>
              <a:t>第四级</a:t>
            </a:r>
            <a:endParaRPr lang="zh-CN" altLang="en-US"/>
          </a:p>
          <a:p>
            <a:pPr lvl="4"/>
            <a:r>
              <a:rPr lang="zh-CN" altLang="en-US"/>
              <a:t>第五级</a:t>
            </a:r>
            <a:endParaRPr lang="zh-CN" alt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节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zh-CN" altLang="en-US"/>
              <a:t>单击此处编辑母版标题样式</a:t>
            </a:r>
            <a:endParaRPr lang="zh-CN" altLang="en-US"/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两栏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8184" y="523097"/>
            <a:ext cx="10515600" cy="1325563"/>
          </a:xfrm>
        </p:spPr>
        <p:txBody>
          <a:bodyPr/>
          <a:lstStyle/>
          <a:p>
            <a:r>
              <a:rPr lang="zh-CN" altLang="en-US"/>
              <a:t>单击此处编辑母版标题样式</a:t>
            </a:r>
            <a:endParaRPr lang="zh-CN" altLang="en-US"/>
          </a:p>
        </p:txBody>
      </p:sp>
      <p:sp>
        <p:nvSpPr>
          <p:cNvPr id="3" name="内容占位符 2"/>
          <p:cNvSpPr>
            <a:spLocks noGrp="1"/>
          </p:cNvSpPr>
          <p:nvPr>
            <p:ph sz="half" idx="1"/>
          </p:nvPr>
        </p:nvSpPr>
        <p:spPr>
          <a:xfrm>
            <a:off x="838184" y="1983597"/>
            <a:ext cx="5181600" cy="435133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  <a:p>
            <a:pPr lvl="1"/>
            <a:r>
              <a:rPr lang="zh-CN" altLang="en-US"/>
              <a:t>第二级</a:t>
            </a:r>
            <a:endParaRPr lang="zh-CN" altLang="en-US"/>
          </a:p>
          <a:p>
            <a:pPr lvl="2"/>
            <a:r>
              <a:rPr lang="zh-CN" altLang="en-US"/>
              <a:t>第三级</a:t>
            </a:r>
            <a:endParaRPr lang="zh-CN" altLang="en-US"/>
          </a:p>
          <a:p>
            <a:pPr lvl="3"/>
            <a:r>
              <a:rPr lang="zh-CN" altLang="en-US"/>
              <a:t>第四级</a:t>
            </a:r>
            <a:endParaRPr lang="zh-CN" altLang="en-US"/>
          </a:p>
          <a:p>
            <a:pPr lvl="4"/>
            <a:r>
              <a:rPr lang="zh-CN" altLang="en-US"/>
              <a:t>第五级</a:t>
            </a:r>
            <a:endParaRPr lang="zh-CN" altLang="en-US"/>
          </a:p>
        </p:txBody>
      </p:sp>
      <p:sp>
        <p:nvSpPr>
          <p:cNvPr id="4" name="内容占位符 3"/>
          <p:cNvSpPr>
            <a:spLocks noGrp="1"/>
          </p:cNvSpPr>
          <p:nvPr>
            <p:ph sz="half" idx="2"/>
          </p:nvPr>
        </p:nvSpPr>
        <p:spPr>
          <a:xfrm>
            <a:off x="6172184" y="1983597"/>
            <a:ext cx="5181600" cy="435133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  <a:p>
            <a:pPr lvl="1"/>
            <a:r>
              <a:rPr lang="zh-CN" altLang="en-US"/>
              <a:t>第二级</a:t>
            </a:r>
            <a:endParaRPr lang="zh-CN" altLang="en-US"/>
          </a:p>
          <a:p>
            <a:pPr lvl="2"/>
            <a:r>
              <a:rPr lang="zh-CN" altLang="en-US"/>
              <a:t>第三级</a:t>
            </a:r>
            <a:endParaRPr lang="zh-CN" altLang="en-US"/>
          </a:p>
          <a:p>
            <a:pPr lvl="3"/>
            <a:r>
              <a:rPr lang="zh-CN" altLang="en-US"/>
              <a:t>第四级</a:t>
            </a:r>
            <a:endParaRPr lang="zh-CN" altLang="en-US"/>
          </a:p>
          <a:p>
            <a:pPr lvl="4"/>
            <a:r>
              <a:rPr lang="zh-CN" altLang="en-US"/>
              <a:t>第五级</a:t>
            </a:r>
            <a:endParaRPr lang="zh-CN" alt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8039" y="516256"/>
            <a:ext cx="10515890" cy="1324340"/>
          </a:xfrm>
        </p:spPr>
        <p:txBody>
          <a:bodyPr/>
          <a:lstStyle/>
          <a:p>
            <a:r>
              <a:rPr lang="zh-CN" altLang="en-US"/>
              <a:t>单击此处编辑母版标题样式</a:t>
            </a:r>
            <a:endParaRPr lang="zh-CN" altLang="en-US"/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838039" y="1935192"/>
            <a:ext cx="5163349" cy="827712"/>
          </a:xfrm>
        </p:spPr>
        <p:txBody>
          <a:bodyPr anchor="ctr" anchorCtr="0"/>
          <a:lstStyle>
            <a:lvl1pPr marL="0" indent="0">
              <a:buNone/>
              <a:defRPr sz="2800"/>
            </a:lvl1pPr>
            <a:lvl2pPr marL="457200" indent="0">
              <a:buNone/>
              <a:defRPr sz="2400"/>
            </a:lvl2pPr>
            <a:lvl3pPr marL="914400" indent="0">
              <a:buNone/>
              <a:defRPr sz="2000"/>
            </a:lvl3pPr>
            <a:lvl4pPr marL="1371600" indent="0">
              <a:buNone/>
              <a:defRPr sz="1800"/>
            </a:lvl4pPr>
            <a:lvl5pPr marL="1828800" indent="0">
              <a:buNone/>
              <a:defRPr sz="1800"/>
            </a:lvl5pPr>
            <a:lvl6pPr marL="2286000" indent="0">
              <a:buNone/>
              <a:defRPr sz="1800"/>
            </a:lvl6pPr>
            <a:lvl7pPr marL="2743200" indent="0">
              <a:buNone/>
              <a:defRPr sz="1800"/>
            </a:lvl7pPr>
            <a:lvl8pPr marL="3200400" indent="0">
              <a:buNone/>
              <a:defRPr sz="1800"/>
            </a:lvl8pPr>
            <a:lvl9pPr marL="3657600" indent="0">
              <a:buNone/>
              <a:defRPr sz="1800"/>
            </a:lvl9pPr>
          </a:lstStyle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</p:txBody>
      </p:sp>
      <p:sp>
        <p:nvSpPr>
          <p:cNvPr id="4" name="内容占位符 3"/>
          <p:cNvSpPr>
            <a:spLocks noGrp="1"/>
          </p:cNvSpPr>
          <p:nvPr>
            <p:ph sz="half" idx="2"/>
          </p:nvPr>
        </p:nvSpPr>
        <p:spPr>
          <a:xfrm>
            <a:off x="838039" y="2818085"/>
            <a:ext cx="5163349" cy="3523690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  <a:p>
            <a:pPr lvl="1"/>
            <a:r>
              <a:rPr lang="zh-CN" altLang="en-US"/>
              <a:t>第二级</a:t>
            </a:r>
            <a:endParaRPr lang="zh-CN" altLang="en-US"/>
          </a:p>
          <a:p>
            <a:pPr lvl="2"/>
            <a:r>
              <a:rPr lang="zh-CN" altLang="en-US"/>
              <a:t>第三级</a:t>
            </a:r>
            <a:endParaRPr lang="zh-CN" altLang="en-US"/>
          </a:p>
          <a:p>
            <a:pPr lvl="3"/>
            <a:r>
              <a:rPr lang="zh-CN" altLang="en-US"/>
              <a:t>第四级</a:t>
            </a:r>
            <a:endParaRPr lang="zh-CN" altLang="en-US"/>
          </a:p>
          <a:p>
            <a:pPr lvl="4"/>
            <a:r>
              <a:rPr lang="zh-CN" altLang="en-US"/>
              <a:t>第五级</a:t>
            </a:r>
            <a:endParaRPr lang="zh-CN" altLang="en-US"/>
          </a:p>
        </p:txBody>
      </p:sp>
      <p:sp>
        <p:nvSpPr>
          <p:cNvPr id="5" name="文本占位符 4"/>
          <p:cNvSpPr>
            <a:spLocks noGrp="1"/>
          </p:cNvSpPr>
          <p:nvPr>
            <p:ph type="body" sz="quarter" idx="3"/>
          </p:nvPr>
        </p:nvSpPr>
        <p:spPr>
          <a:xfrm>
            <a:off x="6166931" y="1935192"/>
            <a:ext cx="5186998" cy="827712"/>
          </a:xfrm>
        </p:spPr>
        <p:txBody>
          <a:bodyPr anchor="ctr" anchorCtr="0"/>
          <a:lstStyle>
            <a:lvl1pPr marL="0" indent="0">
              <a:buNone/>
              <a:defRPr sz="2800"/>
            </a:lvl1pPr>
            <a:lvl2pPr marL="457200" indent="0">
              <a:buNone/>
              <a:defRPr sz="2400"/>
            </a:lvl2pPr>
            <a:lvl3pPr marL="914400" indent="0">
              <a:buNone/>
              <a:defRPr sz="2000"/>
            </a:lvl3pPr>
            <a:lvl4pPr marL="1371600" indent="0">
              <a:buNone/>
              <a:defRPr sz="1800"/>
            </a:lvl4pPr>
            <a:lvl5pPr marL="1828800" indent="0">
              <a:buNone/>
              <a:defRPr sz="1800"/>
            </a:lvl5pPr>
            <a:lvl6pPr marL="2286000" indent="0">
              <a:buNone/>
              <a:defRPr sz="1800"/>
            </a:lvl6pPr>
            <a:lvl7pPr marL="2743200" indent="0">
              <a:buNone/>
              <a:defRPr sz="1800"/>
            </a:lvl7pPr>
            <a:lvl8pPr marL="3200400" indent="0">
              <a:buNone/>
              <a:defRPr sz="1800"/>
            </a:lvl8pPr>
            <a:lvl9pPr marL="3657600" indent="0">
              <a:buNone/>
              <a:defRPr sz="1800"/>
            </a:lvl9pPr>
          </a:lstStyle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</p:txBody>
      </p:sp>
      <p:sp>
        <p:nvSpPr>
          <p:cNvPr id="6" name="内容占位符 5"/>
          <p:cNvSpPr>
            <a:spLocks noGrp="1"/>
          </p:cNvSpPr>
          <p:nvPr>
            <p:ph sz="quarter" idx="4"/>
          </p:nvPr>
        </p:nvSpPr>
        <p:spPr>
          <a:xfrm>
            <a:off x="6166931" y="2818085"/>
            <a:ext cx="5186998" cy="3523690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  <a:p>
            <a:pPr lvl="1"/>
            <a:r>
              <a:rPr lang="zh-CN" altLang="en-US"/>
              <a:t>第二级</a:t>
            </a:r>
            <a:endParaRPr lang="zh-CN" altLang="en-US"/>
          </a:p>
          <a:p>
            <a:pPr lvl="2"/>
            <a:r>
              <a:rPr lang="zh-CN" altLang="en-US"/>
              <a:t>第三级</a:t>
            </a:r>
            <a:endParaRPr lang="zh-CN" altLang="en-US"/>
          </a:p>
          <a:p>
            <a:pPr lvl="3"/>
            <a:r>
              <a:rPr lang="zh-CN" altLang="en-US"/>
              <a:t>第四级</a:t>
            </a:r>
            <a:endParaRPr lang="zh-CN" altLang="en-US"/>
          </a:p>
          <a:p>
            <a:pPr lvl="4"/>
            <a:r>
              <a:rPr lang="zh-CN" altLang="en-US"/>
              <a:t>第五级</a:t>
            </a:r>
            <a:endParaRPr lang="zh-CN" alt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仅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  <a:endParaRPr lang="zh-CN" alt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图片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8184" y="723122"/>
            <a:ext cx="4165349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CN" altLang="en-US"/>
              <a:t>单击此处编辑母版标题样式</a:t>
            </a:r>
            <a:endParaRPr lang="zh-CN" altLang="en-US"/>
          </a:p>
        </p:txBody>
      </p:sp>
      <p:sp>
        <p:nvSpPr>
          <p:cNvPr id="3" name="图片占位符 2"/>
          <p:cNvSpPr>
            <a:spLocks noGrp="1"/>
          </p:cNvSpPr>
          <p:nvPr>
            <p:ph type="pic" idx="1"/>
          </p:nvPr>
        </p:nvSpPr>
        <p:spPr>
          <a:xfrm>
            <a:off x="5181584" y="723123"/>
            <a:ext cx="6172200" cy="540385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zh-CN" altLang="en-US"/>
          </a:p>
        </p:txBody>
      </p:sp>
      <p:sp>
        <p:nvSpPr>
          <p:cNvPr id="4" name="文本占位符 3"/>
          <p:cNvSpPr>
            <a:spLocks noGrp="1"/>
          </p:cNvSpPr>
          <p:nvPr>
            <p:ph type="body" sz="half" idx="2"/>
          </p:nvPr>
        </p:nvSpPr>
        <p:spPr>
          <a:xfrm>
            <a:off x="838184" y="2323322"/>
            <a:ext cx="4165349" cy="3811588"/>
          </a:xfrm>
        </p:spPr>
        <p:txBody>
          <a:bodyPr/>
          <a:lstStyle>
            <a:lvl1pPr marL="0" indent="0">
              <a:buNone/>
              <a:defRPr sz="2000"/>
            </a:lvl1pPr>
            <a:lvl2pPr marL="457200" indent="0">
              <a:buNone/>
              <a:defRPr sz="1800"/>
            </a:lvl2pPr>
            <a:lvl3pPr marL="914400" indent="0">
              <a:buNone/>
              <a:defRPr sz="1600"/>
            </a:lvl3pPr>
            <a:lvl4pPr marL="1371600" indent="0">
              <a:buNone/>
              <a:defRPr sz="1400"/>
            </a:lvl4pPr>
            <a:lvl5pPr marL="1828800" indent="0">
              <a:buNone/>
              <a:defRPr sz="1400"/>
            </a:lvl5pPr>
            <a:lvl6pPr marL="2286000" indent="0">
              <a:buNone/>
              <a:defRPr sz="1400"/>
            </a:lvl6pPr>
            <a:lvl7pPr marL="2743200" indent="0">
              <a:buNone/>
              <a:defRPr sz="1400"/>
            </a:lvl7pPr>
            <a:lvl8pPr marL="3200400" indent="0">
              <a:buNone/>
              <a:defRPr sz="1400"/>
            </a:lvl8pPr>
            <a:lvl9pPr marL="3657600" indent="0">
              <a:buNone/>
              <a:defRPr sz="1400"/>
            </a:lvl9pPr>
          </a:lstStyle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竖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竖排标题 1"/>
          <p:cNvSpPr>
            <a:spLocks noGrp="1"/>
          </p:cNvSpPr>
          <p:nvPr>
            <p:ph type="title" orient="vert"/>
          </p:nvPr>
        </p:nvSpPr>
        <p:spPr>
          <a:xfrm>
            <a:off x="8724884" y="523097"/>
            <a:ext cx="2628900" cy="5811838"/>
          </a:xfrm>
        </p:spPr>
        <p:txBody>
          <a:bodyPr vert="eaVert"/>
          <a:lstStyle/>
          <a:p>
            <a:r>
              <a:rPr lang="zh-CN" altLang="en-US"/>
              <a:t>单击此处编辑母版标题样式</a:t>
            </a:r>
            <a:endParaRPr lang="zh-CN" altLang="en-US"/>
          </a:p>
        </p:txBody>
      </p:sp>
      <p:sp>
        <p:nvSpPr>
          <p:cNvPr id="3" name="竖排文字占位符 2"/>
          <p:cNvSpPr>
            <a:spLocks noGrp="1"/>
          </p:cNvSpPr>
          <p:nvPr>
            <p:ph type="body" orient="vert" idx="1"/>
          </p:nvPr>
        </p:nvSpPr>
        <p:spPr>
          <a:xfrm>
            <a:off x="838184" y="523097"/>
            <a:ext cx="7734300" cy="5811838"/>
          </a:xfrm>
        </p:spPr>
        <p:txBody>
          <a:bodyPr vert="eaVert"/>
          <a:lstStyle/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  <a:p>
            <a:pPr lvl="1"/>
            <a:r>
              <a:rPr lang="zh-CN" altLang="en-US"/>
              <a:t>第二级</a:t>
            </a:r>
            <a:endParaRPr lang="zh-CN" altLang="en-US"/>
          </a:p>
          <a:p>
            <a:pPr lvl="2"/>
            <a:r>
              <a:rPr lang="zh-CN" altLang="en-US"/>
              <a:t>第三级</a:t>
            </a:r>
            <a:endParaRPr lang="zh-CN" altLang="en-US"/>
          </a:p>
          <a:p>
            <a:pPr lvl="3"/>
            <a:r>
              <a:rPr lang="zh-CN" altLang="en-US"/>
              <a:t>第四级</a:t>
            </a:r>
            <a:endParaRPr lang="zh-CN" altLang="en-US"/>
          </a:p>
          <a:p>
            <a:pPr lvl="4"/>
            <a:r>
              <a:rPr lang="zh-CN" altLang="en-US"/>
              <a:t>第五级</a:t>
            </a:r>
            <a:endParaRPr lang="zh-CN" alt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objOnly" preserve="1">
  <p:cSld name="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内容占位符 1"/>
          <p:cNvSpPr>
            <a:spLocks noGrp="1"/>
          </p:cNvSpPr>
          <p:nvPr>
            <p:ph/>
          </p:nvPr>
        </p:nvSpPr>
        <p:spPr>
          <a:xfrm>
            <a:off x="838184" y="523097"/>
            <a:ext cx="10515600" cy="581183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  <a:p>
            <a:pPr lvl="1"/>
            <a:r>
              <a:rPr lang="zh-CN" altLang="en-US"/>
              <a:t>第二级</a:t>
            </a:r>
            <a:endParaRPr lang="zh-CN" altLang="en-US"/>
          </a:p>
          <a:p>
            <a:pPr lvl="2"/>
            <a:r>
              <a:rPr lang="zh-CN" altLang="en-US"/>
              <a:t>第三级</a:t>
            </a:r>
            <a:endParaRPr lang="zh-CN" altLang="en-US"/>
          </a:p>
          <a:p>
            <a:pPr lvl="3"/>
            <a:r>
              <a:rPr lang="zh-CN" altLang="en-US"/>
              <a:t>第四级</a:t>
            </a:r>
            <a:endParaRPr lang="zh-CN" altLang="en-US"/>
          </a:p>
          <a:p>
            <a:pPr lvl="4"/>
            <a:r>
              <a:rPr lang="zh-CN" altLang="en-US"/>
              <a:t>第五级</a:t>
            </a:r>
            <a:endParaRPr lang="zh-CN" alt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正文页-51_16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日期占位符 5"/>
          <p:cNvSpPr>
            <a:spLocks noGrp="1"/>
          </p:cNvSpPr>
          <p:nvPr>
            <p:ph type="dt" sz="half" idx="10"/>
            <p:custDataLst>
              <p:tags r:id="rId2"/>
            </p:custDataLst>
          </p:nvPr>
        </p:nvSpPr>
        <p:spPr>
          <a:xfrm>
            <a:off x="838200" y="6356350"/>
            <a:ext cx="2743200" cy="365125"/>
          </a:xfrm>
        </p:spPr>
        <p:txBody>
          <a:bodyPr/>
          <a:lstStyle/>
          <a:p>
            <a:fld id="{AFF1154F-E427-4513-B34B-94E36374A1AB}" type="datetimeFigureOut">
              <a:rPr lang="zh-CN" altLang="en-US" smtClean="0"/>
            </a:fld>
            <a:endParaRPr lang="zh-CN" altLang="en-US"/>
          </a:p>
        </p:txBody>
      </p:sp>
      <p:sp>
        <p:nvSpPr>
          <p:cNvPr id="9" name="页脚占位符 8"/>
          <p:cNvSpPr>
            <a:spLocks noGrp="1"/>
          </p:cNvSpPr>
          <p:nvPr>
            <p:ph type="ftr" sz="quarter" idx="11"/>
            <p:custDataLst>
              <p:tags r:id="rId3"/>
            </p:custDataLst>
          </p:nvPr>
        </p:nvSpPr>
        <p:spPr>
          <a:xfrm>
            <a:off x="4038600" y="6356350"/>
            <a:ext cx="4114800" cy="365125"/>
          </a:xfrm>
        </p:spPr>
        <p:txBody>
          <a:bodyPr/>
          <a:lstStyle/>
          <a:p>
            <a:endParaRPr lang="zh-CN" altLang="en-US"/>
          </a:p>
        </p:txBody>
      </p:sp>
      <p:sp>
        <p:nvSpPr>
          <p:cNvPr id="10" name="灯片编号占位符 9"/>
          <p:cNvSpPr>
            <a:spLocks noGrp="1"/>
          </p:cNvSpPr>
          <p:nvPr>
            <p:ph type="sldNum" sz="quarter" idx="12"/>
            <p:custDataLst>
              <p:tags r:id="rId4"/>
            </p:custDataLst>
          </p:nvPr>
        </p:nvSpPr>
        <p:spPr>
          <a:xfrm>
            <a:off x="8610600" y="6356350"/>
            <a:ext cx="2743200" cy="365125"/>
          </a:xfrm>
        </p:spPr>
        <p:txBody>
          <a:bodyPr/>
          <a:lstStyle/>
          <a:p>
            <a:fld id="{CFDA0808-8B01-405B-8ED6-12013DCE0AF6}" type="slidenum">
              <a:rPr lang="zh-CN" altLang="en-US" smtClean="0"/>
            </a:fld>
            <a:endParaRPr lang="zh-CN" altLang="en-US"/>
          </a:p>
        </p:txBody>
      </p:sp>
      <p:sp>
        <p:nvSpPr>
          <p:cNvPr id="11" name="标题 10"/>
          <p:cNvSpPr>
            <a:spLocks noGrp="1"/>
          </p:cNvSpPr>
          <p:nvPr>
            <p:ph type="ctrTitle" idx="16385" hasCustomPrompt="1"/>
            <p:custDataLst>
              <p:tags r:id="rId5"/>
            </p:custDataLst>
          </p:nvPr>
        </p:nvSpPr>
        <p:spPr>
          <a:xfrm>
            <a:off x="609600" y="3479800"/>
            <a:ext cx="10972800" cy="609600"/>
          </a:xfrm>
          <a:noFill/>
        </p:spPr>
        <p:txBody>
          <a:bodyPr lIns="0" tIns="0" rIns="0" bIns="0" anchor="t">
            <a:normAutofit/>
          </a:bodyPr>
          <a:lstStyle>
            <a:lvl1pPr marL="0" indent="0" algn="l">
              <a:lnSpc>
                <a:spcPct val="111000"/>
              </a:lnSpc>
              <a:spcBef>
                <a:spcPct val="0"/>
              </a:spcBef>
              <a:spcAft>
                <a:spcPct val="0"/>
              </a:spcAft>
              <a:buNone/>
              <a:defRPr sz="3600" b="0" spc="0">
                <a:solidFill>
                  <a:schemeClr val="tx1"/>
                </a:solidFill>
              </a:defRPr>
            </a:lvl1pPr>
          </a:lstStyle>
          <a:p>
            <a:r>
              <a:rPr lang="zh-CN" altLang="en-US"/>
              <a:t>单击此处添加标题</a:t>
            </a:r>
            <a:endParaRPr lang="zh-CN" altLang="en-US"/>
          </a:p>
        </p:txBody>
      </p:sp>
      <p:sp>
        <p:nvSpPr>
          <p:cNvPr id="12" name="内容占位符 11"/>
          <p:cNvSpPr>
            <a:spLocks noGrp="1"/>
          </p:cNvSpPr>
          <p:nvPr>
            <p:ph idx="16392" hasCustomPrompt="1"/>
            <p:custDataLst>
              <p:tags r:id="rId6"/>
            </p:custDataLst>
          </p:nvPr>
        </p:nvSpPr>
        <p:spPr>
          <a:xfrm>
            <a:off x="609600" y="609600"/>
            <a:ext cx="10972800" cy="2336800"/>
          </a:xfrm>
          <a:custGeom>
            <a:avLst/>
            <a:gdLst>
              <a:gd name="connisteX0" fmla="*/ 0 w 10972800"/>
              <a:gd name="connsiteY0" fmla="*/ 203200 h 2336800"/>
              <a:gd name="connisteX1" fmla="*/ 203200 w 10972800"/>
              <a:gd name="connsiteY1" fmla="*/ 0 h 2336800"/>
              <a:gd name="connisteX2" fmla="*/ 10769600 w 10972800"/>
              <a:gd name="connsiteY2" fmla="*/ 0 h 2336800"/>
              <a:gd name="connisteX3" fmla="*/ 10972800 w 10972800"/>
              <a:gd name="connsiteY3" fmla="*/ 203200 h 2336800"/>
              <a:gd name="connisteX4" fmla="*/ 10972800 w 10972800"/>
              <a:gd name="connsiteY4" fmla="*/ 2133600 h 2336800"/>
              <a:gd name="connisteX5" fmla="*/ 10769600 w 10972800"/>
              <a:gd name="connsiteY5" fmla="*/ 2336800 h 2336800"/>
              <a:gd name="connisteX6" fmla="*/ 203200 w 10972800"/>
              <a:gd name="connsiteY6" fmla="*/ 2336800 h 2336800"/>
              <a:gd name="connisteX7" fmla="*/ 0 w 10972800"/>
              <a:gd name="connsiteY7" fmla="*/ 2133600 h 2336800"/>
              <a:gd name="connisteX8" fmla="*/ 0 w 10972800"/>
              <a:gd name="connsiteY8" fmla="*/ 203200 h 2336800"/>
            </a:gdLst>
            <a:ahLst/>
            <a:cxnLst>
              <a:cxn ang="0">
                <a:pos x="connisteX0" y="connsiteY0"/>
              </a:cxn>
              <a:cxn ang="0">
                <a:pos x="connisteX1" y="connsiteY1"/>
              </a:cxn>
              <a:cxn ang="0">
                <a:pos x="connisteX2" y="connsiteY2"/>
              </a:cxn>
              <a:cxn ang="0">
                <a:pos x="connisteX3" y="connsiteY3"/>
              </a:cxn>
              <a:cxn ang="0">
                <a:pos x="connisteX4" y="connsiteY4"/>
              </a:cxn>
              <a:cxn ang="0">
                <a:pos x="connisteX5" y="connsiteY5"/>
              </a:cxn>
              <a:cxn ang="0">
                <a:pos x="connisteX6" y="connsiteY6"/>
              </a:cxn>
              <a:cxn ang="0">
                <a:pos x="connisteX7" y="connsiteY7"/>
              </a:cxn>
              <a:cxn ang="0">
                <a:pos x="connisteX8" y="connsiteY8"/>
              </a:cxn>
            </a:cxnLst>
            <a:pathLst>
              <a:path w="10972800" h="2336800">
                <a:moveTo>
                  <a:pt x="0" y="203200"/>
                </a:moveTo>
                <a:cubicBezTo>
                  <a:pt x="0" y="90976"/>
                  <a:pt x="90976" y="0"/>
                  <a:pt x="203200" y="0"/>
                </a:cubicBezTo>
                <a:lnTo>
                  <a:pt x="10769600" y="0"/>
                </a:lnTo>
                <a:cubicBezTo>
                  <a:pt x="10881824" y="0"/>
                  <a:pt x="10972800" y="90976"/>
                  <a:pt x="10972800" y="203200"/>
                </a:cubicBezTo>
                <a:lnTo>
                  <a:pt x="10972800" y="2133600"/>
                </a:lnTo>
                <a:cubicBezTo>
                  <a:pt x="10972800" y="2245824"/>
                  <a:pt x="10881824" y="2336800"/>
                  <a:pt x="10769600" y="2336800"/>
                </a:cubicBezTo>
                <a:lnTo>
                  <a:pt x="203200" y="2336800"/>
                </a:lnTo>
                <a:cubicBezTo>
                  <a:pt x="90976" y="2336800"/>
                  <a:pt x="0" y="2245824"/>
                  <a:pt x="0" y="2133600"/>
                </a:cubicBezTo>
                <a:lnTo>
                  <a:pt x="0" y="203200"/>
                </a:lnTo>
                <a:close/>
              </a:path>
            </a:pathLst>
          </a:custGeom>
          <a:solidFill>
            <a:srgbClr val="DDDDDD"/>
          </a:solidFill>
          <a:ln>
            <a:noFill/>
          </a:ln>
        </p:spPr>
        <p:txBody>
          <a:bodyPr>
            <a:normAutofit/>
          </a:bodyPr>
          <a:lstStyle>
            <a:lvl1pPr>
              <a:buNone/>
              <a:defRPr/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zh-CN" altLang="en-US" smtClean="0"/>
              <a:t> </a:t>
            </a:r>
            <a:endParaRPr lang="zh-CN" altLang="en-US" smtClean="0"/>
          </a:p>
        </p:txBody>
      </p:sp>
      <p:sp>
        <p:nvSpPr>
          <p:cNvPr id="13" name="文本占位符 12"/>
          <p:cNvSpPr>
            <a:spLocks noGrp="1"/>
          </p:cNvSpPr>
          <p:nvPr>
            <p:ph type="body" idx="16386" hasCustomPrompt="1"/>
            <p:custDataLst>
              <p:tags r:id="rId7"/>
            </p:custDataLst>
          </p:nvPr>
        </p:nvSpPr>
        <p:spPr>
          <a:xfrm>
            <a:off x="609600" y="4470400"/>
            <a:ext cx="3251200" cy="406400"/>
          </a:xfrm>
          <a:noFill/>
        </p:spPr>
        <p:txBody>
          <a:bodyPr lIns="0" tIns="0" rIns="0" bIns="0" anchor="t">
            <a:normAutofit/>
          </a:bodyPr>
          <a:lstStyle>
            <a:lvl1pPr marL="0" indent="0" algn="l">
              <a:lnSpc>
                <a:spcPct val="111000"/>
              </a:lnSpc>
              <a:spcBef>
                <a:spcPct val="0"/>
              </a:spcBef>
              <a:spcAft>
                <a:spcPct val="0"/>
              </a:spcAft>
              <a:buNone/>
              <a:defRPr sz="2400" b="0" spc="0">
                <a:solidFill>
                  <a:schemeClr val="tx1"/>
                </a:solidFill>
              </a:defRPr>
            </a:lvl1pPr>
          </a:lstStyle>
          <a:p>
            <a:pPr lvl="0"/>
            <a:r>
              <a:rPr lang="zh-CN" altLang="en-US" smtClean="0"/>
              <a:t>单击此处添加项标题</a:t>
            </a:r>
            <a:endParaRPr lang="zh-CN" altLang="en-US" smtClean="0"/>
          </a:p>
        </p:txBody>
      </p:sp>
      <p:sp>
        <p:nvSpPr>
          <p:cNvPr id="14" name="文本占位符 13"/>
          <p:cNvSpPr>
            <a:spLocks noGrp="1"/>
          </p:cNvSpPr>
          <p:nvPr>
            <p:ph type="body" idx="16387" hasCustomPrompt="1"/>
            <p:custDataLst>
              <p:tags r:id="rId8"/>
            </p:custDataLst>
          </p:nvPr>
        </p:nvSpPr>
        <p:spPr>
          <a:xfrm>
            <a:off x="609600" y="5029200"/>
            <a:ext cx="3251200" cy="1219200"/>
          </a:xfrm>
          <a:noFill/>
        </p:spPr>
        <p:txBody>
          <a:bodyPr lIns="0" tIns="0" rIns="0" bIns="0" anchor="t">
            <a:normAutofit/>
          </a:bodyPr>
          <a:lstStyle>
            <a:lvl1pPr marL="0" indent="0" algn="l">
              <a:lnSpc>
                <a:spcPct val="125000"/>
              </a:lnSpc>
              <a:spcBef>
                <a:spcPct val="0"/>
              </a:spcBef>
              <a:spcAft>
                <a:spcPct val="0"/>
              </a:spcAft>
              <a:buNone/>
              <a:defRPr sz="1600" b="0" spc="0">
                <a:solidFill>
                  <a:schemeClr val="tx1"/>
                </a:solidFill>
              </a:defRPr>
            </a:lvl1pPr>
          </a:lstStyle>
          <a:p>
            <a:pPr lvl="0"/>
            <a:r>
              <a:rPr lang="zh-CN" altLang="en-US" smtClean="0"/>
              <a:t>单击此处添加项正文</a:t>
            </a:r>
            <a:endParaRPr lang="zh-CN" altLang="en-US" smtClean="0"/>
          </a:p>
        </p:txBody>
      </p:sp>
      <p:sp>
        <p:nvSpPr>
          <p:cNvPr id="15" name="文本占位符 14"/>
          <p:cNvSpPr>
            <a:spLocks noGrp="1"/>
          </p:cNvSpPr>
          <p:nvPr>
            <p:ph type="body" idx="16388" hasCustomPrompt="1"/>
            <p:custDataLst>
              <p:tags r:id="rId9"/>
            </p:custDataLst>
          </p:nvPr>
        </p:nvSpPr>
        <p:spPr>
          <a:xfrm>
            <a:off x="4470400" y="4470400"/>
            <a:ext cx="3251200" cy="406400"/>
          </a:xfrm>
          <a:noFill/>
        </p:spPr>
        <p:txBody>
          <a:bodyPr lIns="0" tIns="0" rIns="0" bIns="0" anchor="t">
            <a:normAutofit/>
          </a:bodyPr>
          <a:lstStyle>
            <a:lvl1pPr marL="0" indent="0" algn="l">
              <a:lnSpc>
                <a:spcPct val="111000"/>
              </a:lnSpc>
              <a:spcBef>
                <a:spcPct val="0"/>
              </a:spcBef>
              <a:spcAft>
                <a:spcPct val="0"/>
              </a:spcAft>
              <a:buNone/>
              <a:defRPr sz="2400" b="0" spc="0">
                <a:solidFill>
                  <a:schemeClr val="tx1"/>
                </a:solidFill>
              </a:defRPr>
            </a:lvl1pPr>
          </a:lstStyle>
          <a:p>
            <a:pPr lvl="0"/>
            <a:r>
              <a:rPr lang="zh-CN" altLang="en-US" smtClean="0"/>
              <a:t>单击此处添加项标题</a:t>
            </a:r>
            <a:endParaRPr lang="zh-CN" altLang="en-US" smtClean="0"/>
          </a:p>
        </p:txBody>
      </p:sp>
      <p:sp>
        <p:nvSpPr>
          <p:cNvPr id="16" name="文本占位符 15"/>
          <p:cNvSpPr>
            <a:spLocks noGrp="1"/>
          </p:cNvSpPr>
          <p:nvPr>
            <p:ph type="body" idx="16389" hasCustomPrompt="1"/>
            <p:custDataLst>
              <p:tags r:id="rId10"/>
            </p:custDataLst>
          </p:nvPr>
        </p:nvSpPr>
        <p:spPr>
          <a:xfrm>
            <a:off x="4470400" y="5029200"/>
            <a:ext cx="3251200" cy="1219200"/>
          </a:xfrm>
          <a:noFill/>
        </p:spPr>
        <p:txBody>
          <a:bodyPr lIns="0" tIns="0" rIns="0" bIns="0" anchor="t">
            <a:normAutofit/>
          </a:bodyPr>
          <a:lstStyle>
            <a:lvl1pPr marL="0" indent="0" algn="l">
              <a:lnSpc>
                <a:spcPct val="125000"/>
              </a:lnSpc>
              <a:spcBef>
                <a:spcPct val="0"/>
              </a:spcBef>
              <a:spcAft>
                <a:spcPct val="0"/>
              </a:spcAft>
              <a:buNone/>
              <a:defRPr sz="1600" b="0" spc="0">
                <a:solidFill>
                  <a:schemeClr val="tx1"/>
                </a:solidFill>
              </a:defRPr>
            </a:lvl1pPr>
          </a:lstStyle>
          <a:p>
            <a:pPr lvl="0"/>
            <a:r>
              <a:rPr lang="zh-CN" altLang="en-US" smtClean="0"/>
              <a:t>单击此处添加项正文</a:t>
            </a:r>
            <a:endParaRPr lang="zh-CN" altLang="en-US" smtClean="0"/>
          </a:p>
        </p:txBody>
      </p:sp>
      <p:sp>
        <p:nvSpPr>
          <p:cNvPr id="17" name="文本占位符 16"/>
          <p:cNvSpPr>
            <a:spLocks noGrp="1"/>
          </p:cNvSpPr>
          <p:nvPr>
            <p:ph type="body" idx="16390" hasCustomPrompt="1"/>
            <p:custDataLst>
              <p:tags r:id="rId11"/>
            </p:custDataLst>
          </p:nvPr>
        </p:nvSpPr>
        <p:spPr>
          <a:xfrm>
            <a:off x="8331200" y="4470400"/>
            <a:ext cx="3251200" cy="406400"/>
          </a:xfrm>
          <a:noFill/>
        </p:spPr>
        <p:txBody>
          <a:bodyPr lIns="0" tIns="0" rIns="0" bIns="0" anchor="t">
            <a:normAutofit/>
          </a:bodyPr>
          <a:lstStyle>
            <a:lvl1pPr marL="0" indent="0" algn="l">
              <a:lnSpc>
                <a:spcPct val="111000"/>
              </a:lnSpc>
              <a:spcBef>
                <a:spcPct val="0"/>
              </a:spcBef>
              <a:spcAft>
                <a:spcPct val="0"/>
              </a:spcAft>
              <a:buNone/>
              <a:defRPr sz="2400" b="0" spc="0">
                <a:solidFill>
                  <a:schemeClr val="tx1"/>
                </a:solidFill>
              </a:defRPr>
            </a:lvl1pPr>
          </a:lstStyle>
          <a:p>
            <a:pPr lvl="0"/>
            <a:r>
              <a:rPr lang="zh-CN" altLang="en-US" smtClean="0"/>
              <a:t>单击此处添加项标题</a:t>
            </a:r>
            <a:endParaRPr lang="zh-CN" altLang="en-US" smtClean="0"/>
          </a:p>
        </p:txBody>
      </p:sp>
      <p:sp>
        <p:nvSpPr>
          <p:cNvPr id="18" name="文本占位符 17"/>
          <p:cNvSpPr>
            <a:spLocks noGrp="1"/>
          </p:cNvSpPr>
          <p:nvPr>
            <p:ph type="body" idx="16391" hasCustomPrompt="1"/>
            <p:custDataLst>
              <p:tags r:id="rId12"/>
            </p:custDataLst>
          </p:nvPr>
        </p:nvSpPr>
        <p:spPr>
          <a:xfrm>
            <a:off x="8331200" y="5029200"/>
            <a:ext cx="3251200" cy="1219200"/>
          </a:xfrm>
          <a:noFill/>
        </p:spPr>
        <p:txBody>
          <a:bodyPr lIns="0" tIns="0" rIns="0" bIns="0" anchor="t">
            <a:normAutofit/>
          </a:bodyPr>
          <a:lstStyle>
            <a:lvl1pPr marL="0" indent="0" algn="l">
              <a:lnSpc>
                <a:spcPct val="125000"/>
              </a:lnSpc>
              <a:spcBef>
                <a:spcPct val="0"/>
              </a:spcBef>
              <a:spcAft>
                <a:spcPct val="0"/>
              </a:spcAft>
              <a:buNone/>
              <a:defRPr sz="1600" b="0" spc="0">
                <a:solidFill>
                  <a:schemeClr val="tx1"/>
                </a:solidFill>
              </a:defRPr>
            </a:lvl1pPr>
          </a:lstStyle>
          <a:p>
            <a:pPr lvl="0"/>
            <a:r>
              <a:rPr lang="zh-CN" altLang="en-US" smtClean="0"/>
              <a:t>单击此处添加项正文</a:t>
            </a:r>
            <a:endParaRPr lang="zh-CN" altLang="en-US" smtClean="0"/>
          </a:p>
        </p:txBody>
      </p:sp>
    </p:spTree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正文页-10003_16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日期占位符 5"/>
          <p:cNvSpPr>
            <a:spLocks noGrp="1"/>
          </p:cNvSpPr>
          <p:nvPr>
            <p:ph type="dt" sz="half" idx="10"/>
            <p:custDataLst>
              <p:tags r:id="rId2"/>
            </p:custDataLst>
          </p:nvPr>
        </p:nvSpPr>
        <p:spPr>
          <a:xfrm>
            <a:off x="838200" y="6356350"/>
            <a:ext cx="2743200" cy="365125"/>
          </a:xfrm>
        </p:spPr>
        <p:txBody>
          <a:bodyPr/>
          <a:lstStyle/>
          <a:p>
            <a:fld id="{AFF1154F-E427-4513-B34B-94E36374A1AB}" type="datetimeFigureOut">
              <a:rPr lang="zh-CN" altLang="en-US" smtClean="0"/>
            </a:fld>
            <a:endParaRPr lang="zh-CN" altLang="en-US"/>
          </a:p>
        </p:txBody>
      </p:sp>
      <p:sp>
        <p:nvSpPr>
          <p:cNvPr id="9" name="页脚占位符 8"/>
          <p:cNvSpPr>
            <a:spLocks noGrp="1"/>
          </p:cNvSpPr>
          <p:nvPr>
            <p:ph type="ftr" sz="quarter" idx="11"/>
            <p:custDataLst>
              <p:tags r:id="rId3"/>
            </p:custDataLst>
          </p:nvPr>
        </p:nvSpPr>
        <p:spPr>
          <a:xfrm>
            <a:off x="4038600" y="6356350"/>
            <a:ext cx="4114800" cy="365125"/>
          </a:xfrm>
        </p:spPr>
        <p:txBody>
          <a:bodyPr/>
          <a:lstStyle/>
          <a:p>
            <a:endParaRPr lang="zh-CN" altLang="en-US"/>
          </a:p>
        </p:txBody>
      </p:sp>
      <p:sp>
        <p:nvSpPr>
          <p:cNvPr id="10" name="灯片编号占位符 9"/>
          <p:cNvSpPr>
            <a:spLocks noGrp="1"/>
          </p:cNvSpPr>
          <p:nvPr>
            <p:ph type="sldNum" sz="quarter" idx="12"/>
            <p:custDataLst>
              <p:tags r:id="rId4"/>
            </p:custDataLst>
          </p:nvPr>
        </p:nvSpPr>
        <p:spPr>
          <a:xfrm>
            <a:off x="8610600" y="6356350"/>
            <a:ext cx="2743200" cy="365125"/>
          </a:xfrm>
        </p:spPr>
        <p:txBody>
          <a:bodyPr/>
          <a:lstStyle/>
          <a:p>
            <a:fld id="{CFDA0808-8B01-405B-8ED6-12013DCE0AF6}" type="slidenum">
              <a:rPr lang="zh-CN" altLang="en-US" smtClean="0"/>
            </a:fld>
            <a:endParaRPr lang="zh-CN" altLang="en-US"/>
          </a:p>
        </p:txBody>
      </p:sp>
      <p:sp>
        <p:nvSpPr>
          <p:cNvPr id="11" name="标题 10"/>
          <p:cNvSpPr>
            <a:spLocks noGrp="1"/>
          </p:cNvSpPr>
          <p:nvPr>
            <p:ph type="ctrTitle" idx="16385" hasCustomPrompt="1"/>
            <p:custDataLst>
              <p:tags r:id="rId5"/>
            </p:custDataLst>
          </p:nvPr>
        </p:nvSpPr>
        <p:spPr>
          <a:xfrm>
            <a:off x="609600" y="533400"/>
            <a:ext cx="10972800" cy="609600"/>
          </a:xfrm>
          <a:noFill/>
        </p:spPr>
        <p:txBody>
          <a:bodyPr lIns="0" tIns="0" rIns="0" bIns="0" anchor="t">
            <a:normAutofit/>
          </a:bodyPr>
          <a:lstStyle>
            <a:lvl1pPr marL="0" indent="0" algn="l">
              <a:lnSpc>
                <a:spcPct val="111000"/>
              </a:lnSpc>
              <a:spcBef>
                <a:spcPct val="0"/>
              </a:spcBef>
              <a:spcAft>
                <a:spcPct val="0"/>
              </a:spcAft>
              <a:buNone/>
              <a:defRPr sz="3600" b="0" spc="0">
                <a:solidFill>
                  <a:schemeClr val="tx1"/>
                </a:solidFill>
              </a:defRPr>
            </a:lvl1pPr>
          </a:lstStyle>
          <a:p>
            <a:r>
              <a:rPr lang="zh-CN" altLang="en-US"/>
              <a:t>单击此处添加标题</a:t>
            </a:r>
            <a:endParaRPr lang="zh-CN" altLang="en-US"/>
          </a:p>
        </p:txBody>
      </p:sp>
      <p:sp>
        <p:nvSpPr>
          <p:cNvPr id="12" name="文本占位符 11"/>
          <p:cNvSpPr>
            <a:spLocks noGrp="1"/>
          </p:cNvSpPr>
          <p:nvPr>
            <p:ph type="body" idx="16386" hasCustomPrompt="1"/>
            <p:custDataLst>
              <p:tags r:id="rId6"/>
            </p:custDataLst>
          </p:nvPr>
        </p:nvSpPr>
        <p:spPr>
          <a:xfrm>
            <a:off x="609600" y="1727200"/>
            <a:ext cx="3454400" cy="406400"/>
          </a:xfrm>
          <a:noFill/>
        </p:spPr>
        <p:txBody>
          <a:bodyPr lIns="0" tIns="0" rIns="0" bIns="0" anchor="t">
            <a:normAutofit/>
          </a:bodyPr>
          <a:lstStyle>
            <a:lvl1pPr marL="0" indent="0" algn="ctr">
              <a:lnSpc>
                <a:spcPct val="111000"/>
              </a:lnSpc>
              <a:spcBef>
                <a:spcPct val="0"/>
              </a:spcBef>
              <a:spcAft>
                <a:spcPct val="0"/>
              </a:spcAft>
              <a:buNone/>
              <a:defRPr sz="2400" b="0" spc="0">
                <a:solidFill>
                  <a:schemeClr val="tx1"/>
                </a:solidFill>
              </a:defRPr>
            </a:lvl1pPr>
          </a:lstStyle>
          <a:p>
            <a:pPr lvl="0"/>
            <a:r>
              <a:rPr lang="zh-CN" altLang="en-US" smtClean="0"/>
              <a:t>单击此处添加项标题</a:t>
            </a:r>
            <a:endParaRPr lang="zh-CN" altLang="en-US" smtClean="0"/>
          </a:p>
        </p:txBody>
      </p:sp>
      <p:sp>
        <p:nvSpPr>
          <p:cNvPr id="13" name="装饰  2"/>
          <p:cNvSpPr>
            <a:spLocks noGrp="1"/>
          </p:cNvSpPr>
          <p:nvPr>
            <p:ph type="body" idx="16392" hasCustomPrompt="1"/>
            <p:custDataLst>
              <p:tags r:id="rId7"/>
            </p:custDataLst>
          </p:nvPr>
        </p:nvSpPr>
        <p:spPr>
          <a:xfrm>
            <a:off x="609600" y="2286000"/>
            <a:ext cx="3454400" cy="3759200"/>
          </a:xfrm>
          <a:custGeom>
            <a:avLst/>
            <a:gdLst>
              <a:gd name="connisteX0" fmla="*/ 0 w 3454400"/>
              <a:gd name="connsiteY0" fmla="*/ 203200 h 3759200"/>
              <a:gd name="connisteX1" fmla="*/ 203200 w 3454400"/>
              <a:gd name="connsiteY1" fmla="*/ 0 h 3759200"/>
              <a:gd name="connisteX2" fmla="*/ 3251200 w 3454400"/>
              <a:gd name="connsiteY2" fmla="*/ 0 h 3759200"/>
              <a:gd name="connisteX3" fmla="*/ 3454400 w 3454400"/>
              <a:gd name="connsiteY3" fmla="*/ 203200 h 3759200"/>
              <a:gd name="connisteX4" fmla="*/ 3454400 w 3454400"/>
              <a:gd name="connsiteY4" fmla="*/ 3556000 h 3759200"/>
              <a:gd name="connisteX5" fmla="*/ 3251200 w 3454400"/>
              <a:gd name="connsiteY5" fmla="*/ 3759200 h 3759200"/>
              <a:gd name="connisteX6" fmla="*/ 203200 w 3454400"/>
              <a:gd name="connsiteY6" fmla="*/ 3759200 h 3759200"/>
              <a:gd name="connisteX7" fmla="*/ 0 w 3454400"/>
              <a:gd name="connsiteY7" fmla="*/ 3556000 h 3759200"/>
              <a:gd name="connisteX8" fmla="*/ 0 w 3454400"/>
              <a:gd name="connsiteY8" fmla="*/ 203200 h 3759200"/>
            </a:gdLst>
            <a:ahLst/>
            <a:cxnLst>
              <a:cxn ang="0">
                <a:pos x="connisteX0" y="connsiteY0"/>
              </a:cxn>
              <a:cxn ang="0">
                <a:pos x="connisteX1" y="connsiteY1"/>
              </a:cxn>
              <a:cxn ang="0">
                <a:pos x="connisteX2" y="connsiteY2"/>
              </a:cxn>
              <a:cxn ang="0">
                <a:pos x="connisteX3" y="connsiteY3"/>
              </a:cxn>
              <a:cxn ang="0">
                <a:pos x="connisteX4" y="connsiteY4"/>
              </a:cxn>
              <a:cxn ang="0">
                <a:pos x="connisteX5" y="connsiteY5"/>
              </a:cxn>
              <a:cxn ang="0">
                <a:pos x="connisteX6" y="connsiteY6"/>
              </a:cxn>
              <a:cxn ang="0">
                <a:pos x="connisteX7" y="connsiteY7"/>
              </a:cxn>
              <a:cxn ang="0">
                <a:pos x="connisteX8" y="connsiteY8"/>
              </a:cxn>
            </a:cxnLst>
            <a:pathLst>
              <a:path w="3454400" h="3759200">
                <a:moveTo>
                  <a:pt x="0" y="203200"/>
                </a:moveTo>
                <a:cubicBezTo>
                  <a:pt x="0" y="90976"/>
                  <a:pt x="90976" y="0"/>
                  <a:pt x="203200" y="0"/>
                </a:cubicBezTo>
                <a:lnTo>
                  <a:pt x="3251200" y="0"/>
                </a:lnTo>
                <a:cubicBezTo>
                  <a:pt x="3363424" y="0"/>
                  <a:pt x="3454400" y="90976"/>
                  <a:pt x="3454400" y="203200"/>
                </a:cubicBezTo>
                <a:lnTo>
                  <a:pt x="3454400" y="3556000"/>
                </a:lnTo>
                <a:cubicBezTo>
                  <a:pt x="3454400" y="3668224"/>
                  <a:pt x="3363424" y="3759200"/>
                  <a:pt x="3251200" y="3759200"/>
                </a:cubicBezTo>
                <a:lnTo>
                  <a:pt x="203200" y="3759200"/>
                </a:lnTo>
                <a:cubicBezTo>
                  <a:pt x="90976" y="3759200"/>
                  <a:pt x="0" y="3668224"/>
                  <a:pt x="0" y="3556000"/>
                </a:cubicBezTo>
                <a:lnTo>
                  <a:pt x="0" y="203200"/>
                </a:lnTo>
                <a:close/>
              </a:path>
            </a:pathLst>
          </a:custGeom>
          <a:gradFill>
            <a:gsLst>
              <a:gs pos="0">
                <a:schemeClr val="accent1">
                  <a:lumMod val="10000"/>
                  <a:lumOff val="90000"/>
                </a:schemeClr>
              </a:gs>
              <a:gs pos="100000">
                <a:schemeClr val="accent1">
                  <a:lumMod val="10000"/>
                  <a:lumOff val="90000"/>
                </a:schemeClr>
              </a:gs>
            </a:gsLst>
            <a:lin ang="5400000"/>
          </a:gradFill>
          <a:ln>
            <a:solidFill>
              <a:prstClr val="black">
                <a:alpha val="0"/>
              </a:prstClr>
            </a:solidFill>
            <a:prstDash val="solid"/>
          </a:ln>
        </p:spPr>
        <p:txBody>
          <a:bodyPr>
            <a:noAutofit/>
          </a:bodyPr>
          <a:lstStyle>
            <a:lvl1pPr>
              <a:buNone/>
              <a:defRPr/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zh-CN" altLang="en-US" smtClean="0"/>
              <a:t> </a:t>
            </a:r>
            <a:endParaRPr lang="zh-CN" altLang="en-US" smtClean="0"/>
          </a:p>
        </p:txBody>
      </p:sp>
      <p:sp>
        <p:nvSpPr>
          <p:cNvPr id="14" name="文本占位符 13"/>
          <p:cNvSpPr>
            <a:spLocks noGrp="1"/>
          </p:cNvSpPr>
          <p:nvPr>
            <p:ph type="body" idx="16387" hasCustomPrompt="1"/>
            <p:custDataLst>
              <p:tags r:id="rId8"/>
            </p:custDataLst>
          </p:nvPr>
        </p:nvSpPr>
        <p:spPr>
          <a:xfrm>
            <a:off x="914400" y="2946400"/>
            <a:ext cx="2844800" cy="2438400"/>
          </a:xfrm>
          <a:noFill/>
        </p:spPr>
        <p:txBody>
          <a:bodyPr lIns="0" tIns="0" rIns="0" bIns="0" anchor="t">
            <a:normAutofit/>
          </a:bodyPr>
          <a:lstStyle>
            <a:lvl1pPr marL="0" indent="0" algn="l">
              <a:lnSpc>
                <a:spcPct val="125000"/>
              </a:lnSpc>
              <a:spcBef>
                <a:spcPct val="0"/>
              </a:spcBef>
              <a:spcAft>
                <a:spcPct val="0"/>
              </a:spcAft>
              <a:buNone/>
              <a:defRPr sz="1600" b="0" spc="0">
                <a:solidFill>
                  <a:schemeClr val="tx1"/>
                </a:solidFill>
              </a:defRPr>
            </a:lvl1pPr>
          </a:lstStyle>
          <a:p>
            <a:pPr lvl="0"/>
            <a:r>
              <a:rPr lang="zh-CN" altLang="en-US" smtClean="0"/>
              <a:t>单击此处添加项正文</a:t>
            </a:r>
            <a:endParaRPr lang="zh-CN" altLang="en-US" smtClean="0"/>
          </a:p>
        </p:txBody>
      </p:sp>
      <p:sp>
        <p:nvSpPr>
          <p:cNvPr id="15" name="文本占位符 14"/>
          <p:cNvSpPr>
            <a:spLocks noGrp="1"/>
          </p:cNvSpPr>
          <p:nvPr>
            <p:ph type="body" idx="16388" hasCustomPrompt="1"/>
            <p:custDataLst>
              <p:tags r:id="rId9"/>
            </p:custDataLst>
          </p:nvPr>
        </p:nvSpPr>
        <p:spPr>
          <a:xfrm>
            <a:off x="4368800" y="1727200"/>
            <a:ext cx="3454400" cy="406400"/>
          </a:xfrm>
          <a:noFill/>
        </p:spPr>
        <p:txBody>
          <a:bodyPr lIns="0" tIns="0" rIns="0" bIns="0" anchor="t">
            <a:normAutofit/>
          </a:bodyPr>
          <a:lstStyle>
            <a:lvl1pPr marL="0" indent="0" algn="ctr">
              <a:lnSpc>
                <a:spcPct val="111000"/>
              </a:lnSpc>
              <a:spcBef>
                <a:spcPct val="0"/>
              </a:spcBef>
              <a:spcAft>
                <a:spcPct val="0"/>
              </a:spcAft>
              <a:buNone/>
              <a:defRPr sz="2400" b="0" spc="0">
                <a:solidFill>
                  <a:schemeClr val="tx1"/>
                </a:solidFill>
              </a:defRPr>
            </a:lvl1pPr>
          </a:lstStyle>
          <a:p>
            <a:pPr lvl="0"/>
            <a:r>
              <a:rPr lang="zh-CN" altLang="en-US" smtClean="0"/>
              <a:t>单击此处添加项标题</a:t>
            </a:r>
            <a:endParaRPr lang="zh-CN" altLang="en-US" smtClean="0"/>
          </a:p>
        </p:txBody>
      </p:sp>
      <p:sp>
        <p:nvSpPr>
          <p:cNvPr id="16" name="装饰  5"/>
          <p:cNvSpPr>
            <a:spLocks noGrp="1"/>
          </p:cNvSpPr>
          <p:nvPr>
            <p:ph type="body" idx="16393" hasCustomPrompt="1"/>
            <p:custDataLst>
              <p:tags r:id="rId10"/>
            </p:custDataLst>
          </p:nvPr>
        </p:nvSpPr>
        <p:spPr>
          <a:xfrm>
            <a:off x="4368800" y="2286000"/>
            <a:ext cx="3454400" cy="3759200"/>
          </a:xfrm>
          <a:custGeom>
            <a:avLst/>
            <a:gdLst>
              <a:gd name="connisteX0" fmla="*/ 0 w 3454400"/>
              <a:gd name="connsiteY0" fmla="*/ 203200 h 3759200"/>
              <a:gd name="connisteX1" fmla="*/ 203200 w 3454400"/>
              <a:gd name="connsiteY1" fmla="*/ 0 h 3759200"/>
              <a:gd name="connisteX2" fmla="*/ 3251200 w 3454400"/>
              <a:gd name="connsiteY2" fmla="*/ 0 h 3759200"/>
              <a:gd name="connisteX3" fmla="*/ 3454400 w 3454400"/>
              <a:gd name="connsiteY3" fmla="*/ 203200 h 3759200"/>
              <a:gd name="connisteX4" fmla="*/ 3454400 w 3454400"/>
              <a:gd name="connsiteY4" fmla="*/ 3556000 h 3759200"/>
              <a:gd name="connisteX5" fmla="*/ 3251200 w 3454400"/>
              <a:gd name="connsiteY5" fmla="*/ 3759200 h 3759200"/>
              <a:gd name="connisteX6" fmla="*/ 203200 w 3454400"/>
              <a:gd name="connsiteY6" fmla="*/ 3759200 h 3759200"/>
              <a:gd name="connisteX7" fmla="*/ 0 w 3454400"/>
              <a:gd name="connsiteY7" fmla="*/ 3556000 h 3759200"/>
              <a:gd name="connisteX8" fmla="*/ 0 w 3454400"/>
              <a:gd name="connsiteY8" fmla="*/ 203200 h 3759200"/>
            </a:gdLst>
            <a:ahLst/>
            <a:cxnLst>
              <a:cxn ang="0">
                <a:pos x="connisteX0" y="connsiteY0"/>
              </a:cxn>
              <a:cxn ang="0">
                <a:pos x="connisteX1" y="connsiteY1"/>
              </a:cxn>
              <a:cxn ang="0">
                <a:pos x="connisteX2" y="connsiteY2"/>
              </a:cxn>
              <a:cxn ang="0">
                <a:pos x="connisteX3" y="connsiteY3"/>
              </a:cxn>
              <a:cxn ang="0">
                <a:pos x="connisteX4" y="connsiteY4"/>
              </a:cxn>
              <a:cxn ang="0">
                <a:pos x="connisteX5" y="connsiteY5"/>
              </a:cxn>
              <a:cxn ang="0">
                <a:pos x="connisteX6" y="connsiteY6"/>
              </a:cxn>
              <a:cxn ang="0">
                <a:pos x="connisteX7" y="connsiteY7"/>
              </a:cxn>
              <a:cxn ang="0">
                <a:pos x="connisteX8" y="connsiteY8"/>
              </a:cxn>
            </a:cxnLst>
            <a:pathLst>
              <a:path w="3454400" h="3759200">
                <a:moveTo>
                  <a:pt x="0" y="203200"/>
                </a:moveTo>
                <a:cubicBezTo>
                  <a:pt x="0" y="90976"/>
                  <a:pt x="90976" y="0"/>
                  <a:pt x="203200" y="0"/>
                </a:cubicBezTo>
                <a:lnTo>
                  <a:pt x="3251200" y="0"/>
                </a:lnTo>
                <a:cubicBezTo>
                  <a:pt x="3363424" y="0"/>
                  <a:pt x="3454400" y="90976"/>
                  <a:pt x="3454400" y="203200"/>
                </a:cubicBezTo>
                <a:lnTo>
                  <a:pt x="3454400" y="3556000"/>
                </a:lnTo>
                <a:cubicBezTo>
                  <a:pt x="3454400" y="3668224"/>
                  <a:pt x="3363424" y="3759200"/>
                  <a:pt x="3251200" y="3759200"/>
                </a:cubicBezTo>
                <a:lnTo>
                  <a:pt x="203200" y="3759200"/>
                </a:lnTo>
                <a:cubicBezTo>
                  <a:pt x="90976" y="3759200"/>
                  <a:pt x="0" y="3668224"/>
                  <a:pt x="0" y="3556000"/>
                </a:cubicBezTo>
                <a:lnTo>
                  <a:pt x="0" y="203200"/>
                </a:lnTo>
                <a:close/>
              </a:path>
            </a:pathLst>
          </a:custGeom>
          <a:gradFill>
            <a:gsLst>
              <a:gs pos="0">
                <a:schemeClr val="accent1">
                  <a:lumMod val="10000"/>
                  <a:lumOff val="90000"/>
                </a:schemeClr>
              </a:gs>
              <a:gs pos="100000">
                <a:schemeClr val="accent1">
                  <a:lumMod val="10000"/>
                  <a:lumOff val="90000"/>
                </a:schemeClr>
              </a:gs>
            </a:gsLst>
            <a:lin ang="5400000"/>
          </a:gradFill>
          <a:ln>
            <a:solidFill>
              <a:prstClr val="black">
                <a:alpha val="0"/>
              </a:prstClr>
            </a:solidFill>
            <a:prstDash val="solid"/>
          </a:ln>
        </p:spPr>
        <p:txBody>
          <a:bodyPr>
            <a:noAutofit/>
          </a:bodyPr>
          <a:lstStyle>
            <a:lvl1pPr>
              <a:buNone/>
              <a:defRPr/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zh-CN" altLang="en-US" smtClean="0"/>
              <a:t> </a:t>
            </a:r>
            <a:endParaRPr lang="zh-CN" altLang="en-US" smtClean="0"/>
          </a:p>
        </p:txBody>
      </p:sp>
      <p:sp>
        <p:nvSpPr>
          <p:cNvPr id="17" name="文本占位符 16"/>
          <p:cNvSpPr>
            <a:spLocks noGrp="1"/>
          </p:cNvSpPr>
          <p:nvPr>
            <p:ph type="body" idx="16389" hasCustomPrompt="1"/>
            <p:custDataLst>
              <p:tags r:id="rId11"/>
            </p:custDataLst>
          </p:nvPr>
        </p:nvSpPr>
        <p:spPr>
          <a:xfrm>
            <a:off x="4673600" y="2946400"/>
            <a:ext cx="2844800" cy="2438400"/>
          </a:xfrm>
          <a:noFill/>
        </p:spPr>
        <p:txBody>
          <a:bodyPr lIns="0" tIns="0" rIns="0" bIns="0" anchor="t">
            <a:normAutofit/>
          </a:bodyPr>
          <a:lstStyle>
            <a:lvl1pPr marL="0" indent="0" algn="l">
              <a:lnSpc>
                <a:spcPct val="125000"/>
              </a:lnSpc>
              <a:spcBef>
                <a:spcPct val="0"/>
              </a:spcBef>
              <a:spcAft>
                <a:spcPct val="0"/>
              </a:spcAft>
              <a:buNone/>
              <a:defRPr sz="1600" b="0" spc="0">
                <a:solidFill>
                  <a:schemeClr val="tx1"/>
                </a:solidFill>
              </a:defRPr>
            </a:lvl1pPr>
          </a:lstStyle>
          <a:p>
            <a:pPr lvl="0"/>
            <a:r>
              <a:rPr lang="zh-CN" altLang="en-US" smtClean="0"/>
              <a:t>单击此处添加项正文</a:t>
            </a:r>
            <a:endParaRPr lang="zh-CN" altLang="en-US" smtClean="0"/>
          </a:p>
        </p:txBody>
      </p:sp>
      <p:sp>
        <p:nvSpPr>
          <p:cNvPr id="18" name="文本占位符 17"/>
          <p:cNvSpPr>
            <a:spLocks noGrp="1"/>
          </p:cNvSpPr>
          <p:nvPr>
            <p:ph type="body" idx="16390" hasCustomPrompt="1"/>
            <p:custDataLst>
              <p:tags r:id="rId12"/>
            </p:custDataLst>
          </p:nvPr>
        </p:nvSpPr>
        <p:spPr>
          <a:xfrm>
            <a:off x="8128000" y="1727200"/>
            <a:ext cx="3454400" cy="406400"/>
          </a:xfrm>
          <a:noFill/>
        </p:spPr>
        <p:txBody>
          <a:bodyPr lIns="0" tIns="0" rIns="0" bIns="0" anchor="t">
            <a:normAutofit/>
          </a:bodyPr>
          <a:lstStyle>
            <a:lvl1pPr marL="0" indent="0" algn="ctr">
              <a:lnSpc>
                <a:spcPct val="111000"/>
              </a:lnSpc>
              <a:spcBef>
                <a:spcPct val="0"/>
              </a:spcBef>
              <a:spcAft>
                <a:spcPct val="0"/>
              </a:spcAft>
              <a:buNone/>
              <a:defRPr sz="2400" b="0" spc="0">
                <a:solidFill>
                  <a:schemeClr val="tx1"/>
                </a:solidFill>
              </a:defRPr>
            </a:lvl1pPr>
          </a:lstStyle>
          <a:p>
            <a:pPr lvl="0"/>
            <a:r>
              <a:rPr lang="zh-CN" altLang="en-US" smtClean="0"/>
              <a:t>单击此处添加项标题</a:t>
            </a:r>
            <a:endParaRPr lang="zh-CN" altLang="en-US" smtClean="0"/>
          </a:p>
        </p:txBody>
      </p:sp>
      <p:sp>
        <p:nvSpPr>
          <p:cNvPr id="19" name="装饰  8"/>
          <p:cNvSpPr>
            <a:spLocks noGrp="1"/>
          </p:cNvSpPr>
          <p:nvPr>
            <p:ph type="body" idx="16394" hasCustomPrompt="1"/>
            <p:custDataLst>
              <p:tags r:id="rId13"/>
            </p:custDataLst>
          </p:nvPr>
        </p:nvSpPr>
        <p:spPr>
          <a:xfrm>
            <a:off x="8128000" y="2286000"/>
            <a:ext cx="3454400" cy="3759200"/>
          </a:xfrm>
          <a:custGeom>
            <a:avLst/>
            <a:gdLst>
              <a:gd name="connisteX0" fmla="*/ 0 w 3454400"/>
              <a:gd name="connsiteY0" fmla="*/ 203200 h 3759200"/>
              <a:gd name="connisteX1" fmla="*/ 203200 w 3454400"/>
              <a:gd name="connsiteY1" fmla="*/ 0 h 3759200"/>
              <a:gd name="connisteX2" fmla="*/ 3251200 w 3454400"/>
              <a:gd name="connsiteY2" fmla="*/ 0 h 3759200"/>
              <a:gd name="connisteX3" fmla="*/ 3454400 w 3454400"/>
              <a:gd name="connsiteY3" fmla="*/ 203200 h 3759200"/>
              <a:gd name="connisteX4" fmla="*/ 3454400 w 3454400"/>
              <a:gd name="connsiteY4" fmla="*/ 3556000 h 3759200"/>
              <a:gd name="connisteX5" fmla="*/ 3251200 w 3454400"/>
              <a:gd name="connsiteY5" fmla="*/ 3759200 h 3759200"/>
              <a:gd name="connisteX6" fmla="*/ 203200 w 3454400"/>
              <a:gd name="connsiteY6" fmla="*/ 3759200 h 3759200"/>
              <a:gd name="connisteX7" fmla="*/ 0 w 3454400"/>
              <a:gd name="connsiteY7" fmla="*/ 3556000 h 3759200"/>
              <a:gd name="connisteX8" fmla="*/ 0 w 3454400"/>
              <a:gd name="connsiteY8" fmla="*/ 203200 h 3759200"/>
            </a:gdLst>
            <a:ahLst/>
            <a:cxnLst>
              <a:cxn ang="0">
                <a:pos x="connisteX0" y="connsiteY0"/>
              </a:cxn>
              <a:cxn ang="0">
                <a:pos x="connisteX1" y="connsiteY1"/>
              </a:cxn>
              <a:cxn ang="0">
                <a:pos x="connisteX2" y="connsiteY2"/>
              </a:cxn>
              <a:cxn ang="0">
                <a:pos x="connisteX3" y="connsiteY3"/>
              </a:cxn>
              <a:cxn ang="0">
                <a:pos x="connisteX4" y="connsiteY4"/>
              </a:cxn>
              <a:cxn ang="0">
                <a:pos x="connisteX5" y="connsiteY5"/>
              </a:cxn>
              <a:cxn ang="0">
                <a:pos x="connisteX6" y="connsiteY6"/>
              </a:cxn>
              <a:cxn ang="0">
                <a:pos x="connisteX7" y="connsiteY7"/>
              </a:cxn>
              <a:cxn ang="0">
                <a:pos x="connisteX8" y="connsiteY8"/>
              </a:cxn>
            </a:cxnLst>
            <a:pathLst>
              <a:path w="3454400" h="3759200">
                <a:moveTo>
                  <a:pt x="0" y="203200"/>
                </a:moveTo>
                <a:cubicBezTo>
                  <a:pt x="0" y="90976"/>
                  <a:pt x="90976" y="0"/>
                  <a:pt x="203200" y="0"/>
                </a:cubicBezTo>
                <a:lnTo>
                  <a:pt x="3251200" y="0"/>
                </a:lnTo>
                <a:cubicBezTo>
                  <a:pt x="3363424" y="0"/>
                  <a:pt x="3454400" y="90976"/>
                  <a:pt x="3454400" y="203200"/>
                </a:cubicBezTo>
                <a:lnTo>
                  <a:pt x="3454400" y="3556000"/>
                </a:lnTo>
                <a:cubicBezTo>
                  <a:pt x="3454400" y="3668224"/>
                  <a:pt x="3363424" y="3759200"/>
                  <a:pt x="3251200" y="3759200"/>
                </a:cubicBezTo>
                <a:lnTo>
                  <a:pt x="203200" y="3759200"/>
                </a:lnTo>
                <a:cubicBezTo>
                  <a:pt x="90976" y="3759200"/>
                  <a:pt x="0" y="3668224"/>
                  <a:pt x="0" y="3556000"/>
                </a:cubicBezTo>
                <a:lnTo>
                  <a:pt x="0" y="203200"/>
                </a:lnTo>
                <a:close/>
              </a:path>
            </a:pathLst>
          </a:custGeom>
          <a:gradFill>
            <a:gsLst>
              <a:gs pos="0">
                <a:schemeClr val="accent1">
                  <a:lumMod val="10000"/>
                  <a:lumOff val="90000"/>
                </a:schemeClr>
              </a:gs>
              <a:gs pos="100000">
                <a:schemeClr val="accent1">
                  <a:lumMod val="10000"/>
                  <a:lumOff val="90000"/>
                </a:schemeClr>
              </a:gs>
            </a:gsLst>
            <a:lin ang="5400000"/>
          </a:gradFill>
          <a:ln>
            <a:solidFill>
              <a:prstClr val="black">
                <a:alpha val="0"/>
              </a:prstClr>
            </a:solidFill>
            <a:prstDash val="solid"/>
          </a:ln>
        </p:spPr>
        <p:txBody>
          <a:bodyPr>
            <a:noAutofit/>
          </a:bodyPr>
          <a:lstStyle>
            <a:lvl1pPr>
              <a:buNone/>
              <a:defRPr/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zh-CN" altLang="en-US" smtClean="0"/>
              <a:t> </a:t>
            </a:r>
            <a:endParaRPr lang="zh-CN" altLang="en-US" smtClean="0"/>
          </a:p>
        </p:txBody>
      </p:sp>
      <p:sp>
        <p:nvSpPr>
          <p:cNvPr id="20" name="文本占位符 19"/>
          <p:cNvSpPr>
            <a:spLocks noGrp="1"/>
          </p:cNvSpPr>
          <p:nvPr>
            <p:ph type="body" idx="16391" hasCustomPrompt="1"/>
            <p:custDataLst>
              <p:tags r:id="rId14"/>
            </p:custDataLst>
          </p:nvPr>
        </p:nvSpPr>
        <p:spPr>
          <a:xfrm>
            <a:off x="8432800" y="2946400"/>
            <a:ext cx="2844800" cy="2438400"/>
          </a:xfrm>
          <a:noFill/>
        </p:spPr>
        <p:txBody>
          <a:bodyPr lIns="0" tIns="0" rIns="0" bIns="0" anchor="t">
            <a:normAutofit/>
          </a:bodyPr>
          <a:lstStyle>
            <a:lvl1pPr marL="0" indent="0" algn="l">
              <a:lnSpc>
                <a:spcPct val="125000"/>
              </a:lnSpc>
              <a:spcBef>
                <a:spcPct val="0"/>
              </a:spcBef>
              <a:spcAft>
                <a:spcPct val="0"/>
              </a:spcAft>
              <a:buNone/>
              <a:defRPr sz="1600" b="0" spc="0">
                <a:solidFill>
                  <a:schemeClr val="tx1"/>
                </a:solidFill>
              </a:defRPr>
            </a:lvl1pPr>
          </a:lstStyle>
          <a:p>
            <a:pPr lvl="0"/>
            <a:r>
              <a:rPr lang="zh-CN" altLang="en-US" smtClean="0"/>
              <a:t>单击此处添加项正文</a:t>
            </a:r>
            <a:endParaRPr lang="zh-CN" altLang="en-US" smtClean="0"/>
          </a:p>
        </p:txBody>
      </p:sp>
    </p:spTree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正文页-49_10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日期占位符 5"/>
          <p:cNvSpPr>
            <a:spLocks noGrp="1"/>
          </p:cNvSpPr>
          <p:nvPr>
            <p:ph type="dt" sz="half" idx="10"/>
            <p:custDataLst>
              <p:tags r:id="rId2"/>
            </p:custDataLst>
          </p:nvPr>
        </p:nvSpPr>
        <p:spPr>
          <a:xfrm>
            <a:off x="838200" y="6356350"/>
            <a:ext cx="2743200" cy="365125"/>
          </a:xfrm>
        </p:spPr>
        <p:txBody>
          <a:bodyPr/>
          <a:lstStyle/>
          <a:p>
            <a:fld id="{AFF1154F-E427-4513-B34B-94E36374A1AB}" type="datetimeFigureOut">
              <a:rPr lang="zh-CN" altLang="en-US" smtClean="0"/>
            </a:fld>
            <a:endParaRPr lang="zh-CN" altLang="en-US"/>
          </a:p>
        </p:txBody>
      </p:sp>
      <p:sp>
        <p:nvSpPr>
          <p:cNvPr id="9" name="页脚占位符 8"/>
          <p:cNvSpPr>
            <a:spLocks noGrp="1"/>
          </p:cNvSpPr>
          <p:nvPr>
            <p:ph type="ftr" sz="quarter" idx="11"/>
            <p:custDataLst>
              <p:tags r:id="rId3"/>
            </p:custDataLst>
          </p:nvPr>
        </p:nvSpPr>
        <p:spPr>
          <a:xfrm>
            <a:off x="4038600" y="6356350"/>
            <a:ext cx="4114800" cy="365125"/>
          </a:xfrm>
        </p:spPr>
        <p:txBody>
          <a:bodyPr/>
          <a:lstStyle/>
          <a:p>
            <a:endParaRPr lang="zh-CN" altLang="en-US"/>
          </a:p>
        </p:txBody>
      </p:sp>
      <p:sp>
        <p:nvSpPr>
          <p:cNvPr id="10" name="灯片编号占位符 9"/>
          <p:cNvSpPr>
            <a:spLocks noGrp="1"/>
          </p:cNvSpPr>
          <p:nvPr>
            <p:ph type="sldNum" sz="quarter" idx="12"/>
            <p:custDataLst>
              <p:tags r:id="rId4"/>
            </p:custDataLst>
          </p:nvPr>
        </p:nvSpPr>
        <p:spPr>
          <a:xfrm>
            <a:off x="8610600" y="6356350"/>
            <a:ext cx="2743200" cy="365125"/>
          </a:xfrm>
        </p:spPr>
        <p:txBody>
          <a:bodyPr/>
          <a:lstStyle/>
          <a:p>
            <a:fld id="{CFDA0808-8B01-405B-8ED6-12013DCE0AF6}" type="slidenum">
              <a:rPr lang="zh-CN" altLang="en-US" smtClean="0"/>
            </a:fld>
            <a:endParaRPr lang="zh-CN" altLang="en-US"/>
          </a:p>
        </p:txBody>
      </p:sp>
      <p:sp>
        <p:nvSpPr>
          <p:cNvPr id="11" name="标题 10"/>
          <p:cNvSpPr>
            <a:spLocks noGrp="1"/>
          </p:cNvSpPr>
          <p:nvPr>
            <p:ph type="ctrTitle" idx="16385" hasCustomPrompt="1"/>
            <p:custDataLst>
              <p:tags r:id="rId5"/>
            </p:custDataLst>
          </p:nvPr>
        </p:nvSpPr>
        <p:spPr>
          <a:xfrm>
            <a:off x="609600" y="533400"/>
            <a:ext cx="10972800" cy="609600"/>
          </a:xfrm>
          <a:noFill/>
        </p:spPr>
        <p:txBody>
          <a:bodyPr lIns="0" tIns="0" rIns="0" bIns="0" anchor="t">
            <a:normAutofit/>
          </a:bodyPr>
          <a:lstStyle>
            <a:lvl1pPr marL="0" indent="0" algn="l">
              <a:lnSpc>
                <a:spcPct val="111000"/>
              </a:lnSpc>
              <a:spcBef>
                <a:spcPct val="0"/>
              </a:spcBef>
              <a:spcAft>
                <a:spcPct val="0"/>
              </a:spcAft>
              <a:buNone/>
              <a:defRPr sz="3600" b="0" spc="0">
                <a:solidFill>
                  <a:schemeClr val="tx1"/>
                </a:solidFill>
              </a:defRPr>
            </a:lvl1pPr>
          </a:lstStyle>
          <a:p>
            <a:r>
              <a:rPr lang="zh-CN" altLang="en-US"/>
              <a:t>单击此处添加标题</a:t>
            </a:r>
            <a:endParaRPr lang="zh-CN" altLang="en-US"/>
          </a:p>
        </p:txBody>
      </p:sp>
      <p:sp>
        <p:nvSpPr>
          <p:cNvPr id="12" name="装饰  1"/>
          <p:cNvSpPr>
            <a:spLocks noGrp="1"/>
          </p:cNvSpPr>
          <p:nvPr>
            <p:ph type="body" idx="16395" hasCustomPrompt="1"/>
            <p:custDataLst>
              <p:tags r:id="rId6"/>
            </p:custDataLst>
          </p:nvPr>
        </p:nvSpPr>
        <p:spPr>
          <a:xfrm>
            <a:off x="1625600" y="2260600"/>
            <a:ext cx="1219200" cy="1219200"/>
          </a:xfrm>
          <a:custGeom>
            <a:avLst/>
            <a:gdLst>
              <a:gd name="connisteX0" fmla="*/ 0 w 1219200"/>
              <a:gd name="connsiteY0" fmla="*/ 304800 h 1219200"/>
              <a:gd name="connisteX1" fmla="*/ 304800 w 1219200"/>
              <a:gd name="connsiteY1" fmla="*/ 0 h 1219200"/>
              <a:gd name="connisteX2" fmla="*/ 914400 w 1219200"/>
              <a:gd name="connsiteY2" fmla="*/ 0 h 1219200"/>
              <a:gd name="connisteX3" fmla="*/ 1219200 w 1219200"/>
              <a:gd name="connsiteY3" fmla="*/ 304800 h 1219200"/>
              <a:gd name="connisteX4" fmla="*/ 1219200 w 1219200"/>
              <a:gd name="connsiteY4" fmla="*/ 914400 h 1219200"/>
              <a:gd name="connisteX5" fmla="*/ 914400 w 1219200"/>
              <a:gd name="connsiteY5" fmla="*/ 1219200 h 1219200"/>
              <a:gd name="connisteX6" fmla="*/ 304800 w 1219200"/>
              <a:gd name="connsiteY6" fmla="*/ 1219200 h 1219200"/>
              <a:gd name="connisteX7" fmla="*/ 0 w 1219200"/>
              <a:gd name="connsiteY7" fmla="*/ 914400 h 1219200"/>
              <a:gd name="connisteX8" fmla="*/ 0 w 1219200"/>
              <a:gd name="connsiteY8" fmla="*/ 304800 h 1219200"/>
            </a:gdLst>
            <a:ahLst/>
            <a:cxnLst>
              <a:cxn ang="0">
                <a:pos x="connisteX0" y="connsiteY0"/>
              </a:cxn>
              <a:cxn ang="0">
                <a:pos x="connisteX1" y="connsiteY1"/>
              </a:cxn>
              <a:cxn ang="0">
                <a:pos x="connisteX2" y="connsiteY2"/>
              </a:cxn>
              <a:cxn ang="0">
                <a:pos x="connisteX3" y="connsiteY3"/>
              </a:cxn>
              <a:cxn ang="0">
                <a:pos x="connisteX4" y="connsiteY4"/>
              </a:cxn>
              <a:cxn ang="0">
                <a:pos x="connisteX5" y="connsiteY5"/>
              </a:cxn>
              <a:cxn ang="0">
                <a:pos x="connisteX6" y="connsiteY6"/>
              </a:cxn>
              <a:cxn ang="0">
                <a:pos x="connisteX7" y="connsiteY7"/>
              </a:cxn>
              <a:cxn ang="0">
                <a:pos x="connisteX8" y="connsiteY8"/>
              </a:cxn>
            </a:cxnLst>
            <a:pathLst>
              <a:path w="1219200" h="1219200">
                <a:moveTo>
                  <a:pt x="0" y="304800"/>
                </a:moveTo>
                <a:cubicBezTo>
                  <a:pt x="0" y="136464"/>
                  <a:pt x="136464" y="0"/>
                  <a:pt x="304800" y="0"/>
                </a:cubicBezTo>
                <a:lnTo>
                  <a:pt x="914400" y="0"/>
                </a:lnTo>
                <a:cubicBezTo>
                  <a:pt x="1082736" y="0"/>
                  <a:pt x="1219200" y="136464"/>
                  <a:pt x="1219200" y="304800"/>
                </a:cubicBezTo>
                <a:lnTo>
                  <a:pt x="1219200" y="914400"/>
                </a:lnTo>
                <a:cubicBezTo>
                  <a:pt x="1219200" y="1082736"/>
                  <a:pt x="1082736" y="1219200"/>
                  <a:pt x="914400" y="1219200"/>
                </a:cubicBezTo>
                <a:lnTo>
                  <a:pt x="304800" y="1219200"/>
                </a:lnTo>
                <a:cubicBezTo>
                  <a:pt x="136464" y="1219200"/>
                  <a:pt x="0" y="1082736"/>
                  <a:pt x="0" y="914400"/>
                </a:cubicBezTo>
                <a:lnTo>
                  <a:pt x="0" y="304800"/>
                </a:lnTo>
                <a:close/>
              </a:path>
            </a:pathLst>
          </a:custGeom>
          <a:solidFill>
            <a:schemeClr val="accent1"/>
          </a:solidFill>
          <a:ln>
            <a:solidFill>
              <a:prstClr val="black">
                <a:alpha val="0"/>
              </a:prstClr>
            </a:solidFill>
            <a:prstDash val="solid"/>
          </a:ln>
        </p:spPr>
        <p:txBody>
          <a:bodyPr>
            <a:noAutofit/>
          </a:bodyPr>
          <a:lstStyle>
            <a:lvl1pPr>
              <a:buNone/>
              <a:defRPr/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zh-CN" altLang="en-US" smtClean="0"/>
              <a:t> </a:t>
            </a:r>
            <a:endParaRPr lang="zh-CN" altLang="en-US" smtClean="0"/>
          </a:p>
        </p:txBody>
      </p:sp>
      <p:sp>
        <p:nvSpPr>
          <p:cNvPr id="13" name="文本占位符 12"/>
          <p:cNvSpPr>
            <a:spLocks noGrp="1"/>
          </p:cNvSpPr>
          <p:nvPr>
            <p:ph type="body" idx="16388" hasCustomPrompt="1"/>
            <p:custDataLst>
              <p:tags r:id="rId7"/>
            </p:custDataLst>
          </p:nvPr>
        </p:nvSpPr>
        <p:spPr>
          <a:xfrm>
            <a:off x="1873250" y="2565400"/>
            <a:ext cx="723900" cy="609600"/>
          </a:xfrm>
          <a:noFill/>
        </p:spPr>
        <p:txBody>
          <a:bodyPr wrap="none" lIns="0" tIns="0" rIns="0" bIns="0" anchor="ctr">
            <a:noAutofit/>
          </a:bodyPr>
          <a:lstStyle>
            <a:lvl1pPr marL="0" indent="0" algn="ctr">
              <a:lnSpc>
                <a:spcPct val="109000"/>
              </a:lnSpc>
              <a:spcBef>
                <a:spcPct val="0"/>
              </a:spcBef>
              <a:spcAft>
                <a:spcPct val="0"/>
              </a:spcAft>
              <a:buNone/>
              <a:defRPr sz="4800" b="0" spc="0">
                <a:solidFill>
                  <a:srgbClr val="FFFFFF"/>
                </a:solidFill>
              </a:defRPr>
            </a:lvl1pPr>
          </a:lstStyle>
          <a:p>
            <a:pPr lvl="0"/>
            <a:r>
              <a:rPr lang="zh-CN" altLang="en-US" smtClean="0"/>
              <a:t>01</a:t>
            </a:r>
            <a:endParaRPr lang="zh-CN" altLang="en-US" smtClean="0"/>
          </a:p>
        </p:txBody>
      </p:sp>
      <p:sp>
        <p:nvSpPr>
          <p:cNvPr id="14" name="文本占位符 13"/>
          <p:cNvSpPr>
            <a:spLocks noGrp="1"/>
          </p:cNvSpPr>
          <p:nvPr>
            <p:ph type="body" idx="16386" hasCustomPrompt="1"/>
            <p:custDataLst>
              <p:tags r:id="rId8"/>
            </p:custDataLst>
          </p:nvPr>
        </p:nvSpPr>
        <p:spPr>
          <a:xfrm>
            <a:off x="609600" y="3784600"/>
            <a:ext cx="3251200" cy="406400"/>
          </a:xfrm>
          <a:noFill/>
        </p:spPr>
        <p:txBody>
          <a:bodyPr lIns="0" tIns="0" rIns="0" bIns="0" anchor="t">
            <a:normAutofit/>
          </a:bodyPr>
          <a:lstStyle>
            <a:lvl1pPr marL="0" indent="0" algn="ctr">
              <a:lnSpc>
                <a:spcPct val="111000"/>
              </a:lnSpc>
              <a:spcBef>
                <a:spcPct val="0"/>
              </a:spcBef>
              <a:spcAft>
                <a:spcPct val="0"/>
              </a:spcAft>
              <a:buNone/>
              <a:defRPr sz="2400" b="0" spc="0">
                <a:solidFill>
                  <a:schemeClr val="tx1"/>
                </a:solidFill>
              </a:defRPr>
            </a:lvl1pPr>
          </a:lstStyle>
          <a:p>
            <a:pPr lvl="0"/>
            <a:r>
              <a:rPr lang="zh-CN" altLang="en-US" smtClean="0"/>
              <a:t>单击此处添加项标题</a:t>
            </a:r>
            <a:endParaRPr lang="zh-CN" altLang="en-US" smtClean="0"/>
          </a:p>
        </p:txBody>
      </p:sp>
      <p:sp>
        <p:nvSpPr>
          <p:cNvPr id="15" name="文本占位符 14"/>
          <p:cNvSpPr>
            <a:spLocks noGrp="1"/>
          </p:cNvSpPr>
          <p:nvPr>
            <p:ph type="body" idx="16387" hasCustomPrompt="1"/>
            <p:custDataLst>
              <p:tags r:id="rId9"/>
            </p:custDataLst>
          </p:nvPr>
        </p:nvSpPr>
        <p:spPr>
          <a:xfrm>
            <a:off x="609600" y="4292600"/>
            <a:ext cx="3251200" cy="1219200"/>
          </a:xfrm>
          <a:noFill/>
        </p:spPr>
        <p:txBody>
          <a:bodyPr lIns="0" tIns="0" rIns="0" bIns="0" anchor="t">
            <a:normAutofit/>
          </a:bodyPr>
          <a:lstStyle>
            <a:lvl1pPr marL="0" indent="0" algn="ctr">
              <a:lnSpc>
                <a:spcPct val="125000"/>
              </a:lnSpc>
              <a:spcBef>
                <a:spcPct val="0"/>
              </a:spcBef>
              <a:spcAft>
                <a:spcPct val="0"/>
              </a:spcAft>
              <a:buNone/>
              <a:defRPr sz="1600" b="0" spc="0">
                <a:solidFill>
                  <a:schemeClr val="tx1"/>
                </a:solidFill>
              </a:defRPr>
            </a:lvl1pPr>
          </a:lstStyle>
          <a:p>
            <a:pPr lvl="0"/>
            <a:r>
              <a:rPr lang="zh-CN" altLang="en-US" smtClean="0"/>
              <a:t>单击此处添加项正文</a:t>
            </a:r>
            <a:endParaRPr lang="zh-CN" altLang="en-US" smtClean="0"/>
          </a:p>
        </p:txBody>
      </p:sp>
      <p:sp>
        <p:nvSpPr>
          <p:cNvPr id="16" name="装饰  5"/>
          <p:cNvSpPr>
            <a:spLocks noGrp="1"/>
          </p:cNvSpPr>
          <p:nvPr>
            <p:ph type="body" idx="16396" hasCustomPrompt="1"/>
            <p:custDataLst>
              <p:tags r:id="rId10"/>
            </p:custDataLst>
          </p:nvPr>
        </p:nvSpPr>
        <p:spPr>
          <a:xfrm>
            <a:off x="5486400" y="2260600"/>
            <a:ext cx="1219200" cy="1219200"/>
          </a:xfrm>
          <a:custGeom>
            <a:avLst/>
            <a:gdLst>
              <a:gd name="connisteX0" fmla="*/ 0 w 1219200"/>
              <a:gd name="connsiteY0" fmla="*/ 304800 h 1219200"/>
              <a:gd name="connisteX1" fmla="*/ 304800 w 1219200"/>
              <a:gd name="connsiteY1" fmla="*/ 0 h 1219200"/>
              <a:gd name="connisteX2" fmla="*/ 914400 w 1219200"/>
              <a:gd name="connsiteY2" fmla="*/ 0 h 1219200"/>
              <a:gd name="connisteX3" fmla="*/ 1219200 w 1219200"/>
              <a:gd name="connsiteY3" fmla="*/ 304800 h 1219200"/>
              <a:gd name="connisteX4" fmla="*/ 1219200 w 1219200"/>
              <a:gd name="connsiteY4" fmla="*/ 914400 h 1219200"/>
              <a:gd name="connisteX5" fmla="*/ 914400 w 1219200"/>
              <a:gd name="connsiteY5" fmla="*/ 1219200 h 1219200"/>
              <a:gd name="connisteX6" fmla="*/ 304800 w 1219200"/>
              <a:gd name="connsiteY6" fmla="*/ 1219200 h 1219200"/>
              <a:gd name="connisteX7" fmla="*/ 0 w 1219200"/>
              <a:gd name="connsiteY7" fmla="*/ 914400 h 1219200"/>
              <a:gd name="connisteX8" fmla="*/ 0 w 1219200"/>
              <a:gd name="connsiteY8" fmla="*/ 304800 h 1219200"/>
            </a:gdLst>
            <a:ahLst/>
            <a:cxnLst>
              <a:cxn ang="0">
                <a:pos x="connisteX0" y="connsiteY0"/>
              </a:cxn>
              <a:cxn ang="0">
                <a:pos x="connisteX1" y="connsiteY1"/>
              </a:cxn>
              <a:cxn ang="0">
                <a:pos x="connisteX2" y="connsiteY2"/>
              </a:cxn>
              <a:cxn ang="0">
                <a:pos x="connisteX3" y="connsiteY3"/>
              </a:cxn>
              <a:cxn ang="0">
                <a:pos x="connisteX4" y="connsiteY4"/>
              </a:cxn>
              <a:cxn ang="0">
                <a:pos x="connisteX5" y="connsiteY5"/>
              </a:cxn>
              <a:cxn ang="0">
                <a:pos x="connisteX6" y="connsiteY6"/>
              </a:cxn>
              <a:cxn ang="0">
                <a:pos x="connisteX7" y="connsiteY7"/>
              </a:cxn>
              <a:cxn ang="0">
                <a:pos x="connisteX8" y="connsiteY8"/>
              </a:cxn>
            </a:cxnLst>
            <a:pathLst>
              <a:path w="1219200" h="1219200">
                <a:moveTo>
                  <a:pt x="0" y="304800"/>
                </a:moveTo>
                <a:cubicBezTo>
                  <a:pt x="0" y="136464"/>
                  <a:pt x="136464" y="0"/>
                  <a:pt x="304800" y="0"/>
                </a:cubicBezTo>
                <a:lnTo>
                  <a:pt x="914400" y="0"/>
                </a:lnTo>
                <a:cubicBezTo>
                  <a:pt x="1082736" y="0"/>
                  <a:pt x="1219200" y="136464"/>
                  <a:pt x="1219200" y="304800"/>
                </a:cubicBezTo>
                <a:lnTo>
                  <a:pt x="1219200" y="914400"/>
                </a:lnTo>
                <a:cubicBezTo>
                  <a:pt x="1219200" y="1082736"/>
                  <a:pt x="1082736" y="1219200"/>
                  <a:pt x="914400" y="1219200"/>
                </a:cubicBezTo>
                <a:lnTo>
                  <a:pt x="304800" y="1219200"/>
                </a:lnTo>
                <a:cubicBezTo>
                  <a:pt x="136464" y="1219200"/>
                  <a:pt x="0" y="1082736"/>
                  <a:pt x="0" y="914400"/>
                </a:cubicBezTo>
                <a:lnTo>
                  <a:pt x="0" y="304800"/>
                </a:lnTo>
                <a:close/>
              </a:path>
            </a:pathLst>
          </a:custGeom>
          <a:solidFill>
            <a:schemeClr val="accent1"/>
          </a:solidFill>
          <a:ln>
            <a:solidFill>
              <a:prstClr val="black">
                <a:alpha val="0"/>
              </a:prstClr>
            </a:solidFill>
            <a:prstDash val="solid"/>
          </a:ln>
        </p:spPr>
        <p:txBody>
          <a:bodyPr>
            <a:noAutofit/>
          </a:bodyPr>
          <a:lstStyle>
            <a:lvl1pPr>
              <a:buNone/>
              <a:defRPr/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zh-CN" altLang="en-US" smtClean="0"/>
              <a:t> </a:t>
            </a:r>
            <a:endParaRPr lang="zh-CN" altLang="en-US" smtClean="0"/>
          </a:p>
        </p:txBody>
      </p:sp>
      <p:sp>
        <p:nvSpPr>
          <p:cNvPr id="17" name="文本占位符 16"/>
          <p:cNvSpPr>
            <a:spLocks noGrp="1"/>
          </p:cNvSpPr>
          <p:nvPr>
            <p:ph type="body" idx="16391" hasCustomPrompt="1"/>
            <p:custDataLst>
              <p:tags r:id="rId11"/>
            </p:custDataLst>
          </p:nvPr>
        </p:nvSpPr>
        <p:spPr>
          <a:xfrm>
            <a:off x="5734050" y="2565400"/>
            <a:ext cx="723900" cy="609600"/>
          </a:xfrm>
          <a:noFill/>
        </p:spPr>
        <p:txBody>
          <a:bodyPr wrap="none" lIns="0" tIns="0" rIns="0" bIns="0" anchor="ctr">
            <a:noAutofit/>
          </a:bodyPr>
          <a:lstStyle>
            <a:lvl1pPr marL="0" indent="0" algn="ctr">
              <a:lnSpc>
                <a:spcPct val="109000"/>
              </a:lnSpc>
              <a:spcBef>
                <a:spcPct val="0"/>
              </a:spcBef>
              <a:spcAft>
                <a:spcPct val="0"/>
              </a:spcAft>
              <a:buNone/>
              <a:defRPr sz="4800" b="0" spc="0">
                <a:solidFill>
                  <a:srgbClr val="FFFFFF"/>
                </a:solidFill>
              </a:defRPr>
            </a:lvl1pPr>
          </a:lstStyle>
          <a:p>
            <a:pPr lvl="0"/>
            <a:r>
              <a:rPr lang="zh-CN" altLang="en-US" smtClean="0"/>
              <a:t>02</a:t>
            </a:r>
            <a:endParaRPr lang="zh-CN" altLang="en-US" smtClean="0"/>
          </a:p>
        </p:txBody>
      </p:sp>
      <p:sp>
        <p:nvSpPr>
          <p:cNvPr id="18" name="文本占位符 17"/>
          <p:cNvSpPr>
            <a:spLocks noGrp="1"/>
          </p:cNvSpPr>
          <p:nvPr>
            <p:ph type="body" idx="16389" hasCustomPrompt="1"/>
            <p:custDataLst>
              <p:tags r:id="rId12"/>
            </p:custDataLst>
          </p:nvPr>
        </p:nvSpPr>
        <p:spPr>
          <a:xfrm>
            <a:off x="4470400" y="3784600"/>
            <a:ext cx="3251200" cy="406400"/>
          </a:xfrm>
          <a:noFill/>
        </p:spPr>
        <p:txBody>
          <a:bodyPr lIns="0" tIns="0" rIns="0" bIns="0" anchor="t">
            <a:normAutofit/>
          </a:bodyPr>
          <a:lstStyle>
            <a:lvl1pPr marL="0" indent="0" algn="ctr">
              <a:lnSpc>
                <a:spcPct val="111000"/>
              </a:lnSpc>
              <a:spcBef>
                <a:spcPct val="0"/>
              </a:spcBef>
              <a:spcAft>
                <a:spcPct val="0"/>
              </a:spcAft>
              <a:buNone/>
              <a:defRPr sz="2400" b="0" spc="0">
                <a:solidFill>
                  <a:schemeClr val="tx1"/>
                </a:solidFill>
              </a:defRPr>
            </a:lvl1pPr>
          </a:lstStyle>
          <a:p>
            <a:pPr lvl="0"/>
            <a:r>
              <a:rPr lang="zh-CN" altLang="en-US" smtClean="0"/>
              <a:t>单击此处添加项标题</a:t>
            </a:r>
            <a:endParaRPr lang="zh-CN" altLang="en-US" smtClean="0"/>
          </a:p>
        </p:txBody>
      </p:sp>
      <p:sp>
        <p:nvSpPr>
          <p:cNvPr id="19" name="文本占位符 18"/>
          <p:cNvSpPr>
            <a:spLocks noGrp="1"/>
          </p:cNvSpPr>
          <p:nvPr>
            <p:ph type="body" idx="16390" hasCustomPrompt="1"/>
            <p:custDataLst>
              <p:tags r:id="rId13"/>
            </p:custDataLst>
          </p:nvPr>
        </p:nvSpPr>
        <p:spPr>
          <a:xfrm>
            <a:off x="4470400" y="4292600"/>
            <a:ext cx="3251200" cy="1219200"/>
          </a:xfrm>
          <a:noFill/>
        </p:spPr>
        <p:txBody>
          <a:bodyPr lIns="0" tIns="0" rIns="0" bIns="0" anchor="t">
            <a:normAutofit/>
          </a:bodyPr>
          <a:lstStyle>
            <a:lvl1pPr marL="0" indent="0" algn="ctr">
              <a:lnSpc>
                <a:spcPct val="125000"/>
              </a:lnSpc>
              <a:spcBef>
                <a:spcPct val="0"/>
              </a:spcBef>
              <a:spcAft>
                <a:spcPct val="0"/>
              </a:spcAft>
              <a:buNone/>
              <a:defRPr sz="1600" b="0" spc="0">
                <a:solidFill>
                  <a:schemeClr val="tx1"/>
                </a:solidFill>
              </a:defRPr>
            </a:lvl1pPr>
          </a:lstStyle>
          <a:p>
            <a:pPr lvl="0"/>
            <a:r>
              <a:rPr lang="zh-CN" altLang="en-US" smtClean="0"/>
              <a:t>单击此处添加项正文</a:t>
            </a:r>
            <a:endParaRPr lang="zh-CN" altLang="en-US" smtClean="0"/>
          </a:p>
        </p:txBody>
      </p:sp>
      <p:sp>
        <p:nvSpPr>
          <p:cNvPr id="20" name="装饰  9"/>
          <p:cNvSpPr>
            <a:spLocks noGrp="1"/>
          </p:cNvSpPr>
          <p:nvPr>
            <p:ph type="body" idx="16397" hasCustomPrompt="1"/>
            <p:custDataLst>
              <p:tags r:id="rId14"/>
            </p:custDataLst>
          </p:nvPr>
        </p:nvSpPr>
        <p:spPr>
          <a:xfrm>
            <a:off x="9347200" y="2260600"/>
            <a:ext cx="1219200" cy="1219200"/>
          </a:xfrm>
          <a:custGeom>
            <a:avLst/>
            <a:gdLst>
              <a:gd name="connisteX0" fmla="*/ 0 w 1219200"/>
              <a:gd name="connsiteY0" fmla="*/ 304800 h 1219200"/>
              <a:gd name="connisteX1" fmla="*/ 304800 w 1219200"/>
              <a:gd name="connsiteY1" fmla="*/ 0 h 1219200"/>
              <a:gd name="connisteX2" fmla="*/ 914400 w 1219200"/>
              <a:gd name="connsiteY2" fmla="*/ 0 h 1219200"/>
              <a:gd name="connisteX3" fmla="*/ 1219200 w 1219200"/>
              <a:gd name="connsiteY3" fmla="*/ 304800 h 1219200"/>
              <a:gd name="connisteX4" fmla="*/ 1219200 w 1219200"/>
              <a:gd name="connsiteY4" fmla="*/ 914400 h 1219200"/>
              <a:gd name="connisteX5" fmla="*/ 914400 w 1219200"/>
              <a:gd name="connsiteY5" fmla="*/ 1219200 h 1219200"/>
              <a:gd name="connisteX6" fmla="*/ 304800 w 1219200"/>
              <a:gd name="connsiteY6" fmla="*/ 1219200 h 1219200"/>
              <a:gd name="connisteX7" fmla="*/ 0 w 1219200"/>
              <a:gd name="connsiteY7" fmla="*/ 914400 h 1219200"/>
              <a:gd name="connisteX8" fmla="*/ 0 w 1219200"/>
              <a:gd name="connsiteY8" fmla="*/ 304800 h 1219200"/>
            </a:gdLst>
            <a:ahLst/>
            <a:cxnLst>
              <a:cxn ang="0">
                <a:pos x="connisteX0" y="connsiteY0"/>
              </a:cxn>
              <a:cxn ang="0">
                <a:pos x="connisteX1" y="connsiteY1"/>
              </a:cxn>
              <a:cxn ang="0">
                <a:pos x="connisteX2" y="connsiteY2"/>
              </a:cxn>
              <a:cxn ang="0">
                <a:pos x="connisteX3" y="connsiteY3"/>
              </a:cxn>
              <a:cxn ang="0">
                <a:pos x="connisteX4" y="connsiteY4"/>
              </a:cxn>
              <a:cxn ang="0">
                <a:pos x="connisteX5" y="connsiteY5"/>
              </a:cxn>
              <a:cxn ang="0">
                <a:pos x="connisteX6" y="connsiteY6"/>
              </a:cxn>
              <a:cxn ang="0">
                <a:pos x="connisteX7" y="connsiteY7"/>
              </a:cxn>
              <a:cxn ang="0">
                <a:pos x="connisteX8" y="connsiteY8"/>
              </a:cxn>
            </a:cxnLst>
            <a:pathLst>
              <a:path w="1219200" h="1219200">
                <a:moveTo>
                  <a:pt x="0" y="304800"/>
                </a:moveTo>
                <a:cubicBezTo>
                  <a:pt x="0" y="136464"/>
                  <a:pt x="136464" y="0"/>
                  <a:pt x="304800" y="0"/>
                </a:cubicBezTo>
                <a:lnTo>
                  <a:pt x="914400" y="0"/>
                </a:lnTo>
                <a:cubicBezTo>
                  <a:pt x="1082736" y="0"/>
                  <a:pt x="1219200" y="136464"/>
                  <a:pt x="1219200" y="304800"/>
                </a:cubicBezTo>
                <a:lnTo>
                  <a:pt x="1219200" y="914400"/>
                </a:lnTo>
                <a:cubicBezTo>
                  <a:pt x="1219200" y="1082736"/>
                  <a:pt x="1082736" y="1219200"/>
                  <a:pt x="914400" y="1219200"/>
                </a:cubicBezTo>
                <a:lnTo>
                  <a:pt x="304800" y="1219200"/>
                </a:lnTo>
                <a:cubicBezTo>
                  <a:pt x="136464" y="1219200"/>
                  <a:pt x="0" y="1082736"/>
                  <a:pt x="0" y="914400"/>
                </a:cubicBezTo>
                <a:lnTo>
                  <a:pt x="0" y="304800"/>
                </a:lnTo>
                <a:close/>
              </a:path>
            </a:pathLst>
          </a:custGeom>
          <a:solidFill>
            <a:schemeClr val="accent1"/>
          </a:solidFill>
          <a:ln>
            <a:solidFill>
              <a:prstClr val="black">
                <a:alpha val="0"/>
              </a:prstClr>
            </a:solidFill>
            <a:prstDash val="solid"/>
          </a:ln>
        </p:spPr>
        <p:txBody>
          <a:bodyPr>
            <a:noAutofit/>
          </a:bodyPr>
          <a:lstStyle>
            <a:lvl1pPr>
              <a:buNone/>
              <a:defRPr/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zh-CN" altLang="en-US" smtClean="0"/>
              <a:t> </a:t>
            </a:r>
            <a:endParaRPr lang="zh-CN" altLang="en-US" smtClean="0"/>
          </a:p>
        </p:txBody>
      </p:sp>
      <p:sp>
        <p:nvSpPr>
          <p:cNvPr id="21" name="文本占位符 20"/>
          <p:cNvSpPr>
            <a:spLocks noGrp="1"/>
          </p:cNvSpPr>
          <p:nvPr>
            <p:ph type="body" idx="16394" hasCustomPrompt="1"/>
            <p:custDataLst>
              <p:tags r:id="rId15"/>
            </p:custDataLst>
          </p:nvPr>
        </p:nvSpPr>
        <p:spPr>
          <a:xfrm>
            <a:off x="9594850" y="2565400"/>
            <a:ext cx="723900" cy="609600"/>
          </a:xfrm>
          <a:noFill/>
        </p:spPr>
        <p:txBody>
          <a:bodyPr wrap="none" lIns="0" tIns="0" rIns="0" bIns="0" anchor="ctr">
            <a:noAutofit/>
          </a:bodyPr>
          <a:lstStyle>
            <a:lvl1pPr marL="0" indent="0" algn="ctr">
              <a:lnSpc>
                <a:spcPct val="109000"/>
              </a:lnSpc>
              <a:spcBef>
                <a:spcPct val="0"/>
              </a:spcBef>
              <a:spcAft>
                <a:spcPct val="0"/>
              </a:spcAft>
              <a:buNone/>
              <a:defRPr sz="4800" b="0" spc="0">
                <a:solidFill>
                  <a:srgbClr val="FFFFFF"/>
                </a:solidFill>
              </a:defRPr>
            </a:lvl1pPr>
          </a:lstStyle>
          <a:p>
            <a:pPr lvl="0"/>
            <a:r>
              <a:rPr lang="zh-CN" altLang="en-US" smtClean="0"/>
              <a:t>03</a:t>
            </a:r>
            <a:endParaRPr lang="zh-CN" altLang="en-US" smtClean="0"/>
          </a:p>
        </p:txBody>
      </p:sp>
      <p:sp>
        <p:nvSpPr>
          <p:cNvPr id="22" name="文本占位符 21"/>
          <p:cNvSpPr>
            <a:spLocks noGrp="1"/>
          </p:cNvSpPr>
          <p:nvPr>
            <p:ph type="body" idx="16392" hasCustomPrompt="1"/>
            <p:custDataLst>
              <p:tags r:id="rId16"/>
            </p:custDataLst>
          </p:nvPr>
        </p:nvSpPr>
        <p:spPr>
          <a:xfrm>
            <a:off x="8331200" y="3784600"/>
            <a:ext cx="3251200" cy="406400"/>
          </a:xfrm>
          <a:noFill/>
        </p:spPr>
        <p:txBody>
          <a:bodyPr lIns="0" tIns="0" rIns="0" bIns="0" anchor="t">
            <a:normAutofit/>
          </a:bodyPr>
          <a:lstStyle>
            <a:lvl1pPr marL="0" indent="0" algn="ctr">
              <a:lnSpc>
                <a:spcPct val="111000"/>
              </a:lnSpc>
              <a:spcBef>
                <a:spcPct val="0"/>
              </a:spcBef>
              <a:spcAft>
                <a:spcPct val="0"/>
              </a:spcAft>
              <a:buNone/>
              <a:defRPr sz="2400" b="0" spc="0">
                <a:solidFill>
                  <a:schemeClr val="tx1"/>
                </a:solidFill>
              </a:defRPr>
            </a:lvl1pPr>
          </a:lstStyle>
          <a:p>
            <a:pPr lvl="0"/>
            <a:r>
              <a:rPr lang="zh-CN" altLang="en-US" smtClean="0"/>
              <a:t>单击此处添加项标题</a:t>
            </a:r>
            <a:endParaRPr lang="zh-CN" altLang="en-US" smtClean="0"/>
          </a:p>
        </p:txBody>
      </p:sp>
      <p:sp>
        <p:nvSpPr>
          <p:cNvPr id="23" name="文本占位符 22"/>
          <p:cNvSpPr>
            <a:spLocks noGrp="1"/>
          </p:cNvSpPr>
          <p:nvPr>
            <p:ph type="body" idx="16393" hasCustomPrompt="1"/>
            <p:custDataLst>
              <p:tags r:id="rId17"/>
            </p:custDataLst>
          </p:nvPr>
        </p:nvSpPr>
        <p:spPr>
          <a:xfrm>
            <a:off x="8331200" y="4292600"/>
            <a:ext cx="3251200" cy="1219200"/>
          </a:xfrm>
          <a:noFill/>
        </p:spPr>
        <p:txBody>
          <a:bodyPr lIns="0" tIns="0" rIns="0" bIns="0" anchor="t">
            <a:normAutofit/>
          </a:bodyPr>
          <a:lstStyle>
            <a:lvl1pPr marL="0" indent="0" algn="ctr">
              <a:lnSpc>
                <a:spcPct val="125000"/>
              </a:lnSpc>
              <a:spcBef>
                <a:spcPct val="0"/>
              </a:spcBef>
              <a:spcAft>
                <a:spcPct val="0"/>
              </a:spcAft>
              <a:buNone/>
              <a:defRPr sz="1600" b="0" spc="0">
                <a:solidFill>
                  <a:schemeClr val="tx1"/>
                </a:solidFill>
              </a:defRPr>
            </a:lvl1pPr>
          </a:lstStyle>
          <a:p>
            <a:pPr lvl="0"/>
            <a:r>
              <a:rPr lang="zh-CN" altLang="en-US" smtClean="0"/>
              <a:t>单击此处添加项正文</a:t>
            </a:r>
            <a:endParaRPr lang="zh-CN" altLang="en-US" smtClean="0"/>
          </a:p>
        </p:txBody>
      </p:sp>
    </p:spTree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正文页-10009_18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日期占位符 5"/>
          <p:cNvSpPr>
            <a:spLocks noGrp="1"/>
          </p:cNvSpPr>
          <p:nvPr>
            <p:ph type="dt" sz="half" idx="10"/>
            <p:custDataLst>
              <p:tags r:id="rId2"/>
            </p:custDataLst>
          </p:nvPr>
        </p:nvSpPr>
        <p:spPr>
          <a:xfrm>
            <a:off x="838200" y="6356350"/>
            <a:ext cx="2743200" cy="365125"/>
          </a:xfrm>
        </p:spPr>
        <p:txBody>
          <a:bodyPr/>
          <a:lstStyle/>
          <a:p>
            <a:fld id="{AFF1154F-E427-4513-B34B-94E36374A1AB}" type="datetimeFigureOut">
              <a:rPr lang="zh-CN" altLang="en-US" smtClean="0"/>
            </a:fld>
            <a:endParaRPr lang="zh-CN" altLang="en-US"/>
          </a:p>
        </p:txBody>
      </p:sp>
      <p:sp>
        <p:nvSpPr>
          <p:cNvPr id="9" name="页脚占位符 8"/>
          <p:cNvSpPr>
            <a:spLocks noGrp="1"/>
          </p:cNvSpPr>
          <p:nvPr>
            <p:ph type="ftr" sz="quarter" idx="11"/>
            <p:custDataLst>
              <p:tags r:id="rId3"/>
            </p:custDataLst>
          </p:nvPr>
        </p:nvSpPr>
        <p:spPr>
          <a:xfrm>
            <a:off x="4038600" y="6356350"/>
            <a:ext cx="4114800" cy="365125"/>
          </a:xfrm>
        </p:spPr>
        <p:txBody>
          <a:bodyPr/>
          <a:lstStyle/>
          <a:p>
            <a:endParaRPr lang="zh-CN" altLang="en-US"/>
          </a:p>
        </p:txBody>
      </p:sp>
      <p:sp>
        <p:nvSpPr>
          <p:cNvPr id="10" name="灯片编号占位符 9"/>
          <p:cNvSpPr>
            <a:spLocks noGrp="1"/>
          </p:cNvSpPr>
          <p:nvPr>
            <p:ph type="sldNum" sz="quarter" idx="12"/>
            <p:custDataLst>
              <p:tags r:id="rId4"/>
            </p:custDataLst>
          </p:nvPr>
        </p:nvSpPr>
        <p:spPr>
          <a:xfrm>
            <a:off x="8610600" y="6356350"/>
            <a:ext cx="2743200" cy="365125"/>
          </a:xfrm>
        </p:spPr>
        <p:txBody>
          <a:bodyPr/>
          <a:lstStyle/>
          <a:p>
            <a:fld id="{CFDA0808-8B01-405B-8ED6-12013DCE0AF6}" type="slidenum">
              <a:rPr lang="zh-CN" altLang="en-US" smtClean="0"/>
            </a:fld>
            <a:endParaRPr lang="zh-CN" altLang="en-US"/>
          </a:p>
        </p:txBody>
      </p:sp>
      <p:sp>
        <p:nvSpPr>
          <p:cNvPr id="11" name="标题 10"/>
          <p:cNvSpPr>
            <a:spLocks noGrp="1"/>
          </p:cNvSpPr>
          <p:nvPr>
            <p:ph type="ctrTitle" idx="16385" hasCustomPrompt="1"/>
            <p:custDataLst>
              <p:tags r:id="rId5"/>
            </p:custDataLst>
          </p:nvPr>
        </p:nvSpPr>
        <p:spPr>
          <a:xfrm>
            <a:off x="609600" y="533400"/>
            <a:ext cx="10972800" cy="609600"/>
          </a:xfrm>
          <a:noFill/>
        </p:spPr>
        <p:txBody>
          <a:bodyPr lIns="0" tIns="0" rIns="0" bIns="0" anchor="t">
            <a:normAutofit/>
          </a:bodyPr>
          <a:lstStyle>
            <a:lvl1pPr marL="0" indent="0" algn="l">
              <a:lnSpc>
                <a:spcPct val="111000"/>
              </a:lnSpc>
              <a:spcBef>
                <a:spcPct val="0"/>
              </a:spcBef>
              <a:spcAft>
                <a:spcPct val="0"/>
              </a:spcAft>
              <a:buNone/>
              <a:defRPr sz="3600" b="0" spc="0">
                <a:solidFill>
                  <a:schemeClr val="tx1"/>
                </a:solidFill>
              </a:defRPr>
            </a:lvl1pPr>
          </a:lstStyle>
          <a:p>
            <a:r>
              <a:rPr lang="zh-CN" altLang="en-US"/>
              <a:t>单击此处添加标题</a:t>
            </a:r>
            <a:endParaRPr lang="zh-CN" altLang="en-US"/>
          </a:p>
        </p:txBody>
      </p:sp>
      <p:sp>
        <p:nvSpPr>
          <p:cNvPr id="12" name="内容占位符 11"/>
          <p:cNvSpPr>
            <a:spLocks noGrp="1"/>
          </p:cNvSpPr>
          <p:nvPr>
            <p:ph idx="16392" hasCustomPrompt="1"/>
            <p:custDataLst>
              <p:tags r:id="rId6"/>
            </p:custDataLst>
          </p:nvPr>
        </p:nvSpPr>
        <p:spPr>
          <a:xfrm>
            <a:off x="609600" y="1524000"/>
            <a:ext cx="3454400" cy="2032000"/>
          </a:xfrm>
          <a:custGeom>
            <a:avLst/>
            <a:gdLst>
              <a:gd name="connisteX0" fmla="*/ 0 w 3454400"/>
              <a:gd name="connsiteY0" fmla="*/ 203200 h 2032000"/>
              <a:gd name="connisteX1" fmla="*/ 203200 w 3454400"/>
              <a:gd name="connsiteY1" fmla="*/ 0 h 2032000"/>
              <a:gd name="connisteX2" fmla="*/ 3251200 w 3454400"/>
              <a:gd name="connsiteY2" fmla="*/ 0 h 2032000"/>
              <a:gd name="connisteX3" fmla="*/ 3454400 w 3454400"/>
              <a:gd name="connsiteY3" fmla="*/ 203200 h 2032000"/>
              <a:gd name="connisteX4" fmla="*/ 3454400 w 3454400"/>
              <a:gd name="connsiteY4" fmla="*/ 1828800 h 2032000"/>
              <a:gd name="connisteX5" fmla="*/ 3251200 w 3454400"/>
              <a:gd name="connsiteY5" fmla="*/ 2032000 h 2032000"/>
              <a:gd name="connisteX6" fmla="*/ 203200 w 3454400"/>
              <a:gd name="connsiteY6" fmla="*/ 2032000 h 2032000"/>
              <a:gd name="connisteX7" fmla="*/ 0 w 3454400"/>
              <a:gd name="connsiteY7" fmla="*/ 1828800 h 2032000"/>
              <a:gd name="connisteX8" fmla="*/ 0 w 3454400"/>
              <a:gd name="connsiteY8" fmla="*/ 203200 h 2032000"/>
            </a:gdLst>
            <a:ahLst/>
            <a:cxnLst>
              <a:cxn ang="0">
                <a:pos x="connisteX0" y="connsiteY0"/>
              </a:cxn>
              <a:cxn ang="0">
                <a:pos x="connisteX1" y="connsiteY1"/>
              </a:cxn>
              <a:cxn ang="0">
                <a:pos x="connisteX2" y="connsiteY2"/>
              </a:cxn>
              <a:cxn ang="0">
                <a:pos x="connisteX3" y="connsiteY3"/>
              </a:cxn>
              <a:cxn ang="0">
                <a:pos x="connisteX4" y="connsiteY4"/>
              </a:cxn>
              <a:cxn ang="0">
                <a:pos x="connisteX5" y="connsiteY5"/>
              </a:cxn>
              <a:cxn ang="0">
                <a:pos x="connisteX6" y="connsiteY6"/>
              </a:cxn>
              <a:cxn ang="0">
                <a:pos x="connisteX7" y="connsiteY7"/>
              </a:cxn>
              <a:cxn ang="0">
                <a:pos x="connisteX8" y="connsiteY8"/>
              </a:cxn>
            </a:cxnLst>
            <a:pathLst>
              <a:path w="3454400" h="2032000">
                <a:moveTo>
                  <a:pt x="0" y="203200"/>
                </a:moveTo>
                <a:cubicBezTo>
                  <a:pt x="0" y="90976"/>
                  <a:pt x="90976" y="0"/>
                  <a:pt x="203200" y="0"/>
                </a:cubicBezTo>
                <a:lnTo>
                  <a:pt x="3251200" y="0"/>
                </a:lnTo>
                <a:cubicBezTo>
                  <a:pt x="3363424" y="0"/>
                  <a:pt x="3454400" y="90976"/>
                  <a:pt x="3454400" y="203200"/>
                </a:cubicBezTo>
                <a:lnTo>
                  <a:pt x="3454400" y="1828800"/>
                </a:lnTo>
                <a:cubicBezTo>
                  <a:pt x="3454400" y="1941024"/>
                  <a:pt x="3363424" y="2032000"/>
                  <a:pt x="3251200" y="2032000"/>
                </a:cubicBezTo>
                <a:lnTo>
                  <a:pt x="203200" y="2032000"/>
                </a:lnTo>
                <a:cubicBezTo>
                  <a:pt x="90976" y="2032000"/>
                  <a:pt x="0" y="1941024"/>
                  <a:pt x="0" y="1828800"/>
                </a:cubicBezTo>
                <a:lnTo>
                  <a:pt x="0" y="203200"/>
                </a:lnTo>
                <a:close/>
              </a:path>
            </a:pathLst>
          </a:custGeom>
          <a:solidFill>
            <a:srgbClr val="DDDDDD"/>
          </a:solidFill>
          <a:ln>
            <a:noFill/>
          </a:ln>
        </p:spPr>
        <p:txBody>
          <a:bodyPr>
            <a:normAutofit/>
          </a:bodyPr>
          <a:lstStyle>
            <a:lvl1pPr>
              <a:buNone/>
              <a:defRPr/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zh-CN" altLang="en-US" smtClean="0"/>
              <a:t> </a:t>
            </a:r>
            <a:endParaRPr lang="zh-CN" altLang="en-US" smtClean="0"/>
          </a:p>
        </p:txBody>
      </p:sp>
      <p:sp>
        <p:nvSpPr>
          <p:cNvPr id="13" name="文本占位符 12"/>
          <p:cNvSpPr>
            <a:spLocks noGrp="1"/>
          </p:cNvSpPr>
          <p:nvPr>
            <p:ph type="body" idx="16386" hasCustomPrompt="1"/>
            <p:custDataLst>
              <p:tags r:id="rId7"/>
            </p:custDataLst>
          </p:nvPr>
        </p:nvSpPr>
        <p:spPr>
          <a:xfrm>
            <a:off x="609600" y="3860800"/>
            <a:ext cx="3454400" cy="406400"/>
          </a:xfrm>
          <a:noFill/>
        </p:spPr>
        <p:txBody>
          <a:bodyPr lIns="0" tIns="0" rIns="0" bIns="0" anchor="t">
            <a:normAutofit/>
          </a:bodyPr>
          <a:lstStyle>
            <a:lvl1pPr marL="0" indent="0" algn="l">
              <a:lnSpc>
                <a:spcPct val="111000"/>
              </a:lnSpc>
              <a:spcBef>
                <a:spcPct val="0"/>
              </a:spcBef>
              <a:spcAft>
                <a:spcPct val="0"/>
              </a:spcAft>
              <a:buNone/>
              <a:defRPr sz="2400" b="0" spc="0">
                <a:solidFill>
                  <a:schemeClr val="tx1"/>
                </a:solidFill>
              </a:defRPr>
            </a:lvl1pPr>
          </a:lstStyle>
          <a:p>
            <a:pPr lvl="0"/>
            <a:r>
              <a:rPr lang="zh-CN" altLang="en-US" smtClean="0"/>
              <a:t>单击此处添加项标题</a:t>
            </a:r>
            <a:endParaRPr lang="zh-CN" altLang="en-US" smtClean="0"/>
          </a:p>
        </p:txBody>
      </p:sp>
      <p:sp>
        <p:nvSpPr>
          <p:cNvPr id="14" name="文本占位符 13"/>
          <p:cNvSpPr>
            <a:spLocks noGrp="1"/>
          </p:cNvSpPr>
          <p:nvPr>
            <p:ph type="body" idx="16387" hasCustomPrompt="1"/>
            <p:custDataLst>
              <p:tags r:id="rId8"/>
            </p:custDataLst>
          </p:nvPr>
        </p:nvSpPr>
        <p:spPr>
          <a:xfrm>
            <a:off x="609600" y="4419600"/>
            <a:ext cx="3454400" cy="1828800"/>
          </a:xfrm>
          <a:noFill/>
        </p:spPr>
        <p:txBody>
          <a:bodyPr lIns="0" tIns="0" rIns="0" bIns="0" anchor="t">
            <a:normAutofit/>
          </a:bodyPr>
          <a:lstStyle>
            <a:lvl1pPr marL="0" indent="0" algn="l">
              <a:lnSpc>
                <a:spcPct val="125000"/>
              </a:lnSpc>
              <a:spcBef>
                <a:spcPct val="0"/>
              </a:spcBef>
              <a:spcAft>
                <a:spcPct val="0"/>
              </a:spcAft>
              <a:buNone/>
              <a:defRPr sz="1600" b="0" spc="0">
                <a:solidFill>
                  <a:schemeClr val="tx1"/>
                </a:solidFill>
              </a:defRPr>
            </a:lvl1pPr>
          </a:lstStyle>
          <a:p>
            <a:pPr lvl="0"/>
            <a:r>
              <a:rPr lang="zh-CN" altLang="en-US" smtClean="0"/>
              <a:t>单击此处添加项正文</a:t>
            </a:r>
            <a:endParaRPr lang="zh-CN" altLang="en-US" smtClean="0"/>
          </a:p>
        </p:txBody>
      </p:sp>
      <p:sp>
        <p:nvSpPr>
          <p:cNvPr id="15" name="内容占位符 14"/>
          <p:cNvSpPr>
            <a:spLocks noGrp="1"/>
          </p:cNvSpPr>
          <p:nvPr>
            <p:ph idx="16393" hasCustomPrompt="1"/>
            <p:custDataLst>
              <p:tags r:id="rId9"/>
            </p:custDataLst>
          </p:nvPr>
        </p:nvSpPr>
        <p:spPr>
          <a:xfrm>
            <a:off x="4368800" y="1524000"/>
            <a:ext cx="3454400" cy="2032000"/>
          </a:xfrm>
          <a:custGeom>
            <a:avLst/>
            <a:gdLst>
              <a:gd name="connisteX0" fmla="*/ 0 w 3454400"/>
              <a:gd name="connsiteY0" fmla="*/ 203200 h 2032000"/>
              <a:gd name="connisteX1" fmla="*/ 203200 w 3454400"/>
              <a:gd name="connsiteY1" fmla="*/ 0 h 2032000"/>
              <a:gd name="connisteX2" fmla="*/ 3251200 w 3454400"/>
              <a:gd name="connsiteY2" fmla="*/ 0 h 2032000"/>
              <a:gd name="connisteX3" fmla="*/ 3454400 w 3454400"/>
              <a:gd name="connsiteY3" fmla="*/ 203200 h 2032000"/>
              <a:gd name="connisteX4" fmla="*/ 3454400 w 3454400"/>
              <a:gd name="connsiteY4" fmla="*/ 1828800 h 2032000"/>
              <a:gd name="connisteX5" fmla="*/ 3251200 w 3454400"/>
              <a:gd name="connsiteY5" fmla="*/ 2032000 h 2032000"/>
              <a:gd name="connisteX6" fmla="*/ 203200 w 3454400"/>
              <a:gd name="connsiteY6" fmla="*/ 2032000 h 2032000"/>
              <a:gd name="connisteX7" fmla="*/ 0 w 3454400"/>
              <a:gd name="connsiteY7" fmla="*/ 1828800 h 2032000"/>
              <a:gd name="connisteX8" fmla="*/ 0 w 3454400"/>
              <a:gd name="connsiteY8" fmla="*/ 203200 h 2032000"/>
            </a:gdLst>
            <a:ahLst/>
            <a:cxnLst>
              <a:cxn ang="0">
                <a:pos x="connisteX0" y="connsiteY0"/>
              </a:cxn>
              <a:cxn ang="0">
                <a:pos x="connisteX1" y="connsiteY1"/>
              </a:cxn>
              <a:cxn ang="0">
                <a:pos x="connisteX2" y="connsiteY2"/>
              </a:cxn>
              <a:cxn ang="0">
                <a:pos x="connisteX3" y="connsiteY3"/>
              </a:cxn>
              <a:cxn ang="0">
                <a:pos x="connisteX4" y="connsiteY4"/>
              </a:cxn>
              <a:cxn ang="0">
                <a:pos x="connisteX5" y="connsiteY5"/>
              </a:cxn>
              <a:cxn ang="0">
                <a:pos x="connisteX6" y="connsiteY6"/>
              </a:cxn>
              <a:cxn ang="0">
                <a:pos x="connisteX7" y="connsiteY7"/>
              </a:cxn>
              <a:cxn ang="0">
                <a:pos x="connisteX8" y="connsiteY8"/>
              </a:cxn>
            </a:cxnLst>
            <a:pathLst>
              <a:path w="3454400" h="2032000">
                <a:moveTo>
                  <a:pt x="0" y="203200"/>
                </a:moveTo>
                <a:cubicBezTo>
                  <a:pt x="0" y="90976"/>
                  <a:pt x="90976" y="0"/>
                  <a:pt x="203200" y="0"/>
                </a:cubicBezTo>
                <a:lnTo>
                  <a:pt x="3251200" y="0"/>
                </a:lnTo>
                <a:cubicBezTo>
                  <a:pt x="3363424" y="0"/>
                  <a:pt x="3454400" y="90976"/>
                  <a:pt x="3454400" y="203200"/>
                </a:cubicBezTo>
                <a:lnTo>
                  <a:pt x="3454400" y="1828800"/>
                </a:lnTo>
                <a:cubicBezTo>
                  <a:pt x="3454400" y="1941024"/>
                  <a:pt x="3363424" y="2032000"/>
                  <a:pt x="3251200" y="2032000"/>
                </a:cubicBezTo>
                <a:lnTo>
                  <a:pt x="203200" y="2032000"/>
                </a:lnTo>
                <a:cubicBezTo>
                  <a:pt x="90976" y="2032000"/>
                  <a:pt x="0" y="1941024"/>
                  <a:pt x="0" y="1828800"/>
                </a:cubicBezTo>
                <a:lnTo>
                  <a:pt x="0" y="203200"/>
                </a:lnTo>
                <a:close/>
              </a:path>
            </a:pathLst>
          </a:custGeom>
          <a:solidFill>
            <a:srgbClr val="DDDDDD"/>
          </a:solidFill>
          <a:ln>
            <a:noFill/>
          </a:ln>
        </p:spPr>
        <p:txBody>
          <a:bodyPr>
            <a:normAutofit/>
          </a:bodyPr>
          <a:lstStyle>
            <a:lvl1pPr>
              <a:buNone/>
              <a:defRPr/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zh-CN" altLang="en-US" smtClean="0"/>
              <a:t> </a:t>
            </a:r>
            <a:endParaRPr lang="zh-CN" altLang="en-US" smtClean="0"/>
          </a:p>
        </p:txBody>
      </p:sp>
      <p:sp>
        <p:nvSpPr>
          <p:cNvPr id="16" name="文本占位符 15"/>
          <p:cNvSpPr>
            <a:spLocks noGrp="1"/>
          </p:cNvSpPr>
          <p:nvPr>
            <p:ph type="body" idx="16388" hasCustomPrompt="1"/>
            <p:custDataLst>
              <p:tags r:id="rId10"/>
            </p:custDataLst>
          </p:nvPr>
        </p:nvSpPr>
        <p:spPr>
          <a:xfrm>
            <a:off x="4368800" y="3860800"/>
            <a:ext cx="3454400" cy="406400"/>
          </a:xfrm>
          <a:noFill/>
        </p:spPr>
        <p:txBody>
          <a:bodyPr lIns="0" tIns="0" rIns="0" bIns="0" anchor="t">
            <a:normAutofit/>
          </a:bodyPr>
          <a:lstStyle>
            <a:lvl1pPr marL="0" indent="0" algn="l">
              <a:lnSpc>
                <a:spcPct val="111000"/>
              </a:lnSpc>
              <a:spcBef>
                <a:spcPct val="0"/>
              </a:spcBef>
              <a:spcAft>
                <a:spcPct val="0"/>
              </a:spcAft>
              <a:buNone/>
              <a:defRPr sz="2400" b="0" spc="0">
                <a:solidFill>
                  <a:schemeClr val="tx1"/>
                </a:solidFill>
              </a:defRPr>
            </a:lvl1pPr>
          </a:lstStyle>
          <a:p>
            <a:pPr lvl="0"/>
            <a:r>
              <a:rPr lang="zh-CN" altLang="en-US" smtClean="0"/>
              <a:t>单击此处添加项标题</a:t>
            </a:r>
            <a:endParaRPr lang="zh-CN" altLang="en-US" smtClean="0"/>
          </a:p>
        </p:txBody>
      </p:sp>
      <p:sp>
        <p:nvSpPr>
          <p:cNvPr id="17" name="文本占位符 16"/>
          <p:cNvSpPr>
            <a:spLocks noGrp="1"/>
          </p:cNvSpPr>
          <p:nvPr>
            <p:ph type="body" idx="16389" hasCustomPrompt="1"/>
            <p:custDataLst>
              <p:tags r:id="rId11"/>
            </p:custDataLst>
          </p:nvPr>
        </p:nvSpPr>
        <p:spPr>
          <a:xfrm>
            <a:off x="4368800" y="4419600"/>
            <a:ext cx="3454400" cy="1828800"/>
          </a:xfrm>
          <a:noFill/>
        </p:spPr>
        <p:txBody>
          <a:bodyPr lIns="0" tIns="0" rIns="0" bIns="0" anchor="t">
            <a:normAutofit/>
          </a:bodyPr>
          <a:lstStyle>
            <a:lvl1pPr marL="0" indent="0" algn="l">
              <a:lnSpc>
                <a:spcPct val="125000"/>
              </a:lnSpc>
              <a:spcBef>
                <a:spcPct val="0"/>
              </a:spcBef>
              <a:spcAft>
                <a:spcPct val="0"/>
              </a:spcAft>
              <a:buNone/>
              <a:defRPr sz="1600" b="0" spc="0">
                <a:solidFill>
                  <a:schemeClr val="tx1"/>
                </a:solidFill>
              </a:defRPr>
            </a:lvl1pPr>
          </a:lstStyle>
          <a:p>
            <a:pPr lvl="0"/>
            <a:r>
              <a:rPr lang="zh-CN" altLang="en-US" smtClean="0"/>
              <a:t>单击此处添加项正文</a:t>
            </a:r>
            <a:endParaRPr lang="zh-CN" altLang="en-US" smtClean="0"/>
          </a:p>
        </p:txBody>
      </p:sp>
      <p:sp>
        <p:nvSpPr>
          <p:cNvPr id="18" name="内容占位符 17"/>
          <p:cNvSpPr>
            <a:spLocks noGrp="1"/>
          </p:cNvSpPr>
          <p:nvPr>
            <p:ph idx="16394" hasCustomPrompt="1"/>
            <p:custDataLst>
              <p:tags r:id="rId12"/>
            </p:custDataLst>
          </p:nvPr>
        </p:nvSpPr>
        <p:spPr>
          <a:xfrm>
            <a:off x="8128000" y="1524000"/>
            <a:ext cx="3454400" cy="2032000"/>
          </a:xfrm>
          <a:custGeom>
            <a:avLst/>
            <a:gdLst>
              <a:gd name="connisteX0" fmla="*/ 0 w 3454400"/>
              <a:gd name="connsiteY0" fmla="*/ 203200 h 2032000"/>
              <a:gd name="connisteX1" fmla="*/ 203200 w 3454400"/>
              <a:gd name="connsiteY1" fmla="*/ 0 h 2032000"/>
              <a:gd name="connisteX2" fmla="*/ 3251200 w 3454400"/>
              <a:gd name="connsiteY2" fmla="*/ 0 h 2032000"/>
              <a:gd name="connisteX3" fmla="*/ 3454400 w 3454400"/>
              <a:gd name="connsiteY3" fmla="*/ 203200 h 2032000"/>
              <a:gd name="connisteX4" fmla="*/ 3454400 w 3454400"/>
              <a:gd name="connsiteY4" fmla="*/ 1828800 h 2032000"/>
              <a:gd name="connisteX5" fmla="*/ 3251200 w 3454400"/>
              <a:gd name="connsiteY5" fmla="*/ 2032000 h 2032000"/>
              <a:gd name="connisteX6" fmla="*/ 203200 w 3454400"/>
              <a:gd name="connsiteY6" fmla="*/ 2032000 h 2032000"/>
              <a:gd name="connisteX7" fmla="*/ 0 w 3454400"/>
              <a:gd name="connsiteY7" fmla="*/ 1828800 h 2032000"/>
              <a:gd name="connisteX8" fmla="*/ 0 w 3454400"/>
              <a:gd name="connsiteY8" fmla="*/ 203200 h 2032000"/>
            </a:gdLst>
            <a:ahLst/>
            <a:cxnLst>
              <a:cxn ang="0">
                <a:pos x="connisteX0" y="connsiteY0"/>
              </a:cxn>
              <a:cxn ang="0">
                <a:pos x="connisteX1" y="connsiteY1"/>
              </a:cxn>
              <a:cxn ang="0">
                <a:pos x="connisteX2" y="connsiteY2"/>
              </a:cxn>
              <a:cxn ang="0">
                <a:pos x="connisteX3" y="connsiteY3"/>
              </a:cxn>
              <a:cxn ang="0">
                <a:pos x="connisteX4" y="connsiteY4"/>
              </a:cxn>
              <a:cxn ang="0">
                <a:pos x="connisteX5" y="connsiteY5"/>
              </a:cxn>
              <a:cxn ang="0">
                <a:pos x="connisteX6" y="connsiteY6"/>
              </a:cxn>
              <a:cxn ang="0">
                <a:pos x="connisteX7" y="connsiteY7"/>
              </a:cxn>
              <a:cxn ang="0">
                <a:pos x="connisteX8" y="connsiteY8"/>
              </a:cxn>
            </a:cxnLst>
            <a:pathLst>
              <a:path w="3454400" h="2032000">
                <a:moveTo>
                  <a:pt x="0" y="203200"/>
                </a:moveTo>
                <a:cubicBezTo>
                  <a:pt x="0" y="90976"/>
                  <a:pt x="90976" y="0"/>
                  <a:pt x="203200" y="0"/>
                </a:cubicBezTo>
                <a:lnTo>
                  <a:pt x="3251200" y="0"/>
                </a:lnTo>
                <a:cubicBezTo>
                  <a:pt x="3363424" y="0"/>
                  <a:pt x="3454400" y="90976"/>
                  <a:pt x="3454400" y="203200"/>
                </a:cubicBezTo>
                <a:lnTo>
                  <a:pt x="3454400" y="1828800"/>
                </a:lnTo>
                <a:cubicBezTo>
                  <a:pt x="3454400" y="1941024"/>
                  <a:pt x="3363424" y="2032000"/>
                  <a:pt x="3251200" y="2032000"/>
                </a:cubicBezTo>
                <a:lnTo>
                  <a:pt x="203200" y="2032000"/>
                </a:lnTo>
                <a:cubicBezTo>
                  <a:pt x="90976" y="2032000"/>
                  <a:pt x="0" y="1941024"/>
                  <a:pt x="0" y="1828800"/>
                </a:cubicBezTo>
                <a:lnTo>
                  <a:pt x="0" y="203200"/>
                </a:lnTo>
                <a:close/>
              </a:path>
            </a:pathLst>
          </a:custGeom>
          <a:solidFill>
            <a:srgbClr val="DDDDDD"/>
          </a:solidFill>
          <a:ln>
            <a:noFill/>
          </a:ln>
        </p:spPr>
        <p:txBody>
          <a:bodyPr>
            <a:normAutofit/>
          </a:bodyPr>
          <a:lstStyle>
            <a:lvl1pPr>
              <a:buNone/>
              <a:defRPr/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zh-CN" altLang="en-US" smtClean="0"/>
              <a:t> </a:t>
            </a:r>
            <a:endParaRPr lang="zh-CN" altLang="en-US" smtClean="0"/>
          </a:p>
        </p:txBody>
      </p:sp>
      <p:sp>
        <p:nvSpPr>
          <p:cNvPr id="19" name="文本占位符 18"/>
          <p:cNvSpPr>
            <a:spLocks noGrp="1"/>
          </p:cNvSpPr>
          <p:nvPr>
            <p:ph type="body" idx="16390" hasCustomPrompt="1"/>
            <p:custDataLst>
              <p:tags r:id="rId13"/>
            </p:custDataLst>
          </p:nvPr>
        </p:nvSpPr>
        <p:spPr>
          <a:xfrm>
            <a:off x="8128000" y="3860800"/>
            <a:ext cx="3454400" cy="406400"/>
          </a:xfrm>
          <a:noFill/>
        </p:spPr>
        <p:txBody>
          <a:bodyPr lIns="0" tIns="0" rIns="0" bIns="0" anchor="t">
            <a:normAutofit/>
          </a:bodyPr>
          <a:lstStyle>
            <a:lvl1pPr marL="0" indent="0" algn="l">
              <a:lnSpc>
                <a:spcPct val="111000"/>
              </a:lnSpc>
              <a:spcBef>
                <a:spcPct val="0"/>
              </a:spcBef>
              <a:spcAft>
                <a:spcPct val="0"/>
              </a:spcAft>
              <a:buNone/>
              <a:defRPr sz="2400" b="0" spc="0">
                <a:solidFill>
                  <a:schemeClr val="tx1"/>
                </a:solidFill>
              </a:defRPr>
            </a:lvl1pPr>
          </a:lstStyle>
          <a:p>
            <a:pPr lvl="0"/>
            <a:r>
              <a:rPr lang="zh-CN" altLang="en-US" smtClean="0"/>
              <a:t>单击此处添加项标题</a:t>
            </a:r>
            <a:endParaRPr lang="zh-CN" altLang="en-US" smtClean="0"/>
          </a:p>
        </p:txBody>
      </p:sp>
      <p:sp>
        <p:nvSpPr>
          <p:cNvPr id="20" name="文本占位符 19"/>
          <p:cNvSpPr>
            <a:spLocks noGrp="1"/>
          </p:cNvSpPr>
          <p:nvPr>
            <p:ph type="body" idx="16391" hasCustomPrompt="1"/>
            <p:custDataLst>
              <p:tags r:id="rId14"/>
            </p:custDataLst>
          </p:nvPr>
        </p:nvSpPr>
        <p:spPr>
          <a:xfrm>
            <a:off x="8128000" y="4419600"/>
            <a:ext cx="3454400" cy="1828800"/>
          </a:xfrm>
          <a:noFill/>
        </p:spPr>
        <p:txBody>
          <a:bodyPr lIns="0" tIns="0" rIns="0" bIns="0" anchor="t">
            <a:normAutofit/>
          </a:bodyPr>
          <a:lstStyle>
            <a:lvl1pPr marL="0" indent="0" algn="l">
              <a:lnSpc>
                <a:spcPct val="125000"/>
              </a:lnSpc>
              <a:spcBef>
                <a:spcPct val="0"/>
              </a:spcBef>
              <a:spcAft>
                <a:spcPct val="0"/>
              </a:spcAft>
              <a:buNone/>
              <a:defRPr sz="1600" b="0" spc="0">
                <a:solidFill>
                  <a:schemeClr val="tx1"/>
                </a:solidFill>
              </a:defRPr>
            </a:lvl1pPr>
          </a:lstStyle>
          <a:p>
            <a:pPr lvl="0"/>
            <a:r>
              <a:rPr lang="zh-CN" altLang="en-US" smtClean="0"/>
              <a:t>单击此处添加项正文</a:t>
            </a:r>
            <a:endParaRPr lang="zh-CN" altLang="en-US" smtClean="0"/>
          </a:p>
        </p:txBody>
      </p:sp>
    </p:spTree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正文页-42_52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日期占位符 5"/>
          <p:cNvSpPr>
            <a:spLocks noGrp="1"/>
          </p:cNvSpPr>
          <p:nvPr>
            <p:ph type="dt" sz="half" idx="10"/>
            <p:custDataLst>
              <p:tags r:id="rId2"/>
            </p:custDataLst>
          </p:nvPr>
        </p:nvSpPr>
        <p:spPr>
          <a:xfrm>
            <a:off x="838200" y="6356350"/>
            <a:ext cx="2743200" cy="365125"/>
          </a:xfrm>
        </p:spPr>
        <p:txBody>
          <a:bodyPr/>
          <a:lstStyle/>
          <a:p>
            <a:fld id="{AFF1154F-E427-4513-B34B-94E36374A1AB}" type="datetimeFigureOut">
              <a:rPr lang="zh-CN" altLang="en-US" smtClean="0"/>
            </a:fld>
            <a:endParaRPr lang="zh-CN" altLang="en-US"/>
          </a:p>
        </p:txBody>
      </p:sp>
      <p:sp>
        <p:nvSpPr>
          <p:cNvPr id="9" name="页脚占位符 8"/>
          <p:cNvSpPr>
            <a:spLocks noGrp="1"/>
          </p:cNvSpPr>
          <p:nvPr>
            <p:ph type="ftr" sz="quarter" idx="11"/>
            <p:custDataLst>
              <p:tags r:id="rId3"/>
            </p:custDataLst>
          </p:nvPr>
        </p:nvSpPr>
        <p:spPr>
          <a:xfrm>
            <a:off x="4038600" y="6356350"/>
            <a:ext cx="4114800" cy="365125"/>
          </a:xfrm>
        </p:spPr>
        <p:txBody>
          <a:bodyPr/>
          <a:lstStyle/>
          <a:p>
            <a:endParaRPr lang="zh-CN" altLang="en-US"/>
          </a:p>
        </p:txBody>
      </p:sp>
      <p:sp>
        <p:nvSpPr>
          <p:cNvPr id="10" name="灯片编号占位符 9"/>
          <p:cNvSpPr>
            <a:spLocks noGrp="1"/>
          </p:cNvSpPr>
          <p:nvPr>
            <p:ph type="sldNum" sz="quarter" idx="12"/>
            <p:custDataLst>
              <p:tags r:id="rId4"/>
            </p:custDataLst>
          </p:nvPr>
        </p:nvSpPr>
        <p:spPr>
          <a:xfrm>
            <a:off x="8610600" y="6356350"/>
            <a:ext cx="2743200" cy="365125"/>
          </a:xfrm>
        </p:spPr>
        <p:txBody>
          <a:bodyPr/>
          <a:lstStyle/>
          <a:p>
            <a:fld id="{CFDA0808-8B01-405B-8ED6-12013DCE0AF6}" type="slidenum">
              <a:rPr lang="zh-CN" altLang="en-US" smtClean="0"/>
            </a:fld>
            <a:endParaRPr lang="zh-CN" altLang="en-US"/>
          </a:p>
        </p:txBody>
      </p:sp>
      <p:sp>
        <p:nvSpPr>
          <p:cNvPr id="11" name="标题 10"/>
          <p:cNvSpPr>
            <a:spLocks noGrp="1"/>
          </p:cNvSpPr>
          <p:nvPr>
            <p:ph type="ctrTitle" idx="16385" hasCustomPrompt="1"/>
            <p:custDataLst>
              <p:tags r:id="rId5"/>
            </p:custDataLst>
          </p:nvPr>
        </p:nvSpPr>
        <p:spPr>
          <a:xfrm>
            <a:off x="609600" y="533400"/>
            <a:ext cx="10972800" cy="609600"/>
          </a:xfrm>
          <a:noFill/>
        </p:spPr>
        <p:txBody>
          <a:bodyPr lIns="0" tIns="0" rIns="0" bIns="0" anchor="t">
            <a:normAutofit/>
          </a:bodyPr>
          <a:lstStyle>
            <a:lvl1pPr marL="0" indent="0" algn="l">
              <a:lnSpc>
                <a:spcPct val="111000"/>
              </a:lnSpc>
              <a:spcBef>
                <a:spcPct val="0"/>
              </a:spcBef>
              <a:spcAft>
                <a:spcPct val="0"/>
              </a:spcAft>
              <a:buNone/>
              <a:defRPr sz="3600" b="0" spc="0">
                <a:solidFill>
                  <a:schemeClr val="tx1"/>
                </a:solidFill>
              </a:defRPr>
            </a:lvl1pPr>
          </a:lstStyle>
          <a:p>
            <a:r>
              <a:rPr lang="zh-CN" altLang="en-US"/>
              <a:t>单击此处添加标题</a:t>
            </a:r>
            <a:endParaRPr lang="zh-CN" altLang="en-US"/>
          </a:p>
        </p:txBody>
      </p:sp>
      <p:sp>
        <p:nvSpPr>
          <p:cNvPr id="12" name="内容占位符 11"/>
          <p:cNvSpPr>
            <a:spLocks noGrp="1"/>
          </p:cNvSpPr>
          <p:nvPr>
            <p:ph idx="16392" hasCustomPrompt="1"/>
            <p:custDataLst>
              <p:tags r:id="rId6"/>
            </p:custDataLst>
          </p:nvPr>
        </p:nvSpPr>
        <p:spPr>
          <a:xfrm>
            <a:off x="609600" y="1524000"/>
            <a:ext cx="10972800" cy="2540000"/>
          </a:xfrm>
          <a:custGeom>
            <a:avLst/>
            <a:gdLst>
              <a:gd name="connisteX0" fmla="*/ 0 w 10972800"/>
              <a:gd name="connsiteY0" fmla="*/ 203200 h 2540000"/>
              <a:gd name="connisteX1" fmla="*/ 203200 w 10972800"/>
              <a:gd name="connsiteY1" fmla="*/ 0 h 2540000"/>
              <a:gd name="connisteX2" fmla="*/ 10769600 w 10972800"/>
              <a:gd name="connsiteY2" fmla="*/ 0 h 2540000"/>
              <a:gd name="connisteX3" fmla="*/ 10972800 w 10972800"/>
              <a:gd name="connsiteY3" fmla="*/ 203200 h 2540000"/>
              <a:gd name="connisteX4" fmla="*/ 10972800 w 10972800"/>
              <a:gd name="connsiteY4" fmla="*/ 2336800 h 2540000"/>
              <a:gd name="connisteX5" fmla="*/ 10769600 w 10972800"/>
              <a:gd name="connsiteY5" fmla="*/ 2540000 h 2540000"/>
              <a:gd name="connisteX6" fmla="*/ 203200 w 10972800"/>
              <a:gd name="connsiteY6" fmla="*/ 2540000 h 2540000"/>
              <a:gd name="connisteX7" fmla="*/ 0 w 10972800"/>
              <a:gd name="connsiteY7" fmla="*/ 2336800 h 2540000"/>
              <a:gd name="connisteX8" fmla="*/ 0 w 10972800"/>
              <a:gd name="connsiteY8" fmla="*/ 203200 h 2540000"/>
            </a:gdLst>
            <a:ahLst/>
            <a:cxnLst>
              <a:cxn ang="0">
                <a:pos x="connisteX0" y="connsiteY0"/>
              </a:cxn>
              <a:cxn ang="0">
                <a:pos x="connisteX1" y="connsiteY1"/>
              </a:cxn>
              <a:cxn ang="0">
                <a:pos x="connisteX2" y="connsiteY2"/>
              </a:cxn>
              <a:cxn ang="0">
                <a:pos x="connisteX3" y="connsiteY3"/>
              </a:cxn>
              <a:cxn ang="0">
                <a:pos x="connisteX4" y="connsiteY4"/>
              </a:cxn>
              <a:cxn ang="0">
                <a:pos x="connisteX5" y="connsiteY5"/>
              </a:cxn>
              <a:cxn ang="0">
                <a:pos x="connisteX6" y="connsiteY6"/>
              </a:cxn>
              <a:cxn ang="0">
                <a:pos x="connisteX7" y="connsiteY7"/>
              </a:cxn>
              <a:cxn ang="0">
                <a:pos x="connisteX8" y="connsiteY8"/>
              </a:cxn>
            </a:cxnLst>
            <a:pathLst>
              <a:path w="10972800" h="2540000">
                <a:moveTo>
                  <a:pt x="0" y="203200"/>
                </a:moveTo>
                <a:cubicBezTo>
                  <a:pt x="0" y="90976"/>
                  <a:pt x="90976" y="0"/>
                  <a:pt x="203200" y="0"/>
                </a:cubicBezTo>
                <a:lnTo>
                  <a:pt x="10769600" y="0"/>
                </a:lnTo>
                <a:cubicBezTo>
                  <a:pt x="10881824" y="0"/>
                  <a:pt x="10972800" y="90976"/>
                  <a:pt x="10972800" y="203200"/>
                </a:cubicBezTo>
                <a:lnTo>
                  <a:pt x="10972800" y="2336800"/>
                </a:lnTo>
                <a:cubicBezTo>
                  <a:pt x="10972800" y="2449024"/>
                  <a:pt x="10881824" y="2540000"/>
                  <a:pt x="10769600" y="2540000"/>
                </a:cubicBezTo>
                <a:lnTo>
                  <a:pt x="203200" y="2540000"/>
                </a:lnTo>
                <a:cubicBezTo>
                  <a:pt x="90976" y="2540000"/>
                  <a:pt x="0" y="2449024"/>
                  <a:pt x="0" y="2336800"/>
                </a:cubicBezTo>
                <a:lnTo>
                  <a:pt x="0" y="203200"/>
                </a:lnTo>
                <a:close/>
              </a:path>
            </a:pathLst>
          </a:custGeom>
          <a:solidFill>
            <a:srgbClr val="DDDDDD"/>
          </a:solidFill>
          <a:ln>
            <a:noFill/>
          </a:ln>
        </p:spPr>
        <p:txBody>
          <a:bodyPr>
            <a:normAutofit/>
          </a:bodyPr>
          <a:lstStyle>
            <a:lvl1pPr>
              <a:buNone/>
              <a:defRPr/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zh-CN" altLang="en-US" smtClean="0"/>
              <a:t> </a:t>
            </a:r>
            <a:endParaRPr lang="zh-CN" altLang="en-US" smtClean="0"/>
          </a:p>
        </p:txBody>
      </p:sp>
      <p:sp>
        <p:nvSpPr>
          <p:cNvPr id="13" name="装饰  2"/>
          <p:cNvSpPr>
            <a:spLocks noGrp="1"/>
          </p:cNvSpPr>
          <p:nvPr>
            <p:ph type="body" idx="16393" hasCustomPrompt="1"/>
            <p:custDataLst>
              <p:tags r:id="rId7"/>
            </p:custDataLst>
          </p:nvPr>
        </p:nvSpPr>
        <p:spPr>
          <a:xfrm>
            <a:off x="609600" y="4521200"/>
            <a:ext cx="50800" cy="1727200"/>
          </a:xfrm>
          <a:custGeom>
            <a:avLst/>
            <a:gdLst>
              <a:gd name="connisteX0" fmla="*/ 0 w 50800"/>
              <a:gd name="connsiteY0" fmla="*/ 25400 h 1727200"/>
              <a:gd name="connisteX1" fmla="*/ 25400 w 50800"/>
              <a:gd name="connsiteY1" fmla="*/ 0 h 1727200"/>
              <a:gd name="connisteX2" fmla="*/ 25400 w 50800"/>
              <a:gd name="connsiteY2" fmla="*/ 0 h 1727200"/>
              <a:gd name="connisteX3" fmla="*/ 50800 w 50800"/>
              <a:gd name="connsiteY3" fmla="*/ 25400 h 1727200"/>
              <a:gd name="connisteX4" fmla="*/ 50800 w 50800"/>
              <a:gd name="connsiteY4" fmla="*/ 1701800 h 1727200"/>
              <a:gd name="connisteX5" fmla="*/ 25400 w 50800"/>
              <a:gd name="connsiteY5" fmla="*/ 1727200 h 1727200"/>
              <a:gd name="connisteX6" fmla="*/ 25400 w 50800"/>
              <a:gd name="connsiteY6" fmla="*/ 1727200 h 1727200"/>
              <a:gd name="connisteX7" fmla="*/ 0 w 50800"/>
              <a:gd name="connsiteY7" fmla="*/ 1701800 h 1727200"/>
              <a:gd name="connisteX8" fmla="*/ 0 w 50800"/>
              <a:gd name="connsiteY8" fmla="*/ 25400 h 1727200"/>
            </a:gdLst>
            <a:ahLst/>
            <a:cxnLst>
              <a:cxn ang="0">
                <a:pos x="connisteX0" y="connsiteY0"/>
              </a:cxn>
              <a:cxn ang="0">
                <a:pos x="connisteX1" y="connsiteY1"/>
              </a:cxn>
              <a:cxn ang="0">
                <a:pos x="connisteX2" y="connsiteY2"/>
              </a:cxn>
              <a:cxn ang="0">
                <a:pos x="connisteX3" y="connsiteY3"/>
              </a:cxn>
              <a:cxn ang="0">
                <a:pos x="connisteX4" y="connsiteY4"/>
              </a:cxn>
              <a:cxn ang="0">
                <a:pos x="connisteX5" y="connsiteY5"/>
              </a:cxn>
              <a:cxn ang="0">
                <a:pos x="connisteX6" y="connsiteY6"/>
              </a:cxn>
              <a:cxn ang="0">
                <a:pos x="connisteX7" y="connsiteY7"/>
              </a:cxn>
              <a:cxn ang="0">
                <a:pos x="connisteX8" y="connsiteY8"/>
              </a:cxn>
            </a:cxnLst>
            <a:pathLst>
              <a:path w="50800" h="1727200">
                <a:moveTo>
                  <a:pt x="0" y="25400"/>
                </a:moveTo>
                <a:cubicBezTo>
                  <a:pt x="0" y="11372"/>
                  <a:pt x="11372" y="0"/>
                  <a:pt x="25400" y="0"/>
                </a:cubicBezTo>
                <a:lnTo>
                  <a:pt x="25400" y="0"/>
                </a:lnTo>
                <a:cubicBezTo>
                  <a:pt x="39428" y="0"/>
                  <a:pt x="50800" y="11372"/>
                  <a:pt x="50800" y="25400"/>
                </a:cubicBezTo>
                <a:lnTo>
                  <a:pt x="50800" y="1701800"/>
                </a:lnTo>
                <a:cubicBezTo>
                  <a:pt x="50800" y="1715828"/>
                  <a:pt x="39428" y="1727200"/>
                  <a:pt x="25400" y="1727200"/>
                </a:cubicBezTo>
                <a:lnTo>
                  <a:pt x="25400" y="1727200"/>
                </a:lnTo>
                <a:cubicBezTo>
                  <a:pt x="11372" y="1727200"/>
                  <a:pt x="0" y="1715828"/>
                  <a:pt x="0" y="1701800"/>
                </a:cubicBezTo>
                <a:lnTo>
                  <a:pt x="0" y="25400"/>
                </a:lnTo>
                <a:close/>
              </a:path>
            </a:pathLst>
          </a:custGeom>
          <a:solidFill>
            <a:schemeClr val="accent1"/>
          </a:solidFill>
          <a:ln>
            <a:solidFill>
              <a:prstClr val="black">
                <a:alpha val="0"/>
              </a:prstClr>
            </a:solidFill>
            <a:prstDash val="solid"/>
          </a:ln>
        </p:spPr>
        <p:txBody>
          <a:bodyPr>
            <a:noAutofit/>
          </a:bodyPr>
          <a:lstStyle>
            <a:lvl1pPr>
              <a:buNone/>
              <a:defRPr/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zh-CN" altLang="en-US" smtClean="0"/>
              <a:t> </a:t>
            </a:r>
            <a:endParaRPr lang="zh-CN" altLang="en-US" smtClean="0"/>
          </a:p>
        </p:txBody>
      </p:sp>
      <p:sp>
        <p:nvSpPr>
          <p:cNvPr id="14" name="文本占位符 13"/>
          <p:cNvSpPr>
            <a:spLocks noGrp="1"/>
          </p:cNvSpPr>
          <p:nvPr>
            <p:ph type="body" idx="16386" hasCustomPrompt="1"/>
            <p:custDataLst>
              <p:tags r:id="rId8"/>
            </p:custDataLst>
          </p:nvPr>
        </p:nvSpPr>
        <p:spPr>
          <a:xfrm>
            <a:off x="762000" y="4521200"/>
            <a:ext cx="3098800" cy="406400"/>
          </a:xfrm>
          <a:noFill/>
        </p:spPr>
        <p:txBody>
          <a:bodyPr lIns="0" tIns="0" rIns="0" bIns="0" anchor="t">
            <a:normAutofit/>
          </a:bodyPr>
          <a:lstStyle>
            <a:lvl1pPr marL="0" indent="0" algn="l">
              <a:lnSpc>
                <a:spcPct val="111000"/>
              </a:lnSpc>
              <a:spcBef>
                <a:spcPct val="0"/>
              </a:spcBef>
              <a:spcAft>
                <a:spcPct val="0"/>
              </a:spcAft>
              <a:buNone/>
              <a:defRPr sz="2400" b="0" spc="0">
                <a:solidFill>
                  <a:schemeClr val="tx1"/>
                </a:solidFill>
              </a:defRPr>
            </a:lvl1pPr>
          </a:lstStyle>
          <a:p>
            <a:pPr lvl="0"/>
            <a:r>
              <a:rPr lang="zh-CN" altLang="en-US" smtClean="0"/>
              <a:t>单击此处添加项标题</a:t>
            </a:r>
            <a:endParaRPr lang="zh-CN" altLang="en-US" smtClean="0"/>
          </a:p>
        </p:txBody>
      </p:sp>
      <p:sp>
        <p:nvSpPr>
          <p:cNvPr id="15" name="文本占位符 14"/>
          <p:cNvSpPr>
            <a:spLocks noGrp="1"/>
          </p:cNvSpPr>
          <p:nvPr>
            <p:ph type="body" idx="16387" hasCustomPrompt="1"/>
            <p:custDataLst>
              <p:tags r:id="rId9"/>
            </p:custDataLst>
          </p:nvPr>
        </p:nvSpPr>
        <p:spPr>
          <a:xfrm>
            <a:off x="762000" y="5029200"/>
            <a:ext cx="3098800" cy="1219200"/>
          </a:xfrm>
          <a:noFill/>
        </p:spPr>
        <p:txBody>
          <a:bodyPr lIns="0" tIns="0" rIns="0" bIns="0" anchor="t">
            <a:normAutofit/>
          </a:bodyPr>
          <a:lstStyle>
            <a:lvl1pPr marL="0" indent="0" algn="l">
              <a:lnSpc>
                <a:spcPct val="125000"/>
              </a:lnSpc>
              <a:spcBef>
                <a:spcPct val="0"/>
              </a:spcBef>
              <a:spcAft>
                <a:spcPct val="0"/>
              </a:spcAft>
              <a:buNone/>
              <a:defRPr sz="1600" b="0" spc="0">
                <a:solidFill>
                  <a:schemeClr val="tx1"/>
                </a:solidFill>
              </a:defRPr>
            </a:lvl1pPr>
          </a:lstStyle>
          <a:p>
            <a:pPr lvl="0"/>
            <a:r>
              <a:rPr lang="zh-CN" altLang="en-US" smtClean="0"/>
              <a:t>单击此处添加项正文</a:t>
            </a:r>
            <a:endParaRPr lang="zh-CN" altLang="en-US" smtClean="0"/>
          </a:p>
        </p:txBody>
      </p:sp>
      <p:sp>
        <p:nvSpPr>
          <p:cNvPr id="16" name="装饰  5"/>
          <p:cNvSpPr>
            <a:spLocks noGrp="1"/>
          </p:cNvSpPr>
          <p:nvPr>
            <p:ph type="body" idx="16394" hasCustomPrompt="1"/>
            <p:custDataLst>
              <p:tags r:id="rId10"/>
            </p:custDataLst>
          </p:nvPr>
        </p:nvSpPr>
        <p:spPr>
          <a:xfrm>
            <a:off x="4470400" y="4521200"/>
            <a:ext cx="50800" cy="1727200"/>
          </a:xfrm>
          <a:custGeom>
            <a:avLst/>
            <a:gdLst>
              <a:gd name="connisteX0" fmla="*/ 0 w 50800"/>
              <a:gd name="connsiteY0" fmla="*/ 25400 h 1727200"/>
              <a:gd name="connisteX1" fmla="*/ 25400 w 50800"/>
              <a:gd name="connsiteY1" fmla="*/ 0 h 1727200"/>
              <a:gd name="connisteX2" fmla="*/ 25400 w 50800"/>
              <a:gd name="connsiteY2" fmla="*/ 0 h 1727200"/>
              <a:gd name="connisteX3" fmla="*/ 50800 w 50800"/>
              <a:gd name="connsiteY3" fmla="*/ 25400 h 1727200"/>
              <a:gd name="connisteX4" fmla="*/ 50800 w 50800"/>
              <a:gd name="connsiteY4" fmla="*/ 1701800 h 1727200"/>
              <a:gd name="connisteX5" fmla="*/ 25400 w 50800"/>
              <a:gd name="connsiteY5" fmla="*/ 1727200 h 1727200"/>
              <a:gd name="connisteX6" fmla="*/ 25400 w 50800"/>
              <a:gd name="connsiteY6" fmla="*/ 1727200 h 1727200"/>
              <a:gd name="connisteX7" fmla="*/ 0 w 50800"/>
              <a:gd name="connsiteY7" fmla="*/ 1701800 h 1727200"/>
              <a:gd name="connisteX8" fmla="*/ 0 w 50800"/>
              <a:gd name="connsiteY8" fmla="*/ 25400 h 1727200"/>
            </a:gdLst>
            <a:ahLst/>
            <a:cxnLst>
              <a:cxn ang="0">
                <a:pos x="connisteX0" y="connsiteY0"/>
              </a:cxn>
              <a:cxn ang="0">
                <a:pos x="connisteX1" y="connsiteY1"/>
              </a:cxn>
              <a:cxn ang="0">
                <a:pos x="connisteX2" y="connsiteY2"/>
              </a:cxn>
              <a:cxn ang="0">
                <a:pos x="connisteX3" y="connsiteY3"/>
              </a:cxn>
              <a:cxn ang="0">
                <a:pos x="connisteX4" y="connsiteY4"/>
              </a:cxn>
              <a:cxn ang="0">
                <a:pos x="connisteX5" y="connsiteY5"/>
              </a:cxn>
              <a:cxn ang="0">
                <a:pos x="connisteX6" y="connsiteY6"/>
              </a:cxn>
              <a:cxn ang="0">
                <a:pos x="connisteX7" y="connsiteY7"/>
              </a:cxn>
              <a:cxn ang="0">
                <a:pos x="connisteX8" y="connsiteY8"/>
              </a:cxn>
            </a:cxnLst>
            <a:pathLst>
              <a:path w="50800" h="1727200">
                <a:moveTo>
                  <a:pt x="0" y="25400"/>
                </a:moveTo>
                <a:cubicBezTo>
                  <a:pt x="0" y="11372"/>
                  <a:pt x="11372" y="0"/>
                  <a:pt x="25400" y="0"/>
                </a:cubicBezTo>
                <a:lnTo>
                  <a:pt x="25400" y="0"/>
                </a:lnTo>
                <a:cubicBezTo>
                  <a:pt x="39428" y="0"/>
                  <a:pt x="50800" y="11372"/>
                  <a:pt x="50800" y="25400"/>
                </a:cubicBezTo>
                <a:lnTo>
                  <a:pt x="50800" y="1701800"/>
                </a:lnTo>
                <a:cubicBezTo>
                  <a:pt x="50800" y="1715828"/>
                  <a:pt x="39428" y="1727200"/>
                  <a:pt x="25400" y="1727200"/>
                </a:cubicBezTo>
                <a:lnTo>
                  <a:pt x="25400" y="1727200"/>
                </a:lnTo>
                <a:cubicBezTo>
                  <a:pt x="11372" y="1727200"/>
                  <a:pt x="0" y="1715828"/>
                  <a:pt x="0" y="1701800"/>
                </a:cubicBezTo>
                <a:lnTo>
                  <a:pt x="0" y="25400"/>
                </a:lnTo>
                <a:close/>
              </a:path>
            </a:pathLst>
          </a:custGeom>
          <a:solidFill>
            <a:schemeClr val="accent1"/>
          </a:solidFill>
          <a:ln>
            <a:solidFill>
              <a:prstClr val="black">
                <a:alpha val="0"/>
              </a:prstClr>
            </a:solidFill>
            <a:prstDash val="solid"/>
          </a:ln>
        </p:spPr>
        <p:txBody>
          <a:bodyPr>
            <a:noAutofit/>
          </a:bodyPr>
          <a:lstStyle>
            <a:lvl1pPr>
              <a:buNone/>
              <a:defRPr/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zh-CN" altLang="en-US" smtClean="0"/>
              <a:t> </a:t>
            </a:r>
            <a:endParaRPr lang="zh-CN" altLang="en-US" smtClean="0"/>
          </a:p>
        </p:txBody>
      </p:sp>
      <p:sp>
        <p:nvSpPr>
          <p:cNvPr id="17" name="文本占位符 16"/>
          <p:cNvSpPr>
            <a:spLocks noGrp="1"/>
          </p:cNvSpPr>
          <p:nvPr>
            <p:ph type="body" idx="16388" hasCustomPrompt="1"/>
            <p:custDataLst>
              <p:tags r:id="rId11"/>
            </p:custDataLst>
          </p:nvPr>
        </p:nvSpPr>
        <p:spPr>
          <a:xfrm>
            <a:off x="4622800" y="4521200"/>
            <a:ext cx="3098800" cy="406400"/>
          </a:xfrm>
          <a:noFill/>
        </p:spPr>
        <p:txBody>
          <a:bodyPr lIns="0" tIns="0" rIns="0" bIns="0" anchor="t">
            <a:normAutofit/>
          </a:bodyPr>
          <a:lstStyle>
            <a:lvl1pPr marL="0" indent="0" algn="l">
              <a:lnSpc>
                <a:spcPct val="111000"/>
              </a:lnSpc>
              <a:spcBef>
                <a:spcPct val="0"/>
              </a:spcBef>
              <a:spcAft>
                <a:spcPct val="0"/>
              </a:spcAft>
              <a:buNone/>
              <a:defRPr sz="2400" b="0" spc="0">
                <a:solidFill>
                  <a:schemeClr val="tx1"/>
                </a:solidFill>
              </a:defRPr>
            </a:lvl1pPr>
          </a:lstStyle>
          <a:p>
            <a:pPr lvl="0"/>
            <a:r>
              <a:rPr lang="zh-CN" altLang="en-US" smtClean="0"/>
              <a:t>单击此处添加项标题</a:t>
            </a:r>
            <a:endParaRPr lang="zh-CN" altLang="en-US" smtClean="0"/>
          </a:p>
        </p:txBody>
      </p:sp>
      <p:sp>
        <p:nvSpPr>
          <p:cNvPr id="18" name="文本占位符 17"/>
          <p:cNvSpPr>
            <a:spLocks noGrp="1"/>
          </p:cNvSpPr>
          <p:nvPr>
            <p:ph type="body" idx="16389" hasCustomPrompt="1"/>
            <p:custDataLst>
              <p:tags r:id="rId12"/>
            </p:custDataLst>
          </p:nvPr>
        </p:nvSpPr>
        <p:spPr>
          <a:xfrm>
            <a:off x="4622800" y="5029200"/>
            <a:ext cx="3098800" cy="1219200"/>
          </a:xfrm>
          <a:noFill/>
        </p:spPr>
        <p:txBody>
          <a:bodyPr lIns="0" tIns="0" rIns="0" bIns="0" anchor="t">
            <a:normAutofit/>
          </a:bodyPr>
          <a:lstStyle>
            <a:lvl1pPr marL="0" indent="0" algn="l">
              <a:lnSpc>
                <a:spcPct val="125000"/>
              </a:lnSpc>
              <a:spcBef>
                <a:spcPct val="0"/>
              </a:spcBef>
              <a:spcAft>
                <a:spcPct val="0"/>
              </a:spcAft>
              <a:buNone/>
              <a:defRPr sz="1600" b="0" spc="0">
                <a:solidFill>
                  <a:schemeClr val="tx1"/>
                </a:solidFill>
              </a:defRPr>
            </a:lvl1pPr>
          </a:lstStyle>
          <a:p>
            <a:pPr lvl="0"/>
            <a:r>
              <a:rPr lang="zh-CN" altLang="en-US" smtClean="0"/>
              <a:t>单击此处添加项正文</a:t>
            </a:r>
            <a:endParaRPr lang="zh-CN" altLang="en-US" smtClean="0"/>
          </a:p>
        </p:txBody>
      </p:sp>
      <p:sp>
        <p:nvSpPr>
          <p:cNvPr id="19" name="装饰  8"/>
          <p:cNvSpPr>
            <a:spLocks noGrp="1"/>
          </p:cNvSpPr>
          <p:nvPr>
            <p:ph type="body" idx="16395" hasCustomPrompt="1"/>
            <p:custDataLst>
              <p:tags r:id="rId13"/>
            </p:custDataLst>
          </p:nvPr>
        </p:nvSpPr>
        <p:spPr>
          <a:xfrm>
            <a:off x="8331200" y="4521200"/>
            <a:ext cx="50800" cy="1727200"/>
          </a:xfrm>
          <a:custGeom>
            <a:avLst/>
            <a:gdLst>
              <a:gd name="connisteX0" fmla="*/ 0 w 50800"/>
              <a:gd name="connsiteY0" fmla="*/ 25400 h 1727200"/>
              <a:gd name="connisteX1" fmla="*/ 25400 w 50800"/>
              <a:gd name="connsiteY1" fmla="*/ 0 h 1727200"/>
              <a:gd name="connisteX2" fmla="*/ 25400 w 50800"/>
              <a:gd name="connsiteY2" fmla="*/ 0 h 1727200"/>
              <a:gd name="connisteX3" fmla="*/ 50800 w 50800"/>
              <a:gd name="connsiteY3" fmla="*/ 25400 h 1727200"/>
              <a:gd name="connisteX4" fmla="*/ 50800 w 50800"/>
              <a:gd name="connsiteY4" fmla="*/ 1701800 h 1727200"/>
              <a:gd name="connisteX5" fmla="*/ 25400 w 50800"/>
              <a:gd name="connsiteY5" fmla="*/ 1727200 h 1727200"/>
              <a:gd name="connisteX6" fmla="*/ 25400 w 50800"/>
              <a:gd name="connsiteY6" fmla="*/ 1727200 h 1727200"/>
              <a:gd name="connisteX7" fmla="*/ 0 w 50800"/>
              <a:gd name="connsiteY7" fmla="*/ 1701800 h 1727200"/>
              <a:gd name="connisteX8" fmla="*/ 0 w 50800"/>
              <a:gd name="connsiteY8" fmla="*/ 25400 h 1727200"/>
            </a:gdLst>
            <a:ahLst/>
            <a:cxnLst>
              <a:cxn ang="0">
                <a:pos x="connisteX0" y="connsiteY0"/>
              </a:cxn>
              <a:cxn ang="0">
                <a:pos x="connisteX1" y="connsiteY1"/>
              </a:cxn>
              <a:cxn ang="0">
                <a:pos x="connisteX2" y="connsiteY2"/>
              </a:cxn>
              <a:cxn ang="0">
                <a:pos x="connisteX3" y="connsiteY3"/>
              </a:cxn>
              <a:cxn ang="0">
                <a:pos x="connisteX4" y="connsiteY4"/>
              </a:cxn>
              <a:cxn ang="0">
                <a:pos x="connisteX5" y="connsiteY5"/>
              </a:cxn>
              <a:cxn ang="0">
                <a:pos x="connisteX6" y="connsiteY6"/>
              </a:cxn>
              <a:cxn ang="0">
                <a:pos x="connisteX7" y="connsiteY7"/>
              </a:cxn>
              <a:cxn ang="0">
                <a:pos x="connisteX8" y="connsiteY8"/>
              </a:cxn>
            </a:cxnLst>
            <a:pathLst>
              <a:path w="50800" h="1727200">
                <a:moveTo>
                  <a:pt x="0" y="25400"/>
                </a:moveTo>
                <a:cubicBezTo>
                  <a:pt x="0" y="11372"/>
                  <a:pt x="11372" y="0"/>
                  <a:pt x="25400" y="0"/>
                </a:cubicBezTo>
                <a:lnTo>
                  <a:pt x="25400" y="0"/>
                </a:lnTo>
                <a:cubicBezTo>
                  <a:pt x="39428" y="0"/>
                  <a:pt x="50800" y="11372"/>
                  <a:pt x="50800" y="25400"/>
                </a:cubicBezTo>
                <a:lnTo>
                  <a:pt x="50800" y="1701800"/>
                </a:lnTo>
                <a:cubicBezTo>
                  <a:pt x="50800" y="1715828"/>
                  <a:pt x="39428" y="1727200"/>
                  <a:pt x="25400" y="1727200"/>
                </a:cubicBezTo>
                <a:lnTo>
                  <a:pt x="25400" y="1727200"/>
                </a:lnTo>
                <a:cubicBezTo>
                  <a:pt x="11372" y="1727200"/>
                  <a:pt x="0" y="1715828"/>
                  <a:pt x="0" y="1701800"/>
                </a:cubicBezTo>
                <a:lnTo>
                  <a:pt x="0" y="25400"/>
                </a:lnTo>
                <a:close/>
              </a:path>
            </a:pathLst>
          </a:custGeom>
          <a:solidFill>
            <a:schemeClr val="accent1"/>
          </a:solidFill>
          <a:ln>
            <a:solidFill>
              <a:prstClr val="black">
                <a:alpha val="0"/>
              </a:prstClr>
            </a:solidFill>
            <a:prstDash val="solid"/>
          </a:ln>
        </p:spPr>
        <p:txBody>
          <a:bodyPr>
            <a:noAutofit/>
          </a:bodyPr>
          <a:lstStyle>
            <a:lvl1pPr>
              <a:buNone/>
              <a:defRPr/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zh-CN" altLang="en-US" smtClean="0"/>
              <a:t> </a:t>
            </a:r>
            <a:endParaRPr lang="zh-CN" altLang="en-US" smtClean="0"/>
          </a:p>
        </p:txBody>
      </p:sp>
      <p:sp>
        <p:nvSpPr>
          <p:cNvPr id="20" name="文本占位符 19"/>
          <p:cNvSpPr>
            <a:spLocks noGrp="1"/>
          </p:cNvSpPr>
          <p:nvPr>
            <p:ph type="body" idx="16390" hasCustomPrompt="1"/>
            <p:custDataLst>
              <p:tags r:id="rId14"/>
            </p:custDataLst>
          </p:nvPr>
        </p:nvSpPr>
        <p:spPr>
          <a:xfrm>
            <a:off x="8483600" y="4521200"/>
            <a:ext cx="3098800" cy="406400"/>
          </a:xfrm>
          <a:noFill/>
        </p:spPr>
        <p:txBody>
          <a:bodyPr lIns="0" tIns="0" rIns="0" bIns="0" anchor="t">
            <a:normAutofit/>
          </a:bodyPr>
          <a:lstStyle>
            <a:lvl1pPr marL="0" indent="0" algn="l">
              <a:lnSpc>
                <a:spcPct val="111000"/>
              </a:lnSpc>
              <a:spcBef>
                <a:spcPct val="0"/>
              </a:spcBef>
              <a:spcAft>
                <a:spcPct val="0"/>
              </a:spcAft>
              <a:buNone/>
              <a:defRPr sz="2400" b="0" spc="0">
                <a:solidFill>
                  <a:schemeClr val="tx1"/>
                </a:solidFill>
              </a:defRPr>
            </a:lvl1pPr>
          </a:lstStyle>
          <a:p>
            <a:pPr lvl="0"/>
            <a:r>
              <a:rPr lang="zh-CN" altLang="en-US" smtClean="0"/>
              <a:t>单击此处添加项标题</a:t>
            </a:r>
            <a:endParaRPr lang="zh-CN" altLang="en-US" smtClean="0"/>
          </a:p>
        </p:txBody>
      </p:sp>
      <p:sp>
        <p:nvSpPr>
          <p:cNvPr id="21" name="文本占位符 20"/>
          <p:cNvSpPr>
            <a:spLocks noGrp="1"/>
          </p:cNvSpPr>
          <p:nvPr>
            <p:ph type="body" idx="16391" hasCustomPrompt="1"/>
            <p:custDataLst>
              <p:tags r:id="rId15"/>
            </p:custDataLst>
          </p:nvPr>
        </p:nvSpPr>
        <p:spPr>
          <a:xfrm>
            <a:off x="8483600" y="5029200"/>
            <a:ext cx="3098800" cy="1219200"/>
          </a:xfrm>
          <a:noFill/>
        </p:spPr>
        <p:txBody>
          <a:bodyPr lIns="0" tIns="0" rIns="0" bIns="0" anchor="t">
            <a:normAutofit/>
          </a:bodyPr>
          <a:lstStyle>
            <a:lvl1pPr marL="0" indent="0" algn="l">
              <a:lnSpc>
                <a:spcPct val="125000"/>
              </a:lnSpc>
              <a:spcBef>
                <a:spcPct val="0"/>
              </a:spcBef>
              <a:spcAft>
                <a:spcPct val="0"/>
              </a:spcAft>
              <a:buNone/>
              <a:defRPr sz="1600" b="0" spc="0">
                <a:solidFill>
                  <a:schemeClr val="tx1"/>
                </a:solidFill>
              </a:defRPr>
            </a:lvl1pPr>
          </a:lstStyle>
          <a:p>
            <a:pPr lvl="0"/>
            <a:r>
              <a:rPr lang="zh-CN" altLang="en-US" smtClean="0"/>
              <a:t>单击此处添加项正文</a:t>
            </a:r>
            <a:endParaRPr lang="zh-CN" altLang="en-US" smtClean="0"/>
          </a:p>
        </p:txBody>
      </p:sp>
    </p:spTree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正文页-53_12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日期占位符 5"/>
          <p:cNvSpPr>
            <a:spLocks noGrp="1"/>
          </p:cNvSpPr>
          <p:nvPr>
            <p:ph type="dt" sz="half" idx="10"/>
            <p:custDataLst>
              <p:tags r:id="rId2"/>
            </p:custDataLst>
          </p:nvPr>
        </p:nvSpPr>
        <p:spPr>
          <a:xfrm>
            <a:off x="838200" y="6356350"/>
            <a:ext cx="2743200" cy="365125"/>
          </a:xfrm>
        </p:spPr>
        <p:txBody>
          <a:bodyPr/>
          <a:lstStyle/>
          <a:p>
            <a:fld id="{AFF1154F-E427-4513-B34B-94E36374A1AB}" type="datetimeFigureOut">
              <a:rPr lang="zh-CN" altLang="en-US" smtClean="0"/>
            </a:fld>
            <a:endParaRPr lang="zh-CN" altLang="en-US"/>
          </a:p>
        </p:txBody>
      </p:sp>
      <p:sp>
        <p:nvSpPr>
          <p:cNvPr id="9" name="页脚占位符 8"/>
          <p:cNvSpPr>
            <a:spLocks noGrp="1"/>
          </p:cNvSpPr>
          <p:nvPr>
            <p:ph type="ftr" sz="quarter" idx="11"/>
            <p:custDataLst>
              <p:tags r:id="rId3"/>
            </p:custDataLst>
          </p:nvPr>
        </p:nvSpPr>
        <p:spPr>
          <a:xfrm>
            <a:off x="4038600" y="6356350"/>
            <a:ext cx="4114800" cy="365125"/>
          </a:xfrm>
        </p:spPr>
        <p:txBody>
          <a:bodyPr/>
          <a:lstStyle/>
          <a:p>
            <a:endParaRPr lang="zh-CN" altLang="en-US"/>
          </a:p>
        </p:txBody>
      </p:sp>
      <p:sp>
        <p:nvSpPr>
          <p:cNvPr id="10" name="灯片编号占位符 9"/>
          <p:cNvSpPr>
            <a:spLocks noGrp="1"/>
          </p:cNvSpPr>
          <p:nvPr>
            <p:ph type="sldNum" sz="quarter" idx="12"/>
            <p:custDataLst>
              <p:tags r:id="rId4"/>
            </p:custDataLst>
          </p:nvPr>
        </p:nvSpPr>
        <p:spPr>
          <a:xfrm>
            <a:off x="8610600" y="6356350"/>
            <a:ext cx="2743200" cy="365125"/>
          </a:xfrm>
        </p:spPr>
        <p:txBody>
          <a:bodyPr/>
          <a:lstStyle/>
          <a:p>
            <a:fld id="{CFDA0808-8B01-405B-8ED6-12013DCE0AF6}" type="slidenum">
              <a:rPr lang="zh-CN" altLang="en-US" smtClean="0"/>
            </a:fld>
            <a:endParaRPr lang="zh-CN" altLang="en-US"/>
          </a:p>
        </p:txBody>
      </p:sp>
      <p:sp>
        <p:nvSpPr>
          <p:cNvPr id="11" name="标题 10"/>
          <p:cNvSpPr>
            <a:spLocks noGrp="1"/>
          </p:cNvSpPr>
          <p:nvPr>
            <p:ph type="ctrTitle" idx="16385" hasCustomPrompt="1"/>
            <p:custDataLst>
              <p:tags r:id="rId5"/>
            </p:custDataLst>
          </p:nvPr>
        </p:nvSpPr>
        <p:spPr>
          <a:xfrm>
            <a:off x="609600" y="533400"/>
            <a:ext cx="10972800" cy="609600"/>
          </a:xfrm>
          <a:noFill/>
        </p:spPr>
        <p:txBody>
          <a:bodyPr lIns="0" tIns="0" rIns="0" bIns="0" anchor="t">
            <a:normAutofit/>
          </a:bodyPr>
          <a:lstStyle>
            <a:lvl1pPr marL="0" indent="0" algn="l">
              <a:lnSpc>
                <a:spcPct val="111000"/>
              </a:lnSpc>
              <a:spcBef>
                <a:spcPct val="0"/>
              </a:spcBef>
              <a:spcAft>
                <a:spcPct val="0"/>
              </a:spcAft>
              <a:buNone/>
              <a:defRPr sz="3600" b="0" spc="0">
                <a:solidFill>
                  <a:schemeClr val="tx1"/>
                </a:solidFill>
              </a:defRPr>
            </a:lvl1pPr>
          </a:lstStyle>
          <a:p>
            <a:r>
              <a:rPr lang="zh-CN" altLang="en-US"/>
              <a:t>单击此处添加标题</a:t>
            </a:r>
            <a:endParaRPr lang="zh-CN" altLang="en-US"/>
          </a:p>
        </p:txBody>
      </p:sp>
      <p:sp>
        <p:nvSpPr>
          <p:cNvPr id="12" name="装饰  1"/>
          <p:cNvSpPr>
            <a:spLocks noGrp="1"/>
          </p:cNvSpPr>
          <p:nvPr>
            <p:ph type="body" idx="16392" hasCustomPrompt="1"/>
            <p:custDataLst>
              <p:tags r:id="rId6"/>
            </p:custDataLst>
          </p:nvPr>
        </p:nvSpPr>
        <p:spPr>
          <a:xfrm>
            <a:off x="609600" y="3556000"/>
            <a:ext cx="3454400" cy="2692400"/>
          </a:xfrm>
          <a:custGeom>
            <a:avLst/>
            <a:gdLst>
              <a:gd name="connisteX0" fmla="*/ 0 w 3454400"/>
              <a:gd name="connsiteY0" fmla="*/ 0 h 2692400"/>
              <a:gd name="connisteX1" fmla="*/ 3454400 w 3454400"/>
              <a:gd name="connsiteY1" fmla="*/ 0 h 2692400"/>
              <a:gd name="connisteX2" fmla="*/ 3454400 w 3454400"/>
              <a:gd name="connsiteY2" fmla="*/ 2489200 h 2692400"/>
              <a:gd name="connisteX3" fmla="*/ 3251200 w 3454400"/>
              <a:gd name="connsiteY3" fmla="*/ 2692400 h 2692400"/>
              <a:gd name="connisteX4" fmla="*/ 203200 w 3454400"/>
              <a:gd name="connsiteY4" fmla="*/ 2692400 h 2692400"/>
              <a:gd name="connisteX5" fmla="*/ 0 w 3454400"/>
              <a:gd name="connsiteY5" fmla="*/ 2489200 h 2692400"/>
              <a:gd name="connisteX6" fmla="*/ 0 w 3454400"/>
              <a:gd name="connsiteY6" fmla="*/ 0 h 2692400"/>
            </a:gdLst>
            <a:ahLst/>
            <a:cxnLst>
              <a:cxn ang="0">
                <a:pos x="connisteX0" y="connsiteY0"/>
              </a:cxn>
              <a:cxn ang="0">
                <a:pos x="connisteX1" y="connsiteY1"/>
              </a:cxn>
              <a:cxn ang="0">
                <a:pos x="connisteX2" y="connsiteY2"/>
              </a:cxn>
              <a:cxn ang="0">
                <a:pos x="connisteX3" y="connsiteY3"/>
              </a:cxn>
              <a:cxn ang="0">
                <a:pos x="connisteX4" y="connsiteY4"/>
              </a:cxn>
              <a:cxn ang="0">
                <a:pos x="connisteX5" y="connsiteY5"/>
              </a:cxn>
              <a:cxn ang="0">
                <a:pos x="connisteX6" y="connsiteY6"/>
              </a:cxn>
            </a:cxnLst>
            <a:pathLst>
              <a:path w="3454400" h="2692400">
                <a:moveTo>
                  <a:pt x="0" y="0"/>
                </a:moveTo>
                <a:lnTo>
                  <a:pt x="3454400" y="0"/>
                </a:lnTo>
                <a:lnTo>
                  <a:pt x="3454400" y="2489200"/>
                </a:lnTo>
                <a:cubicBezTo>
                  <a:pt x="3454400" y="2601424"/>
                  <a:pt x="3363424" y="2692400"/>
                  <a:pt x="3251200" y="2692400"/>
                </a:cubicBezTo>
                <a:lnTo>
                  <a:pt x="203200" y="2692400"/>
                </a:lnTo>
                <a:cubicBezTo>
                  <a:pt x="90976" y="2692400"/>
                  <a:pt x="0" y="2601424"/>
                  <a:pt x="0" y="2489200"/>
                </a:cubicBezTo>
                <a:lnTo>
                  <a:pt x="0" y="0"/>
                </a:lnTo>
                <a:close/>
              </a:path>
            </a:pathLst>
          </a:custGeom>
          <a:gradFill>
            <a:gsLst>
              <a:gs pos="0">
                <a:schemeClr val="accent1">
                  <a:lumMod val="10000"/>
                  <a:lumOff val="90000"/>
                </a:schemeClr>
              </a:gs>
              <a:gs pos="100000">
                <a:schemeClr val="accent1">
                  <a:lumMod val="10000"/>
                  <a:lumOff val="90000"/>
                </a:schemeClr>
              </a:gs>
            </a:gsLst>
            <a:lin ang="5400000"/>
          </a:gradFill>
          <a:ln>
            <a:solidFill>
              <a:prstClr val="black">
                <a:alpha val="0"/>
              </a:prstClr>
            </a:solidFill>
            <a:prstDash val="solid"/>
          </a:ln>
        </p:spPr>
        <p:txBody>
          <a:bodyPr>
            <a:noAutofit/>
          </a:bodyPr>
          <a:lstStyle>
            <a:lvl1pPr>
              <a:buNone/>
              <a:defRPr/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zh-CN" altLang="en-US" smtClean="0"/>
              <a:t> </a:t>
            </a:r>
            <a:endParaRPr lang="zh-CN" altLang="en-US" smtClean="0"/>
          </a:p>
        </p:txBody>
      </p:sp>
      <p:sp>
        <p:nvSpPr>
          <p:cNvPr id="13" name="图片占位符 12"/>
          <p:cNvSpPr>
            <a:spLocks noGrp="1"/>
          </p:cNvSpPr>
          <p:nvPr>
            <p:ph type="pic" idx="16393" hasCustomPrompt="1"/>
            <p:custDataLst>
              <p:tags r:id="rId7"/>
            </p:custDataLst>
          </p:nvPr>
        </p:nvSpPr>
        <p:spPr>
          <a:xfrm>
            <a:off x="609600" y="1524000"/>
            <a:ext cx="3454400" cy="2032000"/>
          </a:xfrm>
          <a:custGeom>
            <a:avLst/>
            <a:gdLst>
              <a:gd name="connisteX0" fmla="*/ 0 w 3454400"/>
              <a:gd name="connsiteY0" fmla="*/ 203200 h 2032000"/>
              <a:gd name="connisteX1" fmla="*/ 203200 w 3454400"/>
              <a:gd name="connsiteY1" fmla="*/ 0 h 2032000"/>
              <a:gd name="connisteX2" fmla="*/ 3251200 w 3454400"/>
              <a:gd name="connsiteY2" fmla="*/ 0 h 2032000"/>
              <a:gd name="connisteX3" fmla="*/ 3454400 w 3454400"/>
              <a:gd name="connsiteY3" fmla="*/ 203200 h 2032000"/>
              <a:gd name="connisteX4" fmla="*/ 3454400 w 3454400"/>
              <a:gd name="connsiteY4" fmla="*/ 2032000 h 2032000"/>
              <a:gd name="connisteX5" fmla="*/ 0 w 3454400"/>
              <a:gd name="connsiteY5" fmla="*/ 2032000 h 2032000"/>
              <a:gd name="connisteX6" fmla="*/ 0 w 3454400"/>
              <a:gd name="connsiteY6" fmla="*/ 203200 h 2032000"/>
            </a:gdLst>
            <a:ahLst/>
            <a:cxnLst>
              <a:cxn ang="0">
                <a:pos x="connisteX0" y="connsiteY0"/>
              </a:cxn>
              <a:cxn ang="0">
                <a:pos x="connisteX1" y="connsiteY1"/>
              </a:cxn>
              <a:cxn ang="0">
                <a:pos x="connisteX2" y="connsiteY2"/>
              </a:cxn>
              <a:cxn ang="0">
                <a:pos x="connisteX3" y="connsiteY3"/>
              </a:cxn>
              <a:cxn ang="0">
                <a:pos x="connisteX4" y="connsiteY4"/>
              </a:cxn>
              <a:cxn ang="0">
                <a:pos x="connisteX5" y="connsiteY5"/>
              </a:cxn>
              <a:cxn ang="0">
                <a:pos x="connisteX6" y="connsiteY6"/>
              </a:cxn>
            </a:cxnLst>
            <a:pathLst>
              <a:path w="3454400" h="2032000">
                <a:moveTo>
                  <a:pt x="0" y="203200"/>
                </a:moveTo>
                <a:cubicBezTo>
                  <a:pt x="0" y="90976"/>
                  <a:pt x="90976" y="0"/>
                  <a:pt x="203200" y="0"/>
                </a:cubicBezTo>
                <a:lnTo>
                  <a:pt x="3251200" y="0"/>
                </a:lnTo>
                <a:cubicBezTo>
                  <a:pt x="3363424" y="0"/>
                  <a:pt x="3454400" y="90976"/>
                  <a:pt x="3454400" y="203200"/>
                </a:cubicBezTo>
                <a:lnTo>
                  <a:pt x="3454400" y="2032000"/>
                </a:lnTo>
                <a:lnTo>
                  <a:pt x="0" y="2032000"/>
                </a:lnTo>
                <a:lnTo>
                  <a:pt x="0" y="203200"/>
                </a:lnTo>
                <a:close/>
              </a:path>
            </a:pathLst>
          </a:custGeom>
          <a:solidFill>
            <a:srgbClr val="DDDDDD"/>
          </a:solidFill>
          <a:ln>
            <a:noFill/>
          </a:ln>
        </p:spPr>
        <p:txBody>
          <a:bodyPr>
            <a:noAutofit/>
          </a:bodyPr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r>
              <a:rPr lang="zh-CN" altLang="en-US"/>
              <a:t> </a:t>
            </a:r>
            <a:endParaRPr lang="zh-CN" altLang="en-US"/>
          </a:p>
        </p:txBody>
      </p:sp>
      <p:sp>
        <p:nvSpPr>
          <p:cNvPr id="14" name="文本占位符 13"/>
          <p:cNvSpPr>
            <a:spLocks noGrp="1"/>
          </p:cNvSpPr>
          <p:nvPr>
            <p:ph type="body" idx="16386" hasCustomPrompt="1"/>
            <p:custDataLst>
              <p:tags r:id="rId8"/>
            </p:custDataLst>
          </p:nvPr>
        </p:nvSpPr>
        <p:spPr>
          <a:xfrm>
            <a:off x="914400" y="3759200"/>
            <a:ext cx="2844800" cy="406400"/>
          </a:xfrm>
          <a:noFill/>
        </p:spPr>
        <p:txBody>
          <a:bodyPr lIns="0" tIns="0" rIns="0" bIns="0" anchor="t">
            <a:normAutofit/>
          </a:bodyPr>
          <a:lstStyle>
            <a:lvl1pPr marL="0" indent="0" algn="l">
              <a:lnSpc>
                <a:spcPct val="111000"/>
              </a:lnSpc>
              <a:spcBef>
                <a:spcPct val="0"/>
              </a:spcBef>
              <a:spcAft>
                <a:spcPct val="0"/>
              </a:spcAft>
              <a:buNone/>
              <a:defRPr sz="2400" b="0" spc="0">
                <a:solidFill>
                  <a:schemeClr val="tx1"/>
                </a:solidFill>
              </a:defRPr>
            </a:lvl1pPr>
          </a:lstStyle>
          <a:p>
            <a:pPr lvl="0"/>
            <a:r>
              <a:rPr lang="zh-CN" altLang="en-US" smtClean="0"/>
              <a:t>项标题</a:t>
            </a:r>
            <a:endParaRPr lang="zh-CN" altLang="en-US" smtClean="0"/>
          </a:p>
        </p:txBody>
      </p:sp>
      <p:sp>
        <p:nvSpPr>
          <p:cNvPr id="15" name="文本占位符 14"/>
          <p:cNvSpPr>
            <a:spLocks noGrp="1"/>
          </p:cNvSpPr>
          <p:nvPr>
            <p:ph type="body" idx="16387" hasCustomPrompt="1"/>
            <p:custDataLst>
              <p:tags r:id="rId9"/>
            </p:custDataLst>
          </p:nvPr>
        </p:nvSpPr>
        <p:spPr>
          <a:xfrm>
            <a:off x="914400" y="4216400"/>
            <a:ext cx="2844800" cy="1828800"/>
          </a:xfrm>
          <a:noFill/>
        </p:spPr>
        <p:txBody>
          <a:bodyPr lIns="0" tIns="0" rIns="0" bIns="0" anchor="t">
            <a:normAutofit/>
          </a:bodyPr>
          <a:lstStyle>
            <a:lvl1pPr marL="0" indent="0" algn="l">
              <a:lnSpc>
                <a:spcPct val="125000"/>
              </a:lnSpc>
              <a:spcBef>
                <a:spcPct val="0"/>
              </a:spcBef>
              <a:spcAft>
                <a:spcPct val="0"/>
              </a:spcAft>
              <a:buNone/>
              <a:defRPr sz="1600" b="0" spc="0">
                <a:solidFill>
                  <a:schemeClr val="tx1"/>
                </a:solidFill>
              </a:defRPr>
            </a:lvl1pPr>
          </a:lstStyle>
          <a:p>
            <a:pPr lvl="0"/>
            <a:r>
              <a:rPr lang="zh-CN" altLang="en-US" smtClean="0"/>
              <a:t>单击此处添加项正文</a:t>
            </a:r>
            <a:endParaRPr lang="zh-CN" altLang="en-US" smtClean="0"/>
          </a:p>
        </p:txBody>
      </p:sp>
      <p:sp>
        <p:nvSpPr>
          <p:cNvPr id="16" name="装饰  5"/>
          <p:cNvSpPr>
            <a:spLocks noGrp="1"/>
          </p:cNvSpPr>
          <p:nvPr>
            <p:ph type="body" idx="16394" hasCustomPrompt="1"/>
            <p:custDataLst>
              <p:tags r:id="rId10"/>
            </p:custDataLst>
          </p:nvPr>
        </p:nvSpPr>
        <p:spPr>
          <a:xfrm>
            <a:off x="4368800" y="3556000"/>
            <a:ext cx="3454400" cy="2692400"/>
          </a:xfrm>
          <a:custGeom>
            <a:avLst/>
            <a:gdLst>
              <a:gd name="connisteX0" fmla="*/ 0 w 3454400"/>
              <a:gd name="connsiteY0" fmla="*/ 0 h 2692400"/>
              <a:gd name="connisteX1" fmla="*/ 3454400 w 3454400"/>
              <a:gd name="connsiteY1" fmla="*/ 0 h 2692400"/>
              <a:gd name="connisteX2" fmla="*/ 3454400 w 3454400"/>
              <a:gd name="connsiteY2" fmla="*/ 2489200 h 2692400"/>
              <a:gd name="connisteX3" fmla="*/ 3251200 w 3454400"/>
              <a:gd name="connsiteY3" fmla="*/ 2692400 h 2692400"/>
              <a:gd name="connisteX4" fmla="*/ 203200 w 3454400"/>
              <a:gd name="connsiteY4" fmla="*/ 2692400 h 2692400"/>
              <a:gd name="connisteX5" fmla="*/ 0 w 3454400"/>
              <a:gd name="connsiteY5" fmla="*/ 2489200 h 2692400"/>
              <a:gd name="connisteX6" fmla="*/ 0 w 3454400"/>
              <a:gd name="connsiteY6" fmla="*/ 0 h 2692400"/>
            </a:gdLst>
            <a:ahLst/>
            <a:cxnLst>
              <a:cxn ang="0">
                <a:pos x="connisteX0" y="connsiteY0"/>
              </a:cxn>
              <a:cxn ang="0">
                <a:pos x="connisteX1" y="connsiteY1"/>
              </a:cxn>
              <a:cxn ang="0">
                <a:pos x="connisteX2" y="connsiteY2"/>
              </a:cxn>
              <a:cxn ang="0">
                <a:pos x="connisteX3" y="connsiteY3"/>
              </a:cxn>
              <a:cxn ang="0">
                <a:pos x="connisteX4" y="connsiteY4"/>
              </a:cxn>
              <a:cxn ang="0">
                <a:pos x="connisteX5" y="connsiteY5"/>
              </a:cxn>
              <a:cxn ang="0">
                <a:pos x="connisteX6" y="connsiteY6"/>
              </a:cxn>
            </a:cxnLst>
            <a:pathLst>
              <a:path w="3454400" h="2692400">
                <a:moveTo>
                  <a:pt x="0" y="0"/>
                </a:moveTo>
                <a:lnTo>
                  <a:pt x="3454400" y="0"/>
                </a:lnTo>
                <a:lnTo>
                  <a:pt x="3454400" y="2489200"/>
                </a:lnTo>
                <a:cubicBezTo>
                  <a:pt x="3454400" y="2601424"/>
                  <a:pt x="3363424" y="2692400"/>
                  <a:pt x="3251200" y="2692400"/>
                </a:cubicBezTo>
                <a:lnTo>
                  <a:pt x="203200" y="2692400"/>
                </a:lnTo>
                <a:cubicBezTo>
                  <a:pt x="90976" y="2692400"/>
                  <a:pt x="0" y="2601424"/>
                  <a:pt x="0" y="2489200"/>
                </a:cubicBezTo>
                <a:lnTo>
                  <a:pt x="0" y="0"/>
                </a:lnTo>
                <a:close/>
              </a:path>
            </a:pathLst>
          </a:custGeom>
          <a:gradFill>
            <a:gsLst>
              <a:gs pos="0">
                <a:schemeClr val="accent1">
                  <a:lumMod val="10000"/>
                  <a:lumOff val="90000"/>
                </a:schemeClr>
              </a:gs>
              <a:gs pos="100000">
                <a:schemeClr val="accent1">
                  <a:lumMod val="10000"/>
                  <a:lumOff val="90000"/>
                </a:schemeClr>
              </a:gs>
            </a:gsLst>
            <a:lin ang="5400000"/>
          </a:gradFill>
          <a:ln>
            <a:solidFill>
              <a:prstClr val="black">
                <a:alpha val="0"/>
              </a:prstClr>
            </a:solidFill>
            <a:prstDash val="solid"/>
          </a:ln>
        </p:spPr>
        <p:txBody>
          <a:bodyPr>
            <a:noAutofit/>
          </a:bodyPr>
          <a:lstStyle>
            <a:lvl1pPr>
              <a:buNone/>
              <a:defRPr/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zh-CN" altLang="en-US" smtClean="0"/>
              <a:t> </a:t>
            </a:r>
            <a:endParaRPr lang="zh-CN" altLang="en-US" smtClean="0"/>
          </a:p>
        </p:txBody>
      </p:sp>
      <p:sp>
        <p:nvSpPr>
          <p:cNvPr id="17" name="图片占位符 16"/>
          <p:cNvSpPr>
            <a:spLocks noGrp="1"/>
          </p:cNvSpPr>
          <p:nvPr>
            <p:ph type="pic" idx="16395" hasCustomPrompt="1"/>
            <p:custDataLst>
              <p:tags r:id="rId11"/>
            </p:custDataLst>
          </p:nvPr>
        </p:nvSpPr>
        <p:spPr>
          <a:xfrm>
            <a:off x="4368800" y="1524000"/>
            <a:ext cx="3454400" cy="2032000"/>
          </a:xfrm>
          <a:custGeom>
            <a:avLst/>
            <a:gdLst>
              <a:gd name="connisteX0" fmla="*/ 0 w 3454400"/>
              <a:gd name="connsiteY0" fmla="*/ 203200 h 2032000"/>
              <a:gd name="connisteX1" fmla="*/ 203200 w 3454400"/>
              <a:gd name="connsiteY1" fmla="*/ 0 h 2032000"/>
              <a:gd name="connisteX2" fmla="*/ 3251200 w 3454400"/>
              <a:gd name="connsiteY2" fmla="*/ 0 h 2032000"/>
              <a:gd name="connisteX3" fmla="*/ 3454400 w 3454400"/>
              <a:gd name="connsiteY3" fmla="*/ 203200 h 2032000"/>
              <a:gd name="connisteX4" fmla="*/ 3454400 w 3454400"/>
              <a:gd name="connsiteY4" fmla="*/ 2032000 h 2032000"/>
              <a:gd name="connisteX5" fmla="*/ 0 w 3454400"/>
              <a:gd name="connsiteY5" fmla="*/ 2032000 h 2032000"/>
              <a:gd name="connisteX6" fmla="*/ 0 w 3454400"/>
              <a:gd name="connsiteY6" fmla="*/ 203200 h 2032000"/>
            </a:gdLst>
            <a:ahLst/>
            <a:cxnLst>
              <a:cxn ang="0">
                <a:pos x="connisteX0" y="connsiteY0"/>
              </a:cxn>
              <a:cxn ang="0">
                <a:pos x="connisteX1" y="connsiteY1"/>
              </a:cxn>
              <a:cxn ang="0">
                <a:pos x="connisteX2" y="connsiteY2"/>
              </a:cxn>
              <a:cxn ang="0">
                <a:pos x="connisteX3" y="connsiteY3"/>
              </a:cxn>
              <a:cxn ang="0">
                <a:pos x="connisteX4" y="connsiteY4"/>
              </a:cxn>
              <a:cxn ang="0">
                <a:pos x="connisteX5" y="connsiteY5"/>
              </a:cxn>
              <a:cxn ang="0">
                <a:pos x="connisteX6" y="connsiteY6"/>
              </a:cxn>
            </a:cxnLst>
            <a:pathLst>
              <a:path w="3454400" h="2032000">
                <a:moveTo>
                  <a:pt x="0" y="203200"/>
                </a:moveTo>
                <a:cubicBezTo>
                  <a:pt x="0" y="90976"/>
                  <a:pt x="90976" y="0"/>
                  <a:pt x="203200" y="0"/>
                </a:cubicBezTo>
                <a:lnTo>
                  <a:pt x="3251200" y="0"/>
                </a:lnTo>
                <a:cubicBezTo>
                  <a:pt x="3363424" y="0"/>
                  <a:pt x="3454400" y="90976"/>
                  <a:pt x="3454400" y="203200"/>
                </a:cubicBezTo>
                <a:lnTo>
                  <a:pt x="3454400" y="2032000"/>
                </a:lnTo>
                <a:lnTo>
                  <a:pt x="0" y="2032000"/>
                </a:lnTo>
                <a:lnTo>
                  <a:pt x="0" y="203200"/>
                </a:lnTo>
                <a:close/>
              </a:path>
            </a:pathLst>
          </a:custGeom>
          <a:solidFill>
            <a:srgbClr val="DDDDDD"/>
          </a:solidFill>
          <a:ln>
            <a:noFill/>
          </a:ln>
        </p:spPr>
        <p:txBody>
          <a:bodyPr>
            <a:noAutofit/>
          </a:bodyPr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r>
              <a:rPr lang="zh-CN" altLang="en-US"/>
              <a:t> </a:t>
            </a:r>
            <a:endParaRPr lang="zh-CN" altLang="en-US"/>
          </a:p>
        </p:txBody>
      </p:sp>
      <p:sp>
        <p:nvSpPr>
          <p:cNvPr id="18" name="文本占位符 17"/>
          <p:cNvSpPr>
            <a:spLocks noGrp="1"/>
          </p:cNvSpPr>
          <p:nvPr>
            <p:ph type="body" idx="16388" hasCustomPrompt="1"/>
            <p:custDataLst>
              <p:tags r:id="rId12"/>
            </p:custDataLst>
          </p:nvPr>
        </p:nvSpPr>
        <p:spPr>
          <a:xfrm>
            <a:off x="4673600" y="3759200"/>
            <a:ext cx="2844800" cy="406400"/>
          </a:xfrm>
          <a:noFill/>
        </p:spPr>
        <p:txBody>
          <a:bodyPr lIns="0" tIns="0" rIns="0" bIns="0" anchor="t">
            <a:normAutofit/>
          </a:bodyPr>
          <a:lstStyle>
            <a:lvl1pPr marL="0" indent="0" algn="l">
              <a:lnSpc>
                <a:spcPct val="111000"/>
              </a:lnSpc>
              <a:spcBef>
                <a:spcPct val="0"/>
              </a:spcBef>
              <a:spcAft>
                <a:spcPct val="0"/>
              </a:spcAft>
              <a:buNone/>
              <a:defRPr sz="2400" b="0" spc="0">
                <a:solidFill>
                  <a:schemeClr val="tx1"/>
                </a:solidFill>
              </a:defRPr>
            </a:lvl1pPr>
          </a:lstStyle>
          <a:p>
            <a:pPr lvl="0"/>
            <a:r>
              <a:rPr lang="zh-CN" altLang="en-US" smtClean="0"/>
              <a:t>项标题</a:t>
            </a:r>
            <a:endParaRPr lang="zh-CN" altLang="en-US" smtClean="0"/>
          </a:p>
        </p:txBody>
      </p:sp>
      <p:sp>
        <p:nvSpPr>
          <p:cNvPr id="19" name="文本占位符 18"/>
          <p:cNvSpPr>
            <a:spLocks noGrp="1"/>
          </p:cNvSpPr>
          <p:nvPr>
            <p:ph type="body" idx="16389" hasCustomPrompt="1"/>
            <p:custDataLst>
              <p:tags r:id="rId13"/>
            </p:custDataLst>
          </p:nvPr>
        </p:nvSpPr>
        <p:spPr>
          <a:xfrm>
            <a:off x="4673600" y="4216400"/>
            <a:ext cx="2844800" cy="1828800"/>
          </a:xfrm>
          <a:noFill/>
        </p:spPr>
        <p:txBody>
          <a:bodyPr lIns="0" tIns="0" rIns="0" bIns="0" anchor="t">
            <a:normAutofit/>
          </a:bodyPr>
          <a:lstStyle>
            <a:lvl1pPr marL="0" indent="0" algn="l">
              <a:lnSpc>
                <a:spcPct val="125000"/>
              </a:lnSpc>
              <a:spcBef>
                <a:spcPct val="0"/>
              </a:spcBef>
              <a:spcAft>
                <a:spcPct val="0"/>
              </a:spcAft>
              <a:buNone/>
              <a:defRPr sz="1600" b="0" spc="0">
                <a:solidFill>
                  <a:schemeClr val="tx1"/>
                </a:solidFill>
              </a:defRPr>
            </a:lvl1pPr>
          </a:lstStyle>
          <a:p>
            <a:pPr lvl="0"/>
            <a:r>
              <a:rPr lang="zh-CN" altLang="en-US" smtClean="0"/>
              <a:t>单击此处添加项正文</a:t>
            </a:r>
            <a:endParaRPr lang="zh-CN" altLang="en-US" smtClean="0"/>
          </a:p>
        </p:txBody>
      </p:sp>
      <p:sp>
        <p:nvSpPr>
          <p:cNvPr id="20" name="装饰  9"/>
          <p:cNvSpPr>
            <a:spLocks noGrp="1"/>
          </p:cNvSpPr>
          <p:nvPr>
            <p:ph type="body" idx="16396" hasCustomPrompt="1"/>
            <p:custDataLst>
              <p:tags r:id="rId14"/>
            </p:custDataLst>
          </p:nvPr>
        </p:nvSpPr>
        <p:spPr>
          <a:xfrm>
            <a:off x="8128000" y="3556000"/>
            <a:ext cx="3454400" cy="2692400"/>
          </a:xfrm>
          <a:custGeom>
            <a:avLst/>
            <a:gdLst>
              <a:gd name="connisteX0" fmla="*/ 0 w 3454400"/>
              <a:gd name="connsiteY0" fmla="*/ 0 h 2692400"/>
              <a:gd name="connisteX1" fmla="*/ 3454400 w 3454400"/>
              <a:gd name="connsiteY1" fmla="*/ 0 h 2692400"/>
              <a:gd name="connisteX2" fmla="*/ 3454400 w 3454400"/>
              <a:gd name="connsiteY2" fmla="*/ 2489200 h 2692400"/>
              <a:gd name="connisteX3" fmla="*/ 3251200 w 3454400"/>
              <a:gd name="connsiteY3" fmla="*/ 2692400 h 2692400"/>
              <a:gd name="connisteX4" fmla="*/ 203200 w 3454400"/>
              <a:gd name="connsiteY4" fmla="*/ 2692400 h 2692400"/>
              <a:gd name="connisteX5" fmla="*/ 0 w 3454400"/>
              <a:gd name="connsiteY5" fmla="*/ 2489200 h 2692400"/>
              <a:gd name="connisteX6" fmla="*/ 0 w 3454400"/>
              <a:gd name="connsiteY6" fmla="*/ 0 h 2692400"/>
            </a:gdLst>
            <a:ahLst/>
            <a:cxnLst>
              <a:cxn ang="0">
                <a:pos x="connisteX0" y="connsiteY0"/>
              </a:cxn>
              <a:cxn ang="0">
                <a:pos x="connisteX1" y="connsiteY1"/>
              </a:cxn>
              <a:cxn ang="0">
                <a:pos x="connisteX2" y="connsiteY2"/>
              </a:cxn>
              <a:cxn ang="0">
                <a:pos x="connisteX3" y="connsiteY3"/>
              </a:cxn>
              <a:cxn ang="0">
                <a:pos x="connisteX4" y="connsiteY4"/>
              </a:cxn>
              <a:cxn ang="0">
                <a:pos x="connisteX5" y="connsiteY5"/>
              </a:cxn>
              <a:cxn ang="0">
                <a:pos x="connisteX6" y="connsiteY6"/>
              </a:cxn>
            </a:cxnLst>
            <a:pathLst>
              <a:path w="3454400" h="2692400">
                <a:moveTo>
                  <a:pt x="0" y="0"/>
                </a:moveTo>
                <a:lnTo>
                  <a:pt x="3454400" y="0"/>
                </a:lnTo>
                <a:lnTo>
                  <a:pt x="3454400" y="2489200"/>
                </a:lnTo>
                <a:cubicBezTo>
                  <a:pt x="3454400" y="2601424"/>
                  <a:pt x="3363424" y="2692400"/>
                  <a:pt x="3251200" y="2692400"/>
                </a:cubicBezTo>
                <a:lnTo>
                  <a:pt x="203200" y="2692400"/>
                </a:lnTo>
                <a:cubicBezTo>
                  <a:pt x="90976" y="2692400"/>
                  <a:pt x="0" y="2601424"/>
                  <a:pt x="0" y="2489200"/>
                </a:cubicBezTo>
                <a:lnTo>
                  <a:pt x="0" y="0"/>
                </a:lnTo>
                <a:close/>
              </a:path>
            </a:pathLst>
          </a:custGeom>
          <a:gradFill>
            <a:gsLst>
              <a:gs pos="0">
                <a:schemeClr val="accent1">
                  <a:lumMod val="10000"/>
                  <a:lumOff val="90000"/>
                </a:schemeClr>
              </a:gs>
              <a:gs pos="100000">
                <a:schemeClr val="accent1">
                  <a:lumMod val="10000"/>
                  <a:lumOff val="90000"/>
                </a:schemeClr>
              </a:gs>
            </a:gsLst>
            <a:lin ang="5400000"/>
          </a:gradFill>
          <a:ln>
            <a:solidFill>
              <a:prstClr val="black">
                <a:alpha val="0"/>
              </a:prstClr>
            </a:solidFill>
            <a:prstDash val="solid"/>
          </a:ln>
        </p:spPr>
        <p:txBody>
          <a:bodyPr>
            <a:noAutofit/>
          </a:bodyPr>
          <a:lstStyle>
            <a:lvl1pPr>
              <a:buNone/>
              <a:defRPr/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zh-CN" altLang="en-US" smtClean="0"/>
              <a:t> </a:t>
            </a:r>
            <a:endParaRPr lang="zh-CN" altLang="en-US" smtClean="0"/>
          </a:p>
        </p:txBody>
      </p:sp>
      <p:sp>
        <p:nvSpPr>
          <p:cNvPr id="21" name="图片占位符 20"/>
          <p:cNvSpPr>
            <a:spLocks noGrp="1"/>
          </p:cNvSpPr>
          <p:nvPr>
            <p:ph type="pic" idx="16397" hasCustomPrompt="1"/>
            <p:custDataLst>
              <p:tags r:id="rId15"/>
            </p:custDataLst>
          </p:nvPr>
        </p:nvSpPr>
        <p:spPr>
          <a:xfrm>
            <a:off x="8128000" y="1524000"/>
            <a:ext cx="3454400" cy="2032000"/>
          </a:xfrm>
          <a:custGeom>
            <a:avLst/>
            <a:gdLst>
              <a:gd name="connisteX0" fmla="*/ 0 w 3454400"/>
              <a:gd name="connsiteY0" fmla="*/ 203200 h 2032000"/>
              <a:gd name="connisteX1" fmla="*/ 203200 w 3454400"/>
              <a:gd name="connsiteY1" fmla="*/ 0 h 2032000"/>
              <a:gd name="connisteX2" fmla="*/ 3251200 w 3454400"/>
              <a:gd name="connsiteY2" fmla="*/ 0 h 2032000"/>
              <a:gd name="connisteX3" fmla="*/ 3454400 w 3454400"/>
              <a:gd name="connsiteY3" fmla="*/ 203200 h 2032000"/>
              <a:gd name="connisteX4" fmla="*/ 3454400 w 3454400"/>
              <a:gd name="connsiteY4" fmla="*/ 2032000 h 2032000"/>
              <a:gd name="connisteX5" fmla="*/ 0 w 3454400"/>
              <a:gd name="connsiteY5" fmla="*/ 2032000 h 2032000"/>
              <a:gd name="connisteX6" fmla="*/ 0 w 3454400"/>
              <a:gd name="connsiteY6" fmla="*/ 203200 h 2032000"/>
            </a:gdLst>
            <a:ahLst/>
            <a:cxnLst>
              <a:cxn ang="0">
                <a:pos x="connisteX0" y="connsiteY0"/>
              </a:cxn>
              <a:cxn ang="0">
                <a:pos x="connisteX1" y="connsiteY1"/>
              </a:cxn>
              <a:cxn ang="0">
                <a:pos x="connisteX2" y="connsiteY2"/>
              </a:cxn>
              <a:cxn ang="0">
                <a:pos x="connisteX3" y="connsiteY3"/>
              </a:cxn>
              <a:cxn ang="0">
                <a:pos x="connisteX4" y="connsiteY4"/>
              </a:cxn>
              <a:cxn ang="0">
                <a:pos x="connisteX5" y="connsiteY5"/>
              </a:cxn>
              <a:cxn ang="0">
                <a:pos x="connisteX6" y="connsiteY6"/>
              </a:cxn>
            </a:cxnLst>
            <a:pathLst>
              <a:path w="3454400" h="2032000">
                <a:moveTo>
                  <a:pt x="0" y="203200"/>
                </a:moveTo>
                <a:cubicBezTo>
                  <a:pt x="0" y="90976"/>
                  <a:pt x="90976" y="0"/>
                  <a:pt x="203200" y="0"/>
                </a:cubicBezTo>
                <a:lnTo>
                  <a:pt x="3251200" y="0"/>
                </a:lnTo>
                <a:cubicBezTo>
                  <a:pt x="3363424" y="0"/>
                  <a:pt x="3454400" y="90976"/>
                  <a:pt x="3454400" y="203200"/>
                </a:cubicBezTo>
                <a:lnTo>
                  <a:pt x="3454400" y="2032000"/>
                </a:lnTo>
                <a:lnTo>
                  <a:pt x="0" y="2032000"/>
                </a:lnTo>
                <a:lnTo>
                  <a:pt x="0" y="203200"/>
                </a:lnTo>
                <a:close/>
              </a:path>
            </a:pathLst>
          </a:custGeom>
          <a:solidFill>
            <a:srgbClr val="DDDDDD"/>
          </a:solidFill>
          <a:ln>
            <a:noFill/>
          </a:ln>
        </p:spPr>
        <p:txBody>
          <a:bodyPr>
            <a:noAutofit/>
          </a:bodyPr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r>
              <a:rPr lang="zh-CN" altLang="en-US"/>
              <a:t> </a:t>
            </a:r>
            <a:endParaRPr lang="zh-CN" altLang="en-US"/>
          </a:p>
        </p:txBody>
      </p:sp>
      <p:sp>
        <p:nvSpPr>
          <p:cNvPr id="22" name="文本占位符 21"/>
          <p:cNvSpPr>
            <a:spLocks noGrp="1"/>
          </p:cNvSpPr>
          <p:nvPr>
            <p:ph type="body" idx="16390" hasCustomPrompt="1"/>
            <p:custDataLst>
              <p:tags r:id="rId16"/>
            </p:custDataLst>
          </p:nvPr>
        </p:nvSpPr>
        <p:spPr>
          <a:xfrm>
            <a:off x="8432800" y="3759200"/>
            <a:ext cx="2844800" cy="406400"/>
          </a:xfrm>
          <a:noFill/>
        </p:spPr>
        <p:txBody>
          <a:bodyPr lIns="0" tIns="0" rIns="0" bIns="0" anchor="t">
            <a:normAutofit/>
          </a:bodyPr>
          <a:lstStyle>
            <a:lvl1pPr marL="0" indent="0" algn="l">
              <a:lnSpc>
                <a:spcPct val="111000"/>
              </a:lnSpc>
              <a:spcBef>
                <a:spcPct val="0"/>
              </a:spcBef>
              <a:spcAft>
                <a:spcPct val="0"/>
              </a:spcAft>
              <a:buNone/>
              <a:defRPr sz="2400" b="0" spc="0">
                <a:solidFill>
                  <a:schemeClr val="tx1"/>
                </a:solidFill>
              </a:defRPr>
            </a:lvl1pPr>
          </a:lstStyle>
          <a:p>
            <a:pPr lvl="0"/>
            <a:r>
              <a:rPr lang="zh-CN" altLang="en-US" smtClean="0"/>
              <a:t>项标题</a:t>
            </a:r>
            <a:endParaRPr lang="zh-CN" altLang="en-US" smtClean="0"/>
          </a:p>
        </p:txBody>
      </p:sp>
      <p:sp>
        <p:nvSpPr>
          <p:cNvPr id="23" name="文本占位符 22"/>
          <p:cNvSpPr>
            <a:spLocks noGrp="1"/>
          </p:cNvSpPr>
          <p:nvPr>
            <p:ph type="body" idx="16391" hasCustomPrompt="1"/>
            <p:custDataLst>
              <p:tags r:id="rId17"/>
            </p:custDataLst>
          </p:nvPr>
        </p:nvSpPr>
        <p:spPr>
          <a:xfrm>
            <a:off x="8432800" y="4216400"/>
            <a:ext cx="2844800" cy="1828800"/>
          </a:xfrm>
          <a:noFill/>
        </p:spPr>
        <p:txBody>
          <a:bodyPr lIns="0" tIns="0" rIns="0" bIns="0" anchor="t">
            <a:normAutofit/>
          </a:bodyPr>
          <a:lstStyle>
            <a:lvl1pPr marL="0" indent="0" algn="l">
              <a:lnSpc>
                <a:spcPct val="125000"/>
              </a:lnSpc>
              <a:spcBef>
                <a:spcPct val="0"/>
              </a:spcBef>
              <a:spcAft>
                <a:spcPct val="0"/>
              </a:spcAft>
              <a:buNone/>
              <a:defRPr sz="1600" b="0" spc="0">
                <a:solidFill>
                  <a:schemeClr val="tx1"/>
                </a:solidFill>
              </a:defRPr>
            </a:lvl1pPr>
          </a:lstStyle>
          <a:p>
            <a:pPr lvl="0"/>
            <a:r>
              <a:rPr lang="zh-CN" altLang="en-US" smtClean="0"/>
              <a:t>单击此处添加项正文</a:t>
            </a:r>
            <a:endParaRPr lang="zh-CN" altLang="en-US" smtClean="0"/>
          </a:p>
        </p:txBody>
      </p:sp>
    </p:spTree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正文页-6_29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日期占位符 5"/>
          <p:cNvSpPr>
            <a:spLocks noGrp="1"/>
          </p:cNvSpPr>
          <p:nvPr>
            <p:ph type="dt" sz="half" idx="10"/>
            <p:custDataLst>
              <p:tags r:id="rId2"/>
            </p:custDataLst>
          </p:nvPr>
        </p:nvSpPr>
        <p:spPr>
          <a:xfrm>
            <a:off x="838200" y="6356350"/>
            <a:ext cx="2743200" cy="365125"/>
          </a:xfrm>
        </p:spPr>
        <p:txBody>
          <a:bodyPr/>
          <a:lstStyle/>
          <a:p>
            <a:fld id="{AFF1154F-E427-4513-B34B-94E36374A1AB}" type="datetimeFigureOut">
              <a:rPr lang="zh-CN" altLang="en-US" smtClean="0"/>
            </a:fld>
            <a:endParaRPr lang="zh-CN" altLang="en-US"/>
          </a:p>
        </p:txBody>
      </p:sp>
      <p:sp>
        <p:nvSpPr>
          <p:cNvPr id="9" name="页脚占位符 8"/>
          <p:cNvSpPr>
            <a:spLocks noGrp="1"/>
          </p:cNvSpPr>
          <p:nvPr>
            <p:ph type="ftr" sz="quarter" idx="11"/>
            <p:custDataLst>
              <p:tags r:id="rId3"/>
            </p:custDataLst>
          </p:nvPr>
        </p:nvSpPr>
        <p:spPr>
          <a:xfrm>
            <a:off x="4038600" y="6356350"/>
            <a:ext cx="4114800" cy="365125"/>
          </a:xfrm>
        </p:spPr>
        <p:txBody>
          <a:bodyPr/>
          <a:lstStyle/>
          <a:p>
            <a:endParaRPr lang="zh-CN" altLang="en-US"/>
          </a:p>
        </p:txBody>
      </p:sp>
      <p:sp>
        <p:nvSpPr>
          <p:cNvPr id="10" name="灯片编号占位符 9"/>
          <p:cNvSpPr>
            <a:spLocks noGrp="1"/>
          </p:cNvSpPr>
          <p:nvPr>
            <p:ph type="sldNum" sz="quarter" idx="12"/>
            <p:custDataLst>
              <p:tags r:id="rId4"/>
            </p:custDataLst>
          </p:nvPr>
        </p:nvSpPr>
        <p:spPr>
          <a:xfrm>
            <a:off x="8610600" y="6356350"/>
            <a:ext cx="2743200" cy="365125"/>
          </a:xfrm>
        </p:spPr>
        <p:txBody>
          <a:bodyPr/>
          <a:lstStyle/>
          <a:p>
            <a:fld id="{CFDA0808-8B01-405B-8ED6-12013DCE0AF6}" type="slidenum">
              <a:rPr lang="zh-CN" altLang="en-US" smtClean="0"/>
            </a:fld>
            <a:endParaRPr lang="zh-CN" altLang="en-US"/>
          </a:p>
        </p:txBody>
      </p:sp>
      <p:sp>
        <p:nvSpPr>
          <p:cNvPr id="11" name="标题 10"/>
          <p:cNvSpPr>
            <a:spLocks noGrp="1"/>
          </p:cNvSpPr>
          <p:nvPr>
            <p:ph type="ctrTitle" idx="16385" hasCustomPrompt="1"/>
            <p:custDataLst>
              <p:tags r:id="rId5"/>
            </p:custDataLst>
          </p:nvPr>
        </p:nvSpPr>
        <p:spPr>
          <a:xfrm>
            <a:off x="609600" y="533400"/>
            <a:ext cx="7391400" cy="609600"/>
          </a:xfrm>
          <a:noFill/>
        </p:spPr>
        <p:txBody>
          <a:bodyPr lIns="0" tIns="0" rIns="0" bIns="0" anchor="t">
            <a:normAutofit/>
          </a:bodyPr>
          <a:lstStyle>
            <a:lvl1pPr marL="0" indent="0" algn="l">
              <a:lnSpc>
                <a:spcPct val="111000"/>
              </a:lnSpc>
              <a:spcBef>
                <a:spcPct val="0"/>
              </a:spcBef>
              <a:spcAft>
                <a:spcPct val="0"/>
              </a:spcAft>
              <a:buNone/>
              <a:defRPr sz="3600" b="0" spc="0">
                <a:solidFill>
                  <a:schemeClr val="tx1"/>
                </a:solidFill>
              </a:defRPr>
            </a:lvl1pPr>
          </a:lstStyle>
          <a:p>
            <a:r>
              <a:rPr lang="zh-CN" altLang="en-US"/>
              <a:t>单击此处添加标题</a:t>
            </a:r>
            <a:endParaRPr lang="zh-CN" altLang="en-US"/>
          </a:p>
        </p:txBody>
      </p:sp>
      <p:sp>
        <p:nvSpPr>
          <p:cNvPr id="12" name="内容占位符 11"/>
          <p:cNvSpPr>
            <a:spLocks noGrp="1"/>
          </p:cNvSpPr>
          <p:nvPr>
            <p:ph idx="16392" hasCustomPrompt="1"/>
            <p:custDataLst>
              <p:tags r:id="rId6"/>
            </p:custDataLst>
          </p:nvPr>
        </p:nvSpPr>
        <p:spPr>
          <a:xfrm>
            <a:off x="8610600" y="0"/>
            <a:ext cx="3581400" cy="6858000"/>
          </a:xfrm>
          <a:custGeom>
            <a:avLst/>
            <a:gdLst>
              <a:gd name="connisteX0" fmla="*/ 0 w 3581400"/>
              <a:gd name="connsiteY0" fmla="*/ 0 h 6858000"/>
              <a:gd name="connisteX1" fmla="*/ 3581400 w 3581400"/>
              <a:gd name="connsiteY1" fmla="*/ 0 h 6858000"/>
              <a:gd name="connisteX2" fmla="*/ 3581400 w 3581400"/>
              <a:gd name="connsiteY2" fmla="*/ 6858000 h 6858000"/>
              <a:gd name="connisteX3" fmla="*/ 0 w 3581400"/>
              <a:gd name="connsiteY3" fmla="*/ 6858000 h 6858000"/>
              <a:gd name="connisteX4" fmla="*/ 0 w 3581400"/>
              <a:gd name="connsiteY4" fmla="*/ 0 h 6858000"/>
            </a:gdLst>
            <a:ahLst/>
            <a:cxnLst>
              <a:cxn ang="0">
                <a:pos x="connisteX0" y="connsiteY0"/>
              </a:cxn>
              <a:cxn ang="0">
                <a:pos x="connisteX1" y="connsiteY1"/>
              </a:cxn>
              <a:cxn ang="0">
                <a:pos x="connisteX2" y="connsiteY2"/>
              </a:cxn>
              <a:cxn ang="0">
                <a:pos x="connisteX3" y="connsiteY3"/>
              </a:cxn>
              <a:cxn ang="0">
                <a:pos x="connisteX4" y="connsiteY4"/>
              </a:cxn>
            </a:cxnLst>
            <a:pathLst>
              <a:path w="3581400" h="6858000">
                <a:moveTo>
                  <a:pt x="0" y="0"/>
                </a:moveTo>
                <a:lnTo>
                  <a:pt x="3581400" y="0"/>
                </a:lnTo>
                <a:lnTo>
                  <a:pt x="3581400" y="6858000"/>
                </a:lnTo>
                <a:lnTo>
                  <a:pt x="0" y="6858000"/>
                </a:lnTo>
                <a:lnTo>
                  <a:pt x="0" y="0"/>
                </a:lnTo>
                <a:close/>
              </a:path>
            </a:pathLst>
          </a:custGeom>
          <a:solidFill>
            <a:srgbClr val="DDDDDD"/>
          </a:solidFill>
          <a:ln>
            <a:noFill/>
          </a:ln>
        </p:spPr>
        <p:txBody>
          <a:bodyPr>
            <a:normAutofit/>
          </a:bodyPr>
          <a:lstStyle>
            <a:lvl1pPr>
              <a:buNone/>
              <a:defRPr/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zh-CN" altLang="en-US" smtClean="0"/>
              <a:t> </a:t>
            </a:r>
            <a:endParaRPr lang="zh-CN" altLang="en-US" smtClean="0"/>
          </a:p>
        </p:txBody>
      </p:sp>
      <p:sp>
        <p:nvSpPr>
          <p:cNvPr id="13" name="装饰  2"/>
          <p:cNvSpPr>
            <a:spLocks noGrp="1"/>
          </p:cNvSpPr>
          <p:nvPr>
            <p:ph type="body" idx="16393" hasCustomPrompt="1"/>
            <p:custDataLst>
              <p:tags r:id="rId7"/>
            </p:custDataLst>
          </p:nvPr>
        </p:nvSpPr>
        <p:spPr>
          <a:xfrm>
            <a:off x="609600" y="2286000"/>
            <a:ext cx="50800" cy="1117600"/>
          </a:xfrm>
          <a:custGeom>
            <a:avLst/>
            <a:gdLst>
              <a:gd name="connisteX0" fmla="*/ 0 w 50800"/>
              <a:gd name="connsiteY0" fmla="*/ 25400 h 1117600"/>
              <a:gd name="connisteX1" fmla="*/ 25400 w 50800"/>
              <a:gd name="connsiteY1" fmla="*/ 0 h 1117600"/>
              <a:gd name="connisteX2" fmla="*/ 25400 w 50800"/>
              <a:gd name="connsiteY2" fmla="*/ 0 h 1117600"/>
              <a:gd name="connisteX3" fmla="*/ 50800 w 50800"/>
              <a:gd name="connsiteY3" fmla="*/ 25400 h 1117600"/>
              <a:gd name="connisteX4" fmla="*/ 50800 w 50800"/>
              <a:gd name="connsiteY4" fmla="*/ 1092200 h 1117600"/>
              <a:gd name="connisteX5" fmla="*/ 25400 w 50800"/>
              <a:gd name="connsiteY5" fmla="*/ 1117600 h 1117600"/>
              <a:gd name="connisteX6" fmla="*/ 25400 w 50800"/>
              <a:gd name="connsiteY6" fmla="*/ 1117600 h 1117600"/>
              <a:gd name="connisteX7" fmla="*/ 0 w 50800"/>
              <a:gd name="connsiteY7" fmla="*/ 1092200 h 1117600"/>
              <a:gd name="connisteX8" fmla="*/ 0 w 50800"/>
              <a:gd name="connsiteY8" fmla="*/ 25400 h 1117600"/>
            </a:gdLst>
            <a:ahLst/>
            <a:cxnLst>
              <a:cxn ang="0">
                <a:pos x="connisteX0" y="connsiteY0"/>
              </a:cxn>
              <a:cxn ang="0">
                <a:pos x="connisteX1" y="connsiteY1"/>
              </a:cxn>
              <a:cxn ang="0">
                <a:pos x="connisteX2" y="connsiteY2"/>
              </a:cxn>
              <a:cxn ang="0">
                <a:pos x="connisteX3" y="connsiteY3"/>
              </a:cxn>
              <a:cxn ang="0">
                <a:pos x="connisteX4" y="connsiteY4"/>
              </a:cxn>
              <a:cxn ang="0">
                <a:pos x="connisteX5" y="connsiteY5"/>
              </a:cxn>
              <a:cxn ang="0">
                <a:pos x="connisteX6" y="connsiteY6"/>
              </a:cxn>
              <a:cxn ang="0">
                <a:pos x="connisteX7" y="connsiteY7"/>
              </a:cxn>
              <a:cxn ang="0">
                <a:pos x="connisteX8" y="connsiteY8"/>
              </a:cxn>
            </a:cxnLst>
            <a:pathLst>
              <a:path w="50800" h="1117600">
                <a:moveTo>
                  <a:pt x="0" y="25400"/>
                </a:moveTo>
                <a:cubicBezTo>
                  <a:pt x="0" y="11372"/>
                  <a:pt x="11372" y="0"/>
                  <a:pt x="25400" y="0"/>
                </a:cubicBezTo>
                <a:lnTo>
                  <a:pt x="25400" y="0"/>
                </a:lnTo>
                <a:cubicBezTo>
                  <a:pt x="39428" y="0"/>
                  <a:pt x="50800" y="11372"/>
                  <a:pt x="50800" y="25400"/>
                </a:cubicBezTo>
                <a:lnTo>
                  <a:pt x="50800" y="1092200"/>
                </a:lnTo>
                <a:cubicBezTo>
                  <a:pt x="50800" y="1106228"/>
                  <a:pt x="39428" y="1117600"/>
                  <a:pt x="25400" y="1117600"/>
                </a:cubicBezTo>
                <a:lnTo>
                  <a:pt x="25400" y="1117600"/>
                </a:lnTo>
                <a:cubicBezTo>
                  <a:pt x="11372" y="1117600"/>
                  <a:pt x="0" y="1106228"/>
                  <a:pt x="0" y="1092200"/>
                </a:cubicBezTo>
                <a:lnTo>
                  <a:pt x="0" y="25400"/>
                </a:lnTo>
                <a:close/>
              </a:path>
            </a:pathLst>
          </a:custGeom>
          <a:solidFill>
            <a:schemeClr val="accent1"/>
          </a:solidFill>
          <a:ln>
            <a:solidFill>
              <a:prstClr val="black">
                <a:alpha val="0"/>
              </a:prstClr>
            </a:solidFill>
            <a:prstDash val="solid"/>
          </a:ln>
        </p:spPr>
        <p:txBody>
          <a:bodyPr>
            <a:noAutofit/>
          </a:bodyPr>
          <a:lstStyle>
            <a:lvl1pPr>
              <a:buNone/>
              <a:defRPr/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zh-CN" altLang="en-US" smtClean="0"/>
              <a:t> </a:t>
            </a:r>
            <a:endParaRPr lang="zh-CN" altLang="en-US" smtClean="0"/>
          </a:p>
        </p:txBody>
      </p:sp>
      <p:sp>
        <p:nvSpPr>
          <p:cNvPr id="14" name="文本占位符 13"/>
          <p:cNvSpPr>
            <a:spLocks noGrp="1"/>
          </p:cNvSpPr>
          <p:nvPr>
            <p:ph type="body" idx="16386" hasCustomPrompt="1"/>
            <p:custDataLst>
              <p:tags r:id="rId8"/>
            </p:custDataLst>
          </p:nvPr>
        </p:nvSpPr>
        <p:spPr>
          <a:xfrm>
            <a:off x="762000" y="2286000"/>
            <a:ext cx="7239000" cy="406400"/>
          </a:xfrm>
          <a:noFill/>
        </p:spPr>
        <p:txBody>
          <a:bodyPr lIns="0" tIns="0" rIns="0" bIns="0" anchor="t">
            <a:normAutofit/>
          </a:bodyPr>
          <a:lstStyle>
            <a:lvl1pPr marL="0" indent="0" algn="l">
              <a:lnSpc>
                <a:spcPct val="111000"/>
              </a:lnSpc>
              <a:spcBef>
                <a:spcPct val="0"/>
              </a:spcBef>
              <a:spcAft>
                <a:spcPct val="0"/>
              </a:spcAft>
              <a:buNone/>
              <a:defRPr sz="2400" b="0" spc="0">
                <a:solidFill>
                  <a:schemeClr val="tx1"/>
                </a:solidFill>
              </a:defRPr>
            </a:lvl1pPr>
          </a:lstStyle>
          <a:p>
            <a:pPr lvl="0"/>
            <a:r>
              <a:rPr lang="zh-CN" altLang="en-US" smtClean="0"/>
              <a:t>单击此处添加项标题</a:t>
            </a:r>
            <a:endParaRPr lang="zh-CN" altLang="en-US" smtClean="0"/>
          </a:p>
        </p:txBody>
      </p:sp>
      <p:sp>
        <p:nvSpPr>
          <p:cNvPr id="15" name="文本占位符 14"/>
          <p:cNvSpPr>
            <a:spLocks noGrp="1"/>
          </p:cNvSpPr>
          <p:nvPr>
            <p:ph type="body" idx="16387" hasCustomPrompt="1"/>
            <p:custDataLst>
              <p:tags r:id="rId9"/>
            </p:custDataLst>
          </p:nvPr>
        </p:nvSpPr>
        <p:spPr>
          <a:xfrm>
            <a:off x="762000" y="2794000"/>
            <a:ext cx="7239000" cy="609600"/>
          </a:xfrm>
          <a:noFill/>
        </p:spPr>
        <p:txBody>
          <a:bodyPr lIns="0" tIns="0" rIns="0" bIns="0" anchor="t">
            <a:normAutofit/>
          </a:bodyPr>
          <a:lstStyle>
            <a:lvl1pPr marL="0" indent="0" algn="l">
              <a:lnSpc>
                <a:spcPct val="125000"/>
              </a:lnSpc>
              <a:spcBef>
                <a:spcPct val="0"/>
              </a:spcBef>
              <a:spcAft>
                <a:spcPct val="0"/>
              </a:spcAft>
              <a:buNone/>
              <a:defRPr sz="1600" b="0" spc="0">
                <a:solidFill>
                  <a:schemeClr val="tx1"/>
                </a:solidFill>
              </a:defRPr>
            </a:lvl1pPr>
          </a:lstStyle>
          <a:p>
            <a:pPr lvl="0"/>
            <a:r>
              <a:rPr lang="zh-CN" altLang="en-US" smtClean="0"/>
              <a:t>单击此处添加项正文</a:t>
            </a:r>
            <a:endParaRPr lang="zh-CN" altLang="en-US" smtClean="0"/>
          </a:p>
        </p:txBody>
      </p:sp>
      <p:sp>
        <p:nvSpPr>
          <p:cNvPr id="16" name="装饰  5"/>
          <p:cNvSpPr>
            <a:spLocks noGrp="1"/>
          </p:cNvSpPr>
          <p:nvPr>
            <p:ph type="body" idx="16394" hasCustomPrompt="1"/>
            <p:custDataLst>
              <p:tags r:id="rId10"/>
            </p:custDataLst>
          </p:nvPr>
        </p:nvSpPr>
        <p:spPr>
          <a:xfrm>
            <a:off x="609600" y="3708400"/>
            <a:ext cx="50800" cy="1117600"/>
          </a:xfrm>
          <a:custGeom>
            <a:avLst/>
            <a:gdLst>
              <a:gd name="connisteX0" fmla="*/ 0 w 50800"/>
              <a:gd name="connsiteY0" fmla="*/ 25400 h 1117600"/>
              <a:gd name="connisteX1" fmla="*/ 25400 w 50800"/>
              <a:gd name="connsiteY1" fmla="*/ 0 h 1117600"/>
              <a:gd name="connisteX2" fmla="*/ 25400 w 50800"/>
              <a:gd name="connsiteY2" fmla="*/ 0 h 1117600"/>
              <a:gd name="connisteX3" fmla="*/ 50800 w 50800"/>
              <a:gd name="connsiteY3" fmla="*/ 25400 h 1117600"/>
              <a:gd name="connisteX4" fmla="*/ 50800 w 50800"/>
              <a:gd name="connsiteY4" fmla="*/ 1092200 h 1117600"/>
              <a:gd name="connisteX5" fmla="*/ 25400 w 50800"/>
              <a:gd name="connsiteY5" fmla="*/ 1117600 h 1117600"/>
              <a:gd name="connisteX6" fmla="*/ 25400 w 50800"/>
              <a:gd name="connsiteY6" fmla="*/ 1117600 h 1117600"/>
              <a:gd name="connisteX7" fmla="*/ 0 w 50800"/>
              <a:gd name="connsiteY7" fmla="*/ 1092200 h 1117600"/>
              <a:gd name="connisteX8" fmla="*/ 0 w 50800"/>
              <a:gd name="connsiteY8" fmla="*/ 25400 h 1117600"/>
            </a:gdLst>
            <a:ahLst/>
            <a:cxnLst>
              <a:cxn ang="0">
                <a:pos x="connisteX0" y="connsiteY0"/>
              </a:cxn>
              <a:cxn ang="0">
                <a:pos x="connisteX1" y="connsiteY1"/>
              </a:cxn>
              <a:cxn ang="0">
                <a:pos x="connisteX2" y="connsiteY2"/>
              </a:cxn>
              <a:cxn ang="0">
                <a:pos x="connisteX3" y="connsiteY3"/>
              </a:cxn>
              <a:cxn ang="0">
                <a:pos x="connisteX4" y="connsiteY4"/>
              </a:cxn>
              <a:cxn ang="0">
                <a:pos x="connisteX5" y="connsiteY5"/>
              </a:cxn>
              <a:cxn ang="0">
                <a:pos x="connisteX6" y="connsiteY6"/>
              </a:cxn>
              <a:cxn ang="0">
                <a:pos x="connisteX7" y="connsiteY7"/>
              </a:cxn>
              <a:cxn ang="0">
                <a:pos x="connisteX8" y="connsiteY8"/>
              </a:cxn>
            </a:cxnLst>
            <a:pathLst>
              <a:path w="50800" h="1117600">
                <a:moveTo>
                  <a:pt x="0" y="25400"/>
                </a:moveTo>
                <a:cubicBezTo>
                  <a:pt x="0" y="11372"/>
                  <a:pt x="11372" y="0"/>
                  <a:pt x="25400" y="0"/>
                </a:cubicBezTo>
                <a:lnTo>
                  <a:pt x="25400" y="0"/>
                </a:lnTo>
                <a:cubicBezTo>
                  <a:pt x="39428" y="0"/>
                  <a:pt x="50800" y="11372"/>
                  <a:pt x="50800" y="25400"/>
                </a:cubicBezTo>
                <a:lnTo>
                  <a:pt x="50800" y="1092200"/>
                </a:lnTo>
                <a:cubicBezTo>
                  <a:pt x="50800" y="1106228"/>
                  <a:pt x="39428" y="1117600"/>
                  <a:pt x="25400" y="1117600"/>
                </a:cubicBezTo>
                <a:lnTo>
                  <a:pt x="25400" y="1117600"/>
                </a:lnTo>
                <a:cubicBezTo>
                  <a:pt x="11372" y="1117600"/>
                  <a:pt x="0" y="1106228"/>
                  <a:pt x="0" y="1092200"/>
                </a:cubicBezTo>
                <a:lnTo>
                  <a:pt x="0" y="25400"/>
                </a:lnTo>
                <a:close/>
              </a:path>
            </a:pathLst>
          </a:custGeom>
          <a:solidFill>
            <a:schemeClr val="accent1"/>
          </a:solidFill>
          <a:ln>
            <a:solidFill>
              <a:prstClr val="black">
                <a:alpha val="0"/>
              </a:prstClr>
            </a:solidFill>
            <a:prstDash val="solid"/>
          </a:ln>
        </p:spPr>
        <p:txBody>
          <a:bodyPr>
            <a:noAutofit/>
          </a:bodyPr>
          <a:lstStyle>
            <a:lvl1pPr>
              <a:buNone/>
              <a:defRPr/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zh-CN" altLang="en-US" smtClean="0"/>
              <a:t> </a:t>
            </a:r>
            <a:endParaRPr lang="zh-CN" altLang="en-US" smtClean="0"/>
          </a:p>
        </p:txBody>
      </p:sp>
      <p:sp>
        <p:nvSpPr>
          <p:cNvPr id="17" name="文本占位符 16"/>
          <p:cNvSpPr>
            <a:spLocks noGrp="1"/>
          </p:cNvSpPr>
          <p:nvPr>
            <p:ph type="body" idx="16388" hasCustomPrompt="1"/>
            <p:custDataLst>
              <p:tags r:id="rId11"/>
            </p:custDataLst>
          </p:nvPr>
        </p:nvSpPr>
        <p:spPr>
          <a:xfrm>
            <a:off x="762000" y="3708400"/>
            <a:ext cx="7239000" cy="406400"/>
          </a:xfrm>
          <a:noFill/>
        </p:spPr>
        <p:txBody>
          <a:bodyPr lIns="0" tIns="0" rIns="0" bIns="0" anchor="t">
            <a:normAutofit/>
          </a:bodyPr>
          <a:lstStyle>
            <a:lvl1pPr marL="0" indent="0" algn="l">
              <a:lnSpc>
                <a:spcPct val="111000"/>
              </a:lnSpc>
              <a:spcBef>
                <a:spcPct val="0"/>
              </a:spcBef>
              <a:spcAft>
                <a:spcPct val="0"/>
              </a:spcAft>
              <a:buNone/>
              <a:defRPr sz="2400" b="0" spc="0">
                <a:solidFill>
                  <a:schemeClr val="tx1"/>
                </a:solidFill>
              </a:defRPr>
            </a:lvl1pPr>
          </a:lstStyle>
          <a:p>
            <a:pPr lvl="0"/>
            <a:r>
              <a:rPr lang="zh-CN" altLang="en-US" smtClean="0"/>
              <a:t>单击此处添加项标题</a:t>
            </a:r>
            <a:endParaRPr lang="zh-CN" altLang="en-US" smtClean="0"/>
          </a:p>
        </p:txBody>
      </p:sp>
      <p:sp>
        <p:nvSpPr>
          <p:cNvPr id="18" name="文本占位符 17"/>
          <p:cNvSpPr>
            <a:spLocks noGrp="1"/>
          </p:cNvSpPr>
          <p:nvPr>
            <p:ph type="body" idx="16389" hasCustomPrompt="1"/>
            <p:custDataLst>
              <p:tags r:id="rId12"/>
            </p:custDataLst>
          </p:nvPr>
        </p:nvSpPr>
        <p:spPr>
          <a:xfrm>
            <a:off x="762000" y="4216400"/>
            <a:ext cx="7239000" cy="609600"/>
          </a:xfrm>
          <a:noFill/>
        </p:spPr>
        <p:txBody>
          <a:bodyPr lIns="0" tIns="0" rIns="0" bIns="0" anchor="t">
            <a:normAutofit/>
          </a:bodyPr>
          <a:lstStyle>
            <a:lvl1pPr marL="0" indent="0" algn="l">
              <a:lnSpc>
                <a:spcPct val="125000"/>
              </a:lnSpc>
              <a:spcBef>
                <a:spcPct val="0"/>
              </a:spcBef>
              <a:spcAft>
                <a:spcPct val="0"/>
              </a:spcAft>
              <a:buNone/>
              <a:defRPr sz="1600" b="0" spc="0">
                <a:solidFill>
                  <a:schemeClr val="tx1"/>
                </a:solidFill>
              </a:defRPr>
            </a:lvl1pPr>
          </a:lstStyle>
          <a:p>
            <a:pPr lvl="0"/>
            <a:r>
              <a:rPr lang="zh-CN" altLang="en-US" smtClean="0"/>
              <a:t>单击此处添加项正文</a:t>
            </a:r>
            <a:endParaRPr lang="zh-CN" altLang="en-US" smtClean="0"/>
          </a:p>
        </p:txBody>
      </p:sp>
      <p:sp>
        <p:nvSpPr>
          <p:cNvPr id="19" name="装饰  8"/>
          <p:cNvSpPr>
            <a:spLocks noGrp="1"/>
          </p:cNvSpPr>
          <p:nvPr>
            <p:ph type="body" idx="16395" hasCustomPrompt="1"/>
            <p:custDataLst>
              <p:tags r:id="rId13"/>
            </p:custDataLst>
          </p:nvPr>
        </p:nvSpPr>
        <p:spPr>
          <a:xfrm>
            <a:off x="609600" y="5130800"/>
            <a:ext cx="50800" cy="1117600"/>
          </a:xfrm>
          <a:custGeom>
            <a:avLst/>
            <a:gdLst>
              <a:gd name="connisteX0" fmla="*/ 0 w 50800"/>
              <a:gd name="connsiteY0" fmla="*/ 25400 h 1117600"/>
              <a:gd name="connisteX1" fmla="*/ 25400 w 50800"/>
              <a:gd name="connsiteY1" fmla="*/ 0 h 1117600"/>
              <a:gd name="connisteX2" fmla="*/ 25400 w 50800"/>
              <a:gd name="connsiteY2" fmla="*/ 0 h 1117600"/>
              <a:gd name="connisteX3" fmla="*/ 50800 w 50800"/>
              <a:gd name="connsiteY3" fmla="*/ 25400 h 1117600"/>
              <a:gd name="connisteX4" fmla="*/ 50800 w 50800"/>
              <a:gd name="connsiteY4" fmla="*/ 1092200 h 1117600"/>
              <a:gd name="connisteX5" fmla="*/ 25400 w 50800"/>
              <a:gd name="connsiteY5" fmla="*/ 1117600 h 1117600"/>
              <a:gd name="connisteX6" fmla="*/ 25400 w 50800"/>
              <a:gd name="connsiteY6" fmla="*/ 1117600 h 1117600"/>
              <a:gd name="connisteX7" fmla="*/ 0 w 50800"/>
              <a:gd name="connsiteY7" fmla="*/ 1092200 h 1117600"/>
              <a:gd name="connisteX8" fmla="*/ 0 w 50800"/>
              <a:gd name="connsiteY8" fmla="*/ 25400 h 1117600"/>
            </a:gdLst>
            <a:ahLst/>
            <a:cxnLst>
              <a:cxn ang="0">
                <a:pos x="connisteX0" y="connsiteY0"/>
              </a:cxn>
              <a:cxn ang="0">
                <a:pos x="connisteX1" y="connsiteY1"/>
              </a:cxn>
              <a:cxn ang="0">
                <a:pos x="connisteX2" y="connsiteY2"/>
              </a:cxn>
              <a:cxn ang="0">
                <a:pos x="connisteX3" y="connsiteY3"/>
              </a:cxn>
              <a:cxn ang="0">
                <a:pos x="connisteX4" y="connsiteY4"/>
              </a:cxn>
              <a:cxn ang="0">
                <a:pos x="connisteX5" y="connsiteY5"/>
              </a:cxn>
              <a:cxn ang="0">
                <a:pos x="connisteX6" y="connsiteY6"/>
              </a:cxn>
              <a:cxn ang="0">
                <a:pos x="connisteX7" y="connsiteY7"/>
              </a:cxn>
              <a:cxn ang="0">
                <a:pos x="connisteX8" y="connsiteY8"/>
              </a:cxn>
            </a:cxnLst>
            <a:pathLst>
              <a:path w="50800" h="1117600">
                <a:moveTo>
                  <a:pt x="0" y="25400"/>
                </a:moveTo>
                <a:cubicBezTo>
                  <a:pt x="0" y="11372"/>
                  <a:pt x="11372" y="0"/>
                  <a:pt x="25400" y="0"/>
                </a:cubicBezTo>
                <a:lnTo>
                  <a:pt x="25400" y="0"/>
                </a:lnTo>
                <a:cubicBezTo>
                  <a:pt x="39428" y="0"/>
                  <a:pt x="50800" y="11372"/>
                  <a:pt x="50800" y="25400"/>
                </a:cubicBezTo>
                <a:lnTo>
                  <a:pt x="50800" y="1092200"/>
                </a:lnTo>
                <a:cubicBezTo>
                  <a:pt x="50800" y="1106228"/>
                  <a:pt x="39428" y="1117600"/>
                  <a:pt x="25400" y="1117600"/>
                </a:cubicBezTo>
                <a:lnTo>
                  <a:pt x="25400" y="1117600"/>
                </a:lnTo>
                <a:cubicBezTo>
                  <a:pt x="11372" y="1117600"/>
                  <a:pt x="0" y="1106228"/>
                  <a:pt x="0" y="1092200"/>
                </a:cubicBezTo>
                <a:lnTo>
                  <a:pt x="0" y="25400"/>
                </a:lnTo>
                <a:close/>
              </a:path>
            </a:pathLst>
          </a:custGeom>
          <a:solidFill>
            <a:schemeClr val="accent1"/>
          </a:solidFill>
          <a:ln>
            <a:solidFill>
              <a:prstClr val="black">
                <a:alpha val="0"/>
              </a:prstClr>
            </a:solidFill>
            <a:prstDash val="solid"/>
          </a:ln>
        </p:spPr>
        <p:txBody>
          <a:bodyPr>
            <a:noAutofit/>
          </a:bodyPr>
          <a:lstStyle>
            <a:lvl1pPr>
              <a:buNone/>
              <a:defRPr/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zh-CN" altLang="en-US" smtClean="0"/>
              <a:t> </a:t>
            </a:r>
            <a:endParaRPr lang="zh-CN" altLang="en-US" smtClean="0"/>
          </a:p>
        </p:txBody>
      </p:sp>
      <p:sp>
        <p:nvSpPr>
          <p:cNvPr id="20" name="文本占位符 19"/>
          <p:cNvSpPr>
            <a:spLocks noGrp="1"/>
          </p:cNvSpPr>
          <p:nvPr>
            <p:ph type="body" idx="16390" hasCustomPrompt="1"/>
            <p:custDataLst>
              <p:tags r:id="rId14"/>
            </p:custDataLst>
          </p:nvPr>
        </p:nvSpPr>
        <p:spPr>
          <a:xfrm>
            <a:off x="762000" y="5130800"/>
            <a:ext cx="7239000" cy="406400"/>
          </a:xfrm>
          <a:noFill/>
        </p:spPr>
        <p:txBody>
          <a:bodyPr lIns="0" tIns="0" rIns="0" bIns="0" anchor="t">
            <a:normAutofit/>
          </a:bodyPr>
          <a:lstStyle>
            <a:lvl1pPr marL="0" indent="0" algn="l">
              <a:lnSpc>
                <a:spcPct val="111000"/>
              </a:lnSpc>
              <a:spcBef>
                <a:spcPct val="0"/>
              </a:spcBef>
              <a:spcAft>
                <a:spcPct val="0"/>
              </a:spcAft>
              <a:buNone/>
              <a:defRPr sz="2400" b="0" spc="0">
                <a:solidFill>
                  <a:schemeClr val="tx1"/>
                </a:solidFill>
              </a:defRPr>
            </a:lvl1pPr>
          </a:lstStyle>
          <a:p>
            <a:pPr lvl="0"/>
            <a:r>
              <a:rPr lang="zh-CN" altLang="en-US" smtClean="0"/>
              <a:t>单击此处添加项标题</a:t>
            </a:r>
            <a:endParaRPr lang="zh-CN" altLang="en-US" smtClean="0"/>
          </a:p>
        </p:txBody>
      </p:sp>
      <p:sp>
        <p:nvSpPr>
          <p:cNvPr id="21" name="文本占位符 20"/>
          <p:cNvSpPr>
            <a:spLocks noGrp="1"/>
          </p:cNvSpPr>
          <p:nvPr>
            <p:ph type="body" idx="16391" hasCustomPrompt="1"/>
            <p:custDataLst>
              <p:tags r:id="rId15"/>
            </p:custDataLst>
          </p:nvPr>
        </p:nvSpPr>
        <p:spPr>
          <a:xfrm>
            <a:off x="762000" y="5638800"/>
            <a:ext cx="7239000" cy="609600"/>
          </a:xfrm>
          <a:noFill/>
        </p:spPr>
        <p:txBody>
          <a:bodyPr lIns="0" tIns="0" rIns="0" bIns="0" anchor="t">
            <a:normAutofit/>
          </a:bodyPr>
          <a:lstStyle>
            <a:lvl1pPr marL="0" indent="0" algn="l">
              <a:lnSpc>
                <a:spcPct val="125000"/>
              </a:lnSpc>
              <a:spcBef>
                <a:spcPct val="0"/>
              </a:spcBef>
              <a:spcAft>
                <a:spcPct val="0"/>
              </a:spcAft>
              <a:buNone/>
              <a:defRPr sz="1600" b="0" spc="0">
                <a:solidFill>
                  <a:schemeClr val="tx1"/>
                </a:solidFill>
              </a:defRPr>
            </a:lvl1pPr>
          </a:lstStyle>
          <a:p>
            <a:pPr lvl="0"/>
            <a:r>
              <a:rPr lang="zh-CN" altLang="en-US" smtClean="0"/>
              <a:t>单击此处添加项正文</a:t>
            </a:r>
            <a:endParaRPr lang="zh-CN" altLang="en-US" smtClean="0"/>
          </a:p>
        </p:txBody>
      </p:sp>
    </p:spTree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正文页-10012_15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日期占位符 5"/>
          <p:cNvSpPr>
            <a:spLocks noGrp="1"/>
          </p:cNvSpPr>
          <p:nvPr>
            <p:ph type="dt" sz="half" idx="10"/>
            <p:custDataLst>
              <p:tags r:id="rId2"/>
            </p:custDataLst>
          </p:nvPr>
        </p:nvSpPr>
        <p:spPr>
          <a:xfrm>
            <a:off x="838200" y="6356350"/>
            <a:ext cx="2743200" cy="365125"/>
          </a:xfrm>
        </p:spPr>
        <p:txBody>
          <a:bodyPr/>
          <a:lstStyle/>
          <a:p>
            <a:fld id="{AFF1154F-E427-4513-B34B-94E36374A1AB}" type="datetimeFigureOut">
              <a:rPr lang="zh-CN" altLang="en-US" smtClean="0"/>
            </a:fld>
            <a:endParaRPr lang="zh-CN" altLang="en-US"/>
          </a:p>
        </p:txBody>
      </p:sp>
      <p:sp>
        <p:nvSpPr>
          <p:cNvPr id="9" name="页脚占位符 8"/>
          <p:cNvSpPr>
            <a:spLocks noGrp="1"/>
          </p:cNvSpPr>
          <p:nvPr>
            <p:ph type="ftr" sz="quarter" idx="11"/>
            <p:custDataLst>
              <p:tags r:id="rId3"/>
            </p:custDataLst>
          </p:nvPr>
        </p:nvSpPr>
        <p:spPr>
          <a:xfrm>
            <a:off x="4038600" y="6356350"/>
            <a:ext cx="4114800" cy="365125"/>
          </a:xfrm>
        </p:spPr>
        <p:txBody>
          <a:bodyPr/>
          <a:lstStyle/>
          <a:p>
            <a:endParaRPr lang="zh-CN" altLang="en-US"/>
          </a:p>
        </p:txBody>
      </p:sp>
      <p:sp>
        <p:nvSpPr>
          <p:cNvPr id="10" name="灯片编号占位符 9"/>
          <p:cNvSpPr>
            <a:spLocks noGrp="1"/>
          </p:cNvSpPr>
          <p:nvPr>
            <p:ph type="sldNum" sz="quarter" idx="12"/>
            <p:custDataLst>
              <p:tags r:id="rId4"/>
            </p:custDataLst>
          </p:nvPr>
        </p:nvSpPr>
        <p:spPr>
          <a:xfrm>
            <a:off x="8610600" y="6356350"/>
            <a:ext cx="2743200" cy="365125"/>
          </a:xfrm>
        </p:spPr>
        <p:txBody>
          <a:bodyPr/>
          <a:lstStyle/>
          <a:p>
            <a:fld id="{CFDA0808-8B01-405B-8ED6-12013DCE0AF6}" type="slidenum">
              <a:rPr lang="zh-CN" altLang="en-US" smtClean="0"/>
            </a:fld>
            <a:endParaRPr lang="zh-CN" altLang="en-US"/>
          </a:p>
        </p:txBody>
      </p:sp>
      <p:sp>
        <p:nvSpPr>
          <p:cNvPr id="11" name="标题 10"/>
          <p:cNvSpPr>
            <a:spLocks noGrp="1"/>
          </p:cNvSpPr>
          <p:nvPr>
            <p:ph type="ctrTitle" idx="16385" hasCustomPrompt="1"/>
            <p:custDataLst>
              <p:tags r:id="rId5"/>
            </p:custDataLst>
          </p:nvPr>
        </p:nvSpPr>
        <p:spPr>
          <a:xfrm>
            <a:off x="609600" y="533400"/>
            <a:ext cx="10972800" cy="609600"/>
          </a:xfrm>
          <a:noFill/>
        </p:spPr>
        <p:txBody>
          <a:bodyPr lIns="0" tIns="0" rIns="0" bIns="0" anchor="t">
            <a:normAutofit/>
          </a:bodyPr>
          <a:lstStyle>
            <a:lvl1pPr marL="0" indent="0" algn="l">
              <a:lnSpc>
                <a:spcPct val="111000"/>
              </a:lnSpc>
              <a:spcBef>
                <a:spcPct val="0"/>
              </a:spcBef>
              <a:spcAft>
                <a:spcPct val="0"/>
              </a:spcAft>
              <a:buNone/>
              <a:defRPr sz="3600" b="0" spc="0">
                <a:solidFill>
                  <a:schemeClr val="tx1"/>
                </a:solidFill>
              </a:defRPr>
            </a:lvl1pPr>
          </a:lstStyle>
          <a:p>
            <a:r>
              <a:rPr lang="zh-CN" altLang="en-US"/>
              <a:t>单击此处添加标题</a:t>
            </a:r>
            <a:endParaRPr lang="zh-CN" altLang="en-US"/>
          </a:p>
        </p:txBody>
      </p:sp>
      <p:sp>
        <p:nvSpPr>
          <p:cNvPr id="12" name="内容占位符 11"/>
          <p:cNvSpPr>
            <a:spLocks noGrp="1"/>
          </p:cNvSpPr>
          <p:nvPr>
            <p:ph idx="16392" hasCustomPrompt="1"/>
            <p:custDataLst>
              <p:tags r:id="rId6"/>
            </p:custDataLst>
          </p:nvPr>
        </p:nvSpPr>
        <p:spPr>
          <a:xfrm>
            <a:off x="609600" y="1524000"/>
            <a:ext cx="5486400" cy="4724400"/>
          </a:xfrm>
          <a:custGeom>
            <a:avLst/>
            <a:gdLst>
              <a:gd name="connisteX0" fmla="*/ 0 w 5486400"/>
              <a:gd name="connsiteY0" fmla="*/ 203200 h 4724400"/>
              <a:gd name="connisteX1" fmla="*/ 203200 w 5486400"/>
              <a:gd name="connsiteY1" fmla="*/ 0 h 4724400"/>
              <a:gd name="connisteX2" fmla="*/ 5283200 w 5486400"/>
              <a:gd name="connsiteY2" fmla="*/ 0 h 4724400"/>
              <a:gd name="connisteX3" fmla="*/ 5486400 w 5486400"/>
              <a:gd name="connsiteY3" fmla="*/ 203200 h 4724400"/>
              <a:gd name="connisteX4" fmla="*/ 5486400 w 5486400"/>
              <a:gd name="connsiteY4" fmla="*/ 4521200 h 4724400"/>
              <a:gd name="connisteX5" fmla="*/ 5283200 w 5486400"/>
              <a:gd name="connsiteY5" fmla="*/ 4724400 h 4724400"/>
              <a:gd name="connisteX6" fmla="*/ 203200 w 5486400"/>
              <a:gd name="connsiteY6" fmla="*/ 4724400 h 4724400"/>
              <a:gd name="connisteX7" fmla="*/ 0 w 5486400"/>
              <a:gd name="connsiteY7" fmla="*/ 4521200 h 4724400"/>
              <a:gd name="connisteX8" fmla="*/ 0 w 5486400"/>
              <a:gd name="connsiteY8" fmla="*/ 203200 h 4724400"/>
            </a:gdLst>
            <a:ahLst/>
            <a:cxnLst>
              <a:cxn ang="0">
                <a:pos x="connisteX0" y="connsiteY0"/>
              </a:cxn>
              <a:cxn ang="0">
                <a:pos x="connisteX1" y="connsiteY1"/>
              </a:cxn>
              <a:cxn ang="0">
                <a:pos x="connisteX2" y="connsiteY2"/>
              </a:cxn>
              <a:cxn ang="0">
                <a:pos x="connisteX3" y="connsiteY3"/>
              </a:cxn>
              <a:cxn ang="0">
                <a:pos x="connisteX4" y="connsiteY4"/>
              </a:cxn>
              <a:cxn ang="0">
                <a:pos x="connisteX5" y="connsiteY5"/>
              </a:cxn>
              <a:cxn ang="0">
                <a:pos x="connisteX6" y="connsiteY6"/>
              </a:cxn>
              <a:cxn ang="0">
                <a:pos x="connisteX7" y="connsiteY7"/>
              </a:cxn>
              <a:cxn ang="0">
                <a:pos x="connisteX8" y="connsiteY8"/>
              </a:cxn>
            </a:cxnLst>
            <a:pathLst>
              <a:path w="5486400" h="4724400">
                <a:moveTo>
                  <a:pt x="0" y="203200"/>
                </a:moveTo>
                <a:cubicBezTo>
                  <a:pt x="0" y="90976"/>
                  <a:pt x="90976" y="0"/>
                  <a:pt x="203200" y="0"/>
                </a:cubicBezTo>
                <a:lnTo>
                  <a:pt x="5283200" y="0"/>
                </a:lnTo>
                <a:cubicBezTo>
                  <a:pt x="5395424" y="0"/>
                  <a:pt x="5486400" y="90976"/>
                  <a:pt x="5486400" y="203200"/>
                </a:cubicBezTo>
                <a:lnTo>
                  <a:pt x="5486400" y="4521200"/>
                </a:lnTo>
                <a:cubicBezTo>
                  <a:pt x="5486400" y="4633424"/>
                  <a:pt x="5395424" y="4724400"/>
                  <a:pt x="5283200" y="4724400"/>
                </a:cubicBezTo>
                <a:lnTo>
                  <a:pt x="203200" y="4724400"/>
                </a:lnTo>
                <a:cubicBezTo>
                  <a:pt x="90976" y="4724400"/>
                  <a:pt x="0" y="4633424"/>
                  <a:pt x="0" y="4521200"/>
                </a:cubicBezTo>
                <a:lnTo>
                  <a:pt x="0" y="203200"/>
                </a:lnTo>
                <a:close/>
              </a:path>
            </a:pathLst>
          </a:custGeom>
          <a:solidFill>
            <a:srgbClr val="DDDDDD"/>
          </a:solidFill>
          <a:ln>
            <a:noFill/>
          </a:ln>
        </p:spPr>
        <p:txBody>
          <a:bodyPr>
            <a:normAutofit/>
          </a:bodyPr>
          <a:lstStyle>
            <a:lvl1pPr>
              <a:buNone/>
              <a:defRPr/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zh-CN" altLang="en-US" smtClean="0"/>
              <a:t> </a:t>
            </a:r>
            <a:endParaRPr lang="zh-CN" altLang="en-US" smtClean="0"/>
          </a:p>
        </p:txBody>
      </p:sp>
      <p:sp>
        <p:nvSpPr>
          <p:cNvPr id="13" name="文本占位符 12"/>
          <p:cNvSpPr>
            <a:spLocks noGrp="1"/>
          </p:cNvSpPr>
          <p:nvPr>
            <p:ph type="body" idx="16386" hasCustomPrompt="1"/>
            <p:custDataLst>
              <p:tags r:id="rId7"/>
            </p:custDataLst>
          </p:nvPr>
        </p:nvSpPr>
        <p:spPr>
          <a:xfrm>
            <a:off x="6553200" y="1524000"/>
            <a:ext cx="5029200" cy="406400"/>
          </a:xfrm>
          <a:noFill/>
        </p:spPr>
        <p:txBody>
          <a:bodyPr lIns="0" tIns="0" rIns="0" bIns="0" anchor="t">
            <a:normAutofit/>
          </a:bodyPr>
          <a:lstStyle>
            <a:lvl1pPr marL="0" indent="0" algn="l">
              <a:lnSpc>
                <a:spcPct val="111000"/>
              </a:lnSpc>
              <a:spcBef>
                <a:spcPct val="0"/>
              </a:spcBef>
              <a:spcAft>
                <a:spcPct val="0"/>
              </a:spcAft>
              <a:buNone/>
              <a:defRPr sz="2400" b="0" spc="0">
                <a:solidFill>
                  <a:schemeClr val="tx1"/>
                </a:solidFill>
              </a:defRPr>
            </a:lvl1pPr>
          </a:lstStyle>
          <a:p>
            <a:pPr lvl="0"/>
            <a:r>
              <a:rPr lang="zh-CN" altLang="en-US" smtClean="0"/>
              <a:t>单击此处添加项标题</a:t>
            </a:r>
            <a:endParaRPr lang="zh-CN" altLang="en-US" smtClean="0"/>
          </a:p>
        </p:txBody>
      </p:sp>
      <p:sp>
        <p:nvSpPr>
          <p:cNvPr id="14" name="文本占位符 13"/>
          <p:cNvSpPr>
            <a:spLocks noGrp="1"/>
          </p:cNvSpPr>
          <p:nvPr>
            <p:ph type="body" idx="16387" hasCustomPrompt="1"/>
            <p:custDataLst>
              <p:tags r:id="rId8"/>
            </p:custDataLst>
          </p:nvPr>
        </p:nvSpPr>
        <p:spPr>
          <a:xfrm>
            <a:off x="6553200" y="2082800"/>
            <a:ext cx="5029200" cy="914400"/>
          </a:xfrm>
          <a:noFill/>
        </p:spPr>
        <p:txBody>
          <a:bodyPr lIns="0" tIns="0" rIns="0" bIns="0" anchor="t">
            <a:normAutofit/>
          </a:bodyPr>
          <a:lstStyle>
            <a:lvl1pPr marL="0" indent="0" algn="l">
              <a:lnSpc>
                <a:spcPct val="125000"/>
              </a:lnSpc>
              <a:spcBef>
                <a:spcPct val="0"/>
              </a:spcBef>
              <a:spcAft>
                <a:spcPct val="0"/>
              </a:spcAft>
              <a:buNone/>
              <a:defRPr sz="1600" b="0" spc="0">
                <a:solidFill>
                  <a:schemeClr val="tx1"/>
                </a:solidFill>
              </a:defRPr>
            </a:lvl1pPr>
          </a:lstStyle>
          <a:p>
            <a:pPr lvl="0"/>
            <a:r>
              <a:rPr lang="zh-CN" altLang="en-US" smtClean="0"/>
              <a:t>单击此处添加项正文</a:t>
            </a:r>
            <a:endParaRPr lang="zh-CN" altLang="en-US" smtClean="0"/>
          </a:p>
        </p:txBody>
      </p:sp>
      <p:sp>
        <p:nvSpPr>
          <p:cNvPr id="15" name="文本占位符 14"/>
          <p:cNvSpPr>
            <a:spLocks noGrp="1"/>
          </p:cNvSpPr>
          <p:nvPr>
            <p:ph type="body" idx="16388" hasCustomPrompt="1"/>
            <p:custDataLst>
              <p:tags r:id="rId9"/>
            </p:custDataLst>
          </p:nvPr>
        </p:nvSpPr>
        <p:spPr>
          <a:xfrm>
            <a:off x="6553200" y="3149600"/>
            <a:ext cx="5029200" cy="406400"/>
          </a:xfrm>
          <a:noFill/>
        </p:spPr>
        <p:txBody>
          <a:bodyPr lIns="0" tIns="0" rIns="0" bIns="0" anchor="t">
            <a:normAutofit/>
          </a:bodyPr>
          <a:lstStyle>
            <a:lvl1pPr marL="0" indent="0" algn="l">
              <a:lnSpc>
                <a:spcPct val="111000"/>
              </a:lnSpc>
              <a:spcBef>
                <a:spcPct val="0"/>
              </a:spcBef>
              <a:spcAft>
                <a:spcPct val="0"/>
              </a:spcAft>
              <a:buNone/>
              <a:defRPr sz="2400" b="0" spc="0">
                <a:solidFill>
                  <a:schemeClr val="tx1"/>
                </a:solidFill>
              </a:defRPr>
            </a:lvl1pPr>
          </a:lstStyle>
          <a:p>
            <a:pPr lvl="0"/>
            <a:r>
              <a:rPr lang="zh-CN" altLang="en-US" smtClean="0"/>
              <a:t>单击此处添加项标题</a:t>
            </a:r>
            <a:endParaRPr lang="zh-CN" altLang="en-US" smtClean="0"/>
          </a:p>
        </p:txBody>
      </p:sp>
      <p:sp>
        <p:nvSpPr>
          <p:cNvPr id="16" name="文本占位符 15"/>
          <p:cNvSpPr>
            <a:spLocks noGrp="1"/>
          </p:cNvSpPr>
          <p:nvPr>
            <p:ph type="body" idx="16389" hasCustomPrompt="1"/>
            <p:custDataLst>
              <p:tags r:id="rId10"/>
            </p:custDataLst>
          </p:nvPr>
        </p:nvSpPr>
        <p:spPr>
          <a:xfrm>
            <a:off x="6553200" y="3708400"/>
            <a:ext cx="5029200" cy="914400"/>
          </a:xfrm>
          <a:noFill/>
        </p:spPr>
        <p:txBody>
          <a:bodyPr lIns="0" tIns="0" rIns="0" bIns="0" anchor="t">
            <a:normAutofit/>
          </a:bodyPr>
          <a:lstStyle>
            <a:lvl1pPr marL="0" indent="0" algn="l">
              <a:lnSpc>
                <a:spcPct val="125000"/>
              </a:lnSpc>
              <a:spcBef>
                <a:spcPct val="0"/>
              </a:spcBef>
              <a:spcAft>
                <a:spcPct val="0"/>
              </a:spcAft>
              <a:buNone/>
              <a:defRPr sz="1600" b="0" spc="0">
                <a:solidFill>
                  <a:schemeClr val="tx1"/>
                </a:solidFill>
              </a:defRPr>
            </a:lvl1pPr>
          </a:lstStyle>
          <a:p>
            <a:pPr lvl="0"/>
            <a:r>
              <a:rPr lang="zh-CN" altLang="en-US" smtClean="0"/>
              <a:t>单击此处添加项正文</a:t>
            </a:r>
            <a:endParaRPr lang="zh-CN" altLang="en-US" smtClean="0"/>
          </a:p>
        </p:txBody>
      </p:sp>
      <p:sp>
        <p:nvSpPr>
          <p:cNvPr id="17" name="文本占位符 16"/>
          <p:cNvSpPr>
            <a:spLocks noGrp="1"/>
          </p:cNvSpPr>
          <p:nvPr>
            <p:ph type="body" idx="16390" hasCustomPrompt="1"/>
            <p:custDataLst>
              <p:tags r:id="rId11"/>
            </p:custDataLst>
          </p:nvPr>
        </p:nvSpPr>
        <p:spPr>
          <a:xfrm>
            <a:off x="6553200" y="4775200"/>
            <a:ext cx="5029200" cy="406400"/>
          </a:xfrm>
          <a:noFill/>
        </p:spPr>
        <p:txBody>
          <a:bodyPr lIns="0" tIns="0" rIns="0" bIns="0" anchor="t">
            <a:normAutofit/>
          </a:bodyPr>
          <a:lstStyle>
            <a:lvl1pPr marL="0" indent="0" algn="l">
              <a:lnSpc>
                <a:spcPct val="111000"/>
              </a:lnSpc>
              <a:spcBef>
                <a:spcPct val="0"/>
              </a:spcBef>
              <a:spcAft>
                <a:spcPct val="0"/>
              </a:spcAft>
              <a:buNone/>
              <a:defRPr sz="2400" b="0" spc="0">
                <a:solidFill>
                  <a:schemeClr val="tx1"/>
                </a:solidFill>
              </a:defRPr>
            </a:lvl1pPr>
          </a:lstStyle>
          <a:p>
            <a:pPr lvl="0"/>
            <a:r>
              <a:rPr lang="zh-CN" altLang="en-US" smtClean="0"/>
              <a:t>单击此处添加项标题</a:t>
            </a:r>
            <a:endParaRPr lang="zh-CN" altLang="en-US" smtClean="0"/>
          </a:p>
        </p:txBody>
      </p:sp>
      <p:sp>
        <p:nvSpPr>
          <p:cNvPr id="18" name="文本占位符 17"/>
          <p:cNvSpPr>
            <a:spLocks noGrp="1"/>
          </p:cNvSpPr>
          <p:nvPr>
            <p:ph type="body" idx="16391" hasCustomPrompt="1"/>
            <p:custDataLst>
              <p:tags r:id="rId12"/>
            </p:custDataLst>
          </p:nvPr>
        </p:nvSpPr>
        <p:spPr>
          <a:xfrm>
            <a:off x="6553200" y="5334000"/>
            <a:ext cx="5029200" cy="914400"/>
          </a:xfrm>
          <a:noFill/>
        </p:spPr>
        <p:txBody>
          <a:bodyPr lIns="0" tIns="0" rIns="0" bIns="0" anchor="t">
            <a:normAutofit/>
          </a:bodyPr>
          <a:lstStyle>
            <a:lvl1pPr marL="0" indent="0" algn="l">
              <a:lnSpc>
                <a:spcPct val="125000"/>
              </a:lnSpc>
              <a:spcBef>
                <a:spcPct val="0"/>
              </a:spcBef>
              <a:spcAft>
                <a:spcPct val="0"/>
              </a:spcAft>
              <a:buNone/>
              <a:defRPr sz="1600" b="0" spc="0">
                <a:solidFill>
                  <a:schemeClr val="tx1"/>
                </a:solidFill>
              </a:defRPr>
            </a:lvl1pPr>
          </a:lstStyle>
          <a:p>
            <a:pPr lvl="0"/>
            <a:r>
              <a:rPr lang="zh-CN" altLang="en-US" smtClean="0"/>
              <a:t>单击此处添加项正文</a:t>
            </a:r>
            <a:endParaRPr lang="zh-CN" altLang="en-US" smtClean="0"/>
          </a:p>
        </p:txBody>
      </p:sp>
    </p:spTree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正文页-26_6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日期占位符 5"/>
          <p:cNvSpPr>
            <a:spLocks noGrp="1"/>
          </p:cNvSpPr>
          <p:nvPr>
            <p:ph type="dt" sz="half" idx="10"/>
            <p:custDataLst>
              <p:tags r:id="rId2"/>
            </p:custDataLst>
          </p:nvPr>
        </p:nvSpPr>
        <p:spPr>
          <a:xfrm>
            <a:off x="838200" y="6356350"/>
            <a:ext cx="2743200" cy="365125"/>
          </a:xfrm>
        </p:spPr>
        <p:txBody>
          <a:bodyPr/>
          <a:lstStyle/>
          <a:p>
            <a:fld id="{AFF1154F-E427-4513-B34B-94E36374A1AB}" type="datetimeFigureOut">
              <a:rPr lang="zh-CN" altLang="en-US" smtClean="0"/>
            </a:fld>
            <a:endParaRPr lang="zh-CN" altLang="en-US"/>
          </a:p>
        </p:txBody>
      </p:sp>
      <p:sp>
        <p:nvSpPr>
          <p:cNvPr id="9" name="页脚占位符 8"/>
          <p:cNvSpPr>
            <a:spLocks noGrp="1"/>
          </p:cNvSpPr>
          <p:nvPr>
            <p:ph type="ftr" sz="quarter" idx="11"/>
            <p:custDataLst>
              <p:tags r:id="rId3"/>
            </p:custDataLst>
          </p:nvPr>
        </p:nvSpPr>
        <p:spPr>
          <a:xfrm>
            <a:off x="4038600" y="6356350"/>
            <a:ext cx="4114800" cy="365125"/>
          </a:xfrm>
        </p:spPr>
        <p:txBody>
          <a:bodyPr/>
          <a:lstStyle/>
          <a:p>
            <a:endParaRPr lang="zh-CN" altLang="en-US"/>
          </a:p>
        </p:txBody>
      </p:sp>
      <p:sp>
        <p:nvSpPr>
          <p:cNvPr id="10" name="灯片编号占位符 9"/>
          <p:cNvSpPr>
            <a:spLocks noGrp="1"/>
          </p:cNvSpPr>
          <p:nvPr>
            <p:ph type="sldNum" sz="quarter" idx="12"/>
            <p:custDataLst>
              <p:tags r:id="rId4"/>
            </p:custDataLst>
          </p:nvPr>
        </p:nvSpPr>
        <p:spPr>
          <a:xfrm>
            <a:off x="8610600" y="6356350"/>
            <a:ext cx="2743200" cy="365125"/>
          </a:xfrm>
        </p:spPr>
        <p:txBody>
          <a:bodyPr/>
          <a:lstStyle/>
          <a:p>
            <a:fld id="{CFDA0808-8B01-405B-8ED6-12013DCE0AF6}" type="slidenum">
              <a:rPr lang="zh-CN" altLang="en-US" smtClean="0"/>
            </a:fld>
            <a:endParaRPr lang="zh-CN" altLang="en-US"/>
          </a:p>
        </p:txBody>
      </p:sp>
      <p:sp>
        <p:nvSpPr>
          <p:cNvPr id="11" name="标题 10"/>
          <p:cNvSpPr>
            <a:spLocks noGrp="1"/>
          </p:cNvSpPr>
          <p:nvPr>
            <p:ph type="ctrTitle" idx="16385" hasCustomPrompt="1"/>
            <p:custDataLst>
              <p:tags r:id="rId5"/>
            </p:custDataLst>
          </p:nvPr>
        </p:nvSpPr>
        <p:spPr>
          <a:xfrm>
            <a:off x="609600" y="533400"/>
            <a:ext cx="10972800" cy="609600"/>
          </a:xfrm>
          <a:noFill/>
        </p:spPr>
        <p:txBody>
          <a:bodyPr lIns="0" tIns="0" rIns="0" bIns="0" anchor="t">
            <a:normAutofit/>
          </a:bodyPr>
          <a:lstStyle>
            <a:lvl1pPr marL="0" indent="0" algn="l">
              <a:lnSpc>
                <a:spcPct val="111000"/>
              </a:lnSpc>
              <a:spcBef>
                <a:spcPct val="0"/>
              </a:spcBef>
              <a:spcAft>
                <a:spcPct val="0"/>
              </a:spcAft>
              <a:buNone/>
              <a:defRPr sz="3600" b="0" spc="0">
                <a:solidFill>
                  <a:schemeClr val="tx1"/>
                </a:solidFill>
              </a:defRPr>
            </a:lvl1pPr>
          </a:lstStyle>
          <a:p>
            <a:r>
              <a:rPr lang="zh-CN" altLang="en-US"/>
              <a:t>单击此处添加标题</a:t>
            </a:r>
            <a:endParaRPr lang="zh-CN" altLang="en-US"/>
          </a:p>
        </p:txBody>
      </p:sp>
      <p:sp>
        <p:nvSpPr>
          <p:cNvPr id="12" name="装饰  1"/>
          <p:cNvSpPr>
            <a:spLocks noGrp="1"/>
          </p:cNvSpPr>
          <p:nvPr>
            <p:ph type="body" idx="16390" hasCustomPrompt="1"/>
            <p:custDataLst>
              <p:tags r:id="rId6"/>
            </p:custDataLst>
          </p:nvPr>
        </p:nvSpPr>
        <p:spPr>
          <a:xfrm>
            <a:off x="609600" y="3556000"/>
            <a:ext cx="5334000" cy="2692400"/>
          </a:xfrm>
          <a:custGeom>
            <a:avLst/>
            <a:gdLst>
              <a:gd name="connisteX0" fmla="*/ 0 w 5334000"/>
              <a:gd name="connsiteY0" fmla="*/ 0 h 2692400"/>
              <a:gd name="connisteX1" fmla="*/ 5334000 w 5334000"/>
              <a:gd name="connsiteY1" fmla="*/ 0 h 2692400"/>
              <a:gd name="connisteX2" fmla="*/ 5334000 w 5334000"/>
              <a:gd name="connsiteY2" fmla="*/ 2489200 h 2692400"/>
              <a:gd name="connisteX3" fmla="*/ 5130800 w 5334000"/>
              <a:gd name="connsiteY3" fmla="*/ 2692400 h 2692400"/>
              <a:gd name="connisteX4" fmla="*/ 203200 w 5334000"/>
              <a:gd name="connsiteY4" fmla="*/ 2692400 h 2692400"/>
              <a:gd name="connisteX5" fmla="*/ 0 w 5334000"/>
              <a:gd name="connsiteY5" fmla="*/ 2489200 h 2692400"/>
              <a:gd name="connisteX6" fmla="*/ 0 w 5334000"/>
              <a:gd name="connsiteY6" fmla="*/ 0 h 2692400"/>
            </a:gdLst>
            <a:ahLst/>
            <a:cxnLst>
              <a:cxn ang="0">
                <a:pos x="connisteX0" y="connsiteY0"/>
              </a:cxn>
              <a:cxn ang="0">
                <a:pos x="connisteX1" y="connsiteY1"/>
              </a:cxn>
              <a:cxn ang="0">
                <a:pos x="connisteX2" y="connsiteY2"/>
              </a:cxn>
              <a:cxn ang="0">
                <a:pos x="connisteX3" y="connsiteY3"/>
              </a:cxn>
              <a:cxn ang="0">
                <a:pos x="connisteX4" y="connsiteY4"/>
              </a:cxn>
              <a:cxn ang="0">
                <a:pos x="connisteX5" y="connsiteY5"/>
              </a:cxn>
              <a:cxn ang="0">
                <a:pos x="connisteX6" y="connsiteY6"/>
              </a:cxn>
            </a:cxnLst>
            <a:pathLst>
              <a:path w="5334000" h="2692400">
                <a:moveTo>
                  <a:pt x="0" y="0"/>
                </a:moveTo>
                <a:lnTo>
                  <a:pt x="5334000" y="0"/>
                </a:lnTo>
                <a:lnTo>
                  <a:pt x="5334000" y="2489200"/>
                </a:lnTo>
                <a:cubicBezTo>
                  <a:pt x="5334000" y="2601424"/>
                  <a:pt x="5243024" y="2692400"/>
                  <a:pt x="5130800" y="2692400"/>
                </a:cubicBezTo>
                <a:lnTo>
                  <a:pt x="203200" y="2692400"/>
                </a:lnTo>
                <a:cubicBezTo>
                  <a:pt x="90976" y="2692400"/>
                  <a:pt x="0" y="2601424"/>
                  <a:pt x="0" y="2489200"/>
                </a:cubicBezTo>
                <a:lnTo>
                  <a:pt x="0" y="0"/>
                </a:lnTo>
                <a:close/>
              </a:path>
            </a:pathLst>
          </a:custGeom>
          <a:gradFill>
            <a:gsLst>
              <a:gs pos="0">
                <a:schemeClr val="accent1">
                  <a:lumMod val="10000"/>
                  <a:lumOff val="90000"/>
                </a:schemeClr>
              </a:gs>
              <a:gs pos="100000">
                <a:schemeClr val="accent1">
                  <a:lumMod val="10000"/>
                  <a:lumOff val="90000"/>
                </a:schemeClr>
              </a:gs>
            </a:gsLst>
            <a:lin ang="5400000"/>
          </a:gradFill>
          <a:ln>
            <a:solidFill>
              <a:prstClr val="black">
                <a:alpha val="0"/>
              </a:prstClr>
            </a:solidFill>
            <a:prstDash val="solid"/>
          </a:ln>
        </p:spPr>
        <p:txBody>
          <a:bodyPr>
            <a:noAutofit/>
          </a:bodyPr>
          <a:lstStyle>
            <a:lvl1pPr>
              <a:buNone/>
              <a:defRPr/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zh-CN" altLang="en-US" smtClean="0"/>
              <a:t> </a:t>
            </a:r>
            <a:endParaRPr lang="zh-CN" altLang="en-US" smtClean="0"/>
          </a:p>
        </p:txBody>
      </p:sp>
      <p:sp>
        <p:nvSpPr>
          <p:cNvPr id="13" name="图片占位符 12"/>
          <p:cNvSpPr>
            <a:spLocks noGrp="1"/>
          </p:cNvSpPr>
          <p:nvPr>
            <p:ph type="pic" idx="16391" hasCustomPrompt="1"/>
            <p:custDataLst>
              <p:tags r:id="rId7"/>
            </p:custDataLst>
          </p:nvPr>
        </p:nvSpPr>
        <p:spPr>
          <a:xfrm>
            <a:off x="609600" y="1524000"/>
            <a:ext cx="5334000" cy="2032000"/>
          </a:xfrm>
          <a:custGeom>
            <a:avLst/>
            <a:gdLst>
              <a:gd name="connisteX0" fmla="*/ 0 w 5334000"/>
              <a:gd name="connsiteY0" fmla="*/ 203200 h 2032000"/>
              <a:gd name="connisteX1" fmla="*/ 203200 w 5334000"/>
              <a:gd name="connsiteY1" fmla="*/ 0 h 2032000"/>
              <a:gd name="connisteX2" fmla="*/ 5130800 w 5334000"/>
              <a:gd name="connsiteY2" fmla="*/ 0 h 2032000"/>
              <a:gd name="connisteX3" fmla="*/ 5334000 w 5334000"/>
              <a:gd name="connsiteY3" fmla="*/ 203200 h 2032000"/>
              <a:gd name="connisteX4" fmla="*/ 5334000 w 5334000"/>
              <a:gd name="connsiteY4" fmla="*/ 2032000 h 2032000"/>
              <a:gd name="connisteX5" fmla="*/ 0 w 5334000"/>
              <a:gd name="connsiteY5" fmla="*/ 2032000 h 2032000"/>
              <a:gd name="connisteX6" fmla="*/ 0 w 5334000"/>
              <a:gd name="connsiteY6" fmla="*/ 203200 h 2032000"/>
            </a:gdLst>
            <a:ahLst/>
            <a:cxnLst>
              <a:cxn ang="0">
                <a:pos x="connisteX0" y="connsiteY0"/>
              </a:cxn>
              <a:cxn ang="0">
                <a:pos x="connisteX1" y="connsiteY1"/>
              </a:cxn>
              <a:cxn ang="0">
                <a:pos x="connisteX2" y="connsiteY2"/>
              </a:cxn>
              <a:cxn ang="0">
                <a:pos x="connisteX3" y="connsiteY3"/>
              </a:cxn>
              <a:cxn ang="0">
                <a:pos x="connisteX4" y="connsiteY4"/>
              </a:cxn>
              <a:cxn ang="0">
                <a:pos x="connisteX5" y="connsiteY5"/>
              </a:cxn>
              <a:cxn ang="0">
                <a:pos x="connisteX6" y="connsiteY6"/>
              </a:cxn>
            </a:cxnLst>
            <a:pathLst>
              <a:path w="5334000" h="2032000">
                <a:moveTo>
                  <a:pt x="0" y="203200"/>
                </a:moveTo>
                <a:cubicBezTo>
                  <a:pt x="0" y="90976"/>
                  <a:pt x="90976" y="0"/>
                  <a:pt x="203200" y="0"/>
                </a:cubicBezTo>
                <a:lnTo>
                  <a:pt x="5130800" y="0"/>
                </a:lnTo>
                <a:cubicBezTo>
                  <a:pt x="5243024" y="0"/>
                  <a:pt x="5334000" y="90976"/>
                  <a:pt x="5334000" y="203200"/>
                </a:cubicBezTo>
                <a:lnTo>
                  <a:pt x="5334000" y="2032000"/>
                </a:lnTo>
                <a:lnTo>
                  <a:pt x="0" y="2032000"/>
                </a:lnTo>
                <a:lnTo>
                  <a:pt x="0" y="203200"/>
                </a:lnTo>
                <a:close/>
              </a:path>
            </a:pathLst>
          </a:custGeom>
          <a:solidFill>
            <a:srgbClr val="DDDDDD"/>
          </a:solidFill>
          <a:ln>
            <a:noFill/>
          </a:ln>
        </p:spPr>
        <p:txBody>
          <a:bodyPr>
            <a:noAutofit/>
          </a:bodyPr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r>
              <a:rPr lang="zh-CN" altLang="en-US"/>
              <a:t> </a:t>
            </a:r>
            <a:endParaRPr lang="zh-CN" altLang="en-US"/>
          </a:p>
        </p:txBody>
      </p:sp>
      <p:sp>
        <p:nvSpPr>
          <p:cNvPr id="14" name="文本占位符 13"/>
          <p:cNvSpPr>
            <a:spLocks noGrp="1"/>
          </p:cNvSpPr>
          <p:nvPr>
            <p:ph type="body" idx="16386" hasCustomPrompt="1"/>
            <p:custDataLst>
              <p:tags r:id="rId8"/>
            </p:custDataLst>
          </p:nvPr>
        </p:nvSpPr>
        <p:spPr>
          <a:xfrm>
            <a:off x="914400" y="3759200"/>
            <a:ext cx="4724400" cy="406400"/>
          </a:xfrm>
          <a:noFill/>
        </p:spPr>
        <p:txBody>
          <a:bodyPr lIns="0" tIns="0" rIns="0" bIns="0" anchor="t">
            <a:normAutofit/>
          </a:bodyPr>
          <a:lstStyle>
            <a:lvl1pPr marL="0" indent="0" algn="l">
              <a:lnSpc>
                <a:spcPct val="111000"/>
              </a:lnSpc>
              <a:spcBef>
                <a:spcPct val="0"/>
              </a:spcBef>
              <a:spcAft>
                <a:spcPct val="0"/>
              </a:spcAft>
              <a:buNone/>
              <a:defRPr sz="2400" b="0" spc="0">
                <a:solidFill>
                  <a:schemeClr val="tx1"/>
                </a:solidFill>
              </a:defRPr>
            </a:lvl1pPr>
          </a:lstStyle>
          <a:p>
            <a:pPr lvl="0"/>
            <a:r>
              <a:rPr lang="zh-CN" altLang="en-US" smtClean="0"/>
              <a:t>单击此处添加项标题</a:t>
            </a:r>
            <a:endParaRPr lang="zh-CN" altLang="en-US" smtClean="0"/>
          </a:p>
        </p:txBody>
      </p:sp>
      <p:sp>
        <p:nvSpPr>
          <p:cNvPr id="15" name="文本占位符 14"/>
          <p:cNvSpPr>
            <a:spLocks noGrp="1"/>
          </p:cNvSpPr>
          <p:nvPr>
            <p:ph type="body" idx="16387" hasCustomPrompt="1"/>
            <p:custDataLst>
              <p:tags r:id="rId9"/>
            </p:custDataLst>
          </p:nvPr>
        </p:nvSpPr>
        <p:spPr>
          <a:xfrm>
            <a:off x="914400" y="4216400"/>
            <a:ext cx="4724400" cy="1828800"/>
          </a:xfrm>
          <a:noFill/>
        </p:spPr>
        <p:txBody>
          <a:bodyPr lIns="0" tIns="0" rIns="0" bIns="0" anchor="t">
            <a:normAutofit/>
          </a:bodyPr>
          <a:lstStyle>
            <a:lvl1pPr marL="0" indent="0" algn="l">
              <a:lnSpc>
                <a:spcPct val="125000"/>
              </a:lnSpc>
              <a:spcBef>
                <a:spcPct val="0"/>
              </a:spcBef>
              <a:spcAft>
                <a:spcPct val="0"/>
              </a:spcAft>
              <a:buNone/>
              <a:defRPr sz="1600" b="0" spc="0">
                <a:solidFill>
                  <a:schemeClr val="tx1"/>
                </a:solidFill>
              </a:defRPr>
            </a:lvl1pPr>
          </a:lstStyle>
          <a:p>
            <a:pPr lvl="0"/>
            <a:r>
              <a:rPr lang="zh-CN" altLang="en-US" smtClean="0"/>
              <a:t>单击此处添加项正文</a:t>
            </a:r>
            <a:endParaRPr lang="zh-CN" altLang="en-US" smtClean="0"/>
          </a:p>
        </p:txBody>
      </p:sp>
      <p:sp>
        <p:nvSpPr>
          <p:cNvPr id="16" name="装饰  5"/>
          <p:cNvSpPr>
            <a:spLocks noGrp="1"/>
          </p:cNvSpPr>
          <p:nvPr>
            <p:ph type="body" idx="16392" hasCustomPrompt="1"/>
            <p:custDataLst>
              <p:tags r:id="rId10"/>
            </p:custDataLst>
          </p:nvPr>
        </p:nvSpPr>
        <p:spPr>
          <a:xfrm>
            <a:off x="6248400" y="1524000"/>
            <a:ext cx="5334000" cy="2692400"/>
          </a:xfrm>
          <a:custGeom>
            <a:avLst/>
            <a:gdLst>
              <a:gd name="connisteX0" fmla="*/ 0 w 5334000"/>
              <a:gd name="connsiteY0" fmla="*/ 203200 h 2692400"/>
              <a:gd name="connisteX1" fmla="*/ 203200 w 5334000"/>
              <a:gd name="connsiteY1" fmla="*/ 0 h 2692400"/>
              <a:gd name="connisteX2" fmla="*/ 5130800 w 5334000"/>
              <a:gd name="connsiteY2" fmla="*/ 0 h 2692400"/>
              <a:gd name="connisteX3" fmla="*/ 5334000 w 5334000"/>
              <a:gd name="connsiteY3" fmla="*/ 203200 h 2692400"/>
              <a:gd name="connisteX4" fmla="*/ 5334000 w 5334000"/>
              <a:gd name="connsiteY4" fmla="*/ 2692400 h 2692400"/>
              <a:gd name="connisteX5" fmla="*/ 0 w 5334000"/>
              <a:gd name="connsiteY5" fmla="*/ 2692400 h 2692400"/>
              <a:gd name="connisteX6" fmla="*/ 0 w 5334000"/>
              <a:gd name="connsiteY6" fmla="*/ 203200 h 2692400"/>
            </a:gdLst>
            <a:ahLst/>
            <a:cxnLst>
              <a:cxn ang="0">
                <a:pos x="connisteX0" y="connsiteY0"/>
              </a:cxn>
              <a:cxn ang="0">
                <a:pos x="connisteX1" y="connsiteY1"/>
              </a:cxn>
              <a:cxn ang="0">
                <a:pos x="connisteX2" y="connsiteY2"/>
              </a:cxn>
              <a:cxn ang="0">
                <a:pos x="connisteX3" y="connsiteY3"/>
              </a:cxn>
              <a:cxn ang="0">
                <a:pos x="connisteX4" y="connsiteY4"/>
              </a:cxn>
              <a:cxn ang="0">
                <a:pos x="connisteX5" y="connsiteY5"/>
              </a:cxn>
              <a:cxn ang="0">
                <a:pos x="connisteX6" y="connsiteY6"/>
              </a:cxn>
            </a:cxnLst>
            <a:pathLst>
              <a:path w="5334000" h="2692400">
                <a:moveTo>
                  <a:pt x="0" y="203200"/>
                </a:moveTo>
                <a:cubicBezTo>
                  <a:pt x="0" y="90976"/>
                  <a:pt x="90976" y="0"/>
                  <a:pt x="203200" y="0"/>
                </a:cubicBezTo>
                <a:lnTo>
                  <a:pt x="5130800" y="0"/>
                </a:lnTo>
                <a:cubicBezTo>
                  <a:pt x="5243024" y="0"/>
                  <a:pt x="5334000" y="90976"/>
                  <a:pt x="5334000" y="203200"/>
                </a:cubicBezTo>
                <a:lnTo>
                  <a:pt x="5334000" y="2692400"/>
                </a:lnTo>
                <a:lnTo>
                  <a:pt x="0" y="2692400"/>
                </a:lnTo>
                <a:lnTo>
                  <a:pt x="0" y="203200"/>
                </a:lnTo>
                <a:close/>
              </a:path>
            </a:pathLst>
          </a:custGeom>
          <a:gradFill>
            <a:gsLst>
              <a:gs pos="0">
                <a:schemeClr val="accent1">
                  <a:lumMod val="10000"/>
                  <a:lumOff val="90000"/>
                </a:schemeClr>
              </a:gs>
              <a:gs pos="100000">
                <a:schemeClr val="accent1">
                  <a:lumMod val="10000"/>
                  <a:lumOff val="90000"/>
                </a:schemeClr>
              </a:gs>
            </a:gsLst>
            <a:lin ang="5400000"/>
          </a:gradFill>
          <a:ln>
            <a:solidFill>
              <a:prstClr val="black">
                <a:alpha val="0"/>
              </a:prstClr>
            </a:solidFill>
            <a:prstDash val="solid"/>
          </a:ln>
        </p:spPr>
        <p:txBody>
          <a:bodyPr>
            <a:noAutofit/>
          </a:bodyPr>
          <a:lstStyle>
            <a:lvl1pPr>
              <a:buNone/>
              <a:defRPr/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zh-CN" altLang="en-US" smtClean="0"/>
              <a:t> </a:t>
            </a:r>
            <a:endParaRPr lang="zh-CN" altLang="en-US" smtClean="0"/>
          </a:p>
        </p:txBody>
      </p:sp>
      <p:sp>
        <p:nvSpPr>
          <p:cNvPr id="17" name="图片占位符 16"/>
          <p:cNvSpPr>
            <a:spLocks noGrp="1"/>
          </p:cNvSpPr>
          <p:nvPr>
            <p:ph type="pic" idx="16393" hasCustomPrompt="1"/>
            <p:custDataLst>
              <p:tags r:id="rId11"/>
            </p:custDataLst>
          </p:nvPr>
        </p:nvSpPr>
        <p:spPr>
          <a:xfrm>
            <a:off x="6248400" y="4216400"/>
            <a:ext cx="5334000" cy="2032000"/>
          </a:xfrm>
          <a:custGeom>
            <a:avLst/>
            <a:gdLst>
              <a:gd name="connisteX0" fmla="*/ 0 w 5334000"/>
              <a:gd name="connsiteY0" fmla="*/ 0 h 2032000"/>
              <a:gd name="connisteX1" fmla="*/ 5334000 w 5334000"/>
              <a:gd name="connsiteY1" fmla="*/ 0 h 2032000"/>
              <a:gd name="connisteX2" fmla="*/ 5334000 w 5334000"/>
              <a:gd name="connsiteY2" fmla="*/ 1828800 h 2032000"/>
              <a:gd name="connisteX3" fmla="*/ 5130800 w 5334000"/>
              <a:gd name="connsiteY3" fmla="*/ 2032000 h 2032000"/>
              <a:gd name="connisteX4" fmla="*/ 203200 w 5334000"/>
              <a:gd name="connsiteY4" fmla="*/ 2032000 h 2032000"/>
              <a:gd name="connisteX5" fmla="*/ 0 w 5334000"/>
              <a:gd name="connsiteY5" fmla="*/ 1828800 h 2032000"/>
              <a:gd name="connisteX6" fmla="*/ 0 w 5334000"/>
              <a:gd name="connsiteY6" fmla="*/ 0 h 2032000"/>
            </a:gdLst>
            <a:ahLst/>
            <a:cxnLst>
              <a:cxn ang="0">
                <a:pos x="connisteX0" y="connsiteY0"/>
              </a:cxn>
              <a:cxn ang="0">
                <a:pos x="connisteX1" y="connsiteY1"/>
              </a:cxn>
              <a:cxn ang="0">
                <a:pos x="connisteX2" y="connsiteY2"/>
              </a:cxn>
              <a:cxn ang="0">
                <a:pos x="connisteX3" y="connsiteY3"/>
              </a:cxn>
              <a:cxn ang="0">
                <a:pos x="connisteX4" y="connsiteY4"/>
              </a:cxn>
              <a:cxn ang="0">
                <a:pos x="connisteX5" y="connsiteY5"/>
              </a:cxn>
              <a:cxn ang="0">
                <a:pos x="connisteX6" y="connsiteY6"/>
              </a:cxn>
            </a:cxnLst>
            <a:pathLst>
              <a:path w="5334000" h="2032000">
                <a:moveTo>
                  <a:pt x="0" y="0"/>
                </a:moveTo>
                <a:lnTo>
                  <a:pt x="5334000" y="0"/>
                </a:lnTo>
                <a:lnTo>
                  <a:pt x="5334000" y="1828800"/>
                </a:lnTo>
                <a:cubicBezTo>
                  <a:pt x="5334000" y="1941024"/>
                  <a:pt x="5243024" y="2032000"/>
                  <a:pt x="5130800" y="2032000"/>
                </a:cubicBezTo>
                <a:lnTo>
                  <a:pt x="203200" y="2032000"/>
                </a:lnTo>
                <a:cubicBezTo>
                  <a:pt x="90976" y="2032000"/>
                  <a:pt x="0" y="1941024"/>
                  <a:pt x="0" y="1828800"/>
                </a:cubicBezTo>
                <a:lnTo>
                  <a:pt x="0" y="0"/>
                </a:lnTo>
                <a:close/>
              </a:path>
            </a:pathLst>
          </a:custGeom>
          <a:solidFill>
            <a:srgbClr val="DDDDDD"/>
          </a:solidFill>
          <a:ln>
            <a:noFill/>
          </a:ln>
        </p:spPr>
        <p:txBody>
          <a:bodyPr>
            <a:noAutofit/>
          </a:bodyPr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r>
              <a:rPr lang="zh-CN" altLang="en-US"/>
              <a:t> </a:t>
            </a:r>
            <a:endParaRPr lang="zh-CN" altLang="en-US"/>
          </a:p>
        </p:txBody>
      </p:sp>
      <p:sp>
        <p:nvSpPr>
          <p:cNvPr id="18" name="文本占位符 17"/>
          <p:cNvSpPr>
            <a:spLocks noGrp="1"/>
          </p:cNvSpPr>
          <p:nvPr>
            <p:ph type="body" idx="16388" hasCustomPrompt="1"/>
            <p:custDataLst>
              <p:tags r:id="rId12"/>
            </p:custDataLst>
          </p:nvPr>
        </p:nvSpPr>
        <p:spPr>
          <a:xfrm>
            <a:off x="6553200" y="1727200"/>
            <a:ext cx="4724400" cy="406400"/>
          </a:xfrm>
          <a:noFill/>
        </p:spPr>
        <p:txBody>
          <a:bodyPr lIns="0" tIns="0" rIns="0" bIns="0" anchor="t">
            <a:normAutofit/>
          </a:bodyPr>
          <a:lstStyle>
            <a:lvl1pPr marL="0" indent="0" algn="l">
              <a:lnSpc>
                <a:spcPct val="111000"/>
              </a:lnSpc>
              <a:spcBef>
                <a:spcPct val="0"/>
              </a:spcBef>
              <a:spcAft>
                <a:spcPct val="0"/>
              </a:spcAft>
              <a:buNone/>
              <a:defRPr sz="2400" b="0" spc="0">
                <a:solidFill>
                  <a:schemeClr val="tx1"/>
                </a:solidFill>
              </a:defRPr>
            </a:lvl1pPr>
          </a:lstStyle>
          <a:p>
            <a:pPr lvl="0"/>
            <a:r>
              <a:rPr lang="zh-CN" altLang="en-US" smtClean="0"/>
              <a:t>单击此处添加项标题</a:t>
            </a:r>
            <a:endParaRPr lang="zh-CN" altLang="en-US" smtClean="0"/>
          </a:p>
        </p:txBody>
      </p:sp>
      <p:sp>
        <p:nvSpPr>
          <p:cNvPr id="19" name="文本占位符 18"/>
          <p:cNvSpPr>
            <a:spLocks noGrp="1"/>
          </p:cNvSpPr>
          <p:nvPr>
            <p:ph type="body" idx="16389" hasCustomPrompt="1"/>
            <p:custDataLst>
              <p:tags r:id="rId13"/>
            </p:custDataLst>
          </p:nvPr>
        </p:nvSpPr>
        <p:spPr>
          <a:xfrm>
            <a:off x="6553200" y="2184400"/>
            <a:ext cx="4724400" cy="1828800"/>
          </a:xfrm>
          <a:noFill/>
        </p:spPr>
        <p:txBody>
          <a:bodyPr lIns="0" tIns="0" rIns="0" bIns="0" anchor="t">
            <a:normAutofit/>
          </a:bodyPr>
          <a:lstStyle>
            <a:lvl1pPr marL="0" indent="0" algn="l">
              <a:lnSpc>
                <a:spcPct val="125000"/>
              </a:lnSpc>
              <a:spcBef>
                <a:spcPct val="0"/>
              </a:spcBef>
              <a:spcAft>
                <a:spcPct val="0"/>
              </a:spcAft>
              <a:buNone/>
              <a:defRPr sz="1600" b="0" spc="0">
                <a:solidFill>
                  <a:schemeClr val="tx1"/>
                </a:solidFill>
              </a:defRPr>
            </a:lvl1pPr>
          </a:lstStyle>
          <a:p>
            <a:pPr lvl="0"/>
            <a:r>
              <a:rPr lang="zh-CN" altLang="en-US" smtClean="0"/>
              <a:t>单击此处添加项正文</a:t>
            </a:r>
            <a:endParaRPr lang="zh-CN" altLang="en-US" smtClean="0"/>
          </a:p>
        </p:txBody>
      </p:sp>
    </p:spTree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正文页-30_82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日期占位符 5"/>
          <p:cNvSpPr>
            <a:spLocks noGrp="1"/>
          </p:cNvSpPr>
          <p:nvPr>
            <p:ph type="dt" sz="half" idx="10"/>
            <p:custDataLst>
              <p:tags r:id="rId2"/>
            </p:custDataLst>
          </p:nvPr>
        </p:nvSpPr>
        <p:spPr>
          <a:xfrm>
            <a:off x="838200" y="6356350"/>
            <a:ext cx="2743200" cy="365125"/>
          </a:xfrm>
        </p:spPr>
        <p:txBody>
          <a:bodyPr/>
          <a:lstStyle/>
          <a:p>
            <a:fld id="{AFF1154F-E427-4513-B34B-94E36374A1AB}" type="datetimeFigureOut">
              <a:rPr lang="zh-CN" altLang="en-US" smtClean="0"/>
            </a:fld>
            <a:endParaRPr lang="zh-CN" altLang="en-US"/>
          </a:p>
        </p:txBody>
      </p:sp>
      <p:sp>
        <p:nvSpPr>
          <p:cNvPr id="9" name="页脚占位符 8"/>
          <p:cNvSpPr>
            <a:spLocks noGrp="1"/>
          </p:cNvSpPr>
          <p:nvPr>
            <p:ph type="ftr" sz="quarter" idx="11"/>
            <p:custDataLst>
              <p:tags r:id="rId3"/>
            </p:custDataLst>
          </p:nvPr>
        </p:nvSpPr>
        <p:spPr>
          <a:xfrm>
            <a:off x="4038600" y="6356350"/>
            <a:ext cx="4114800" cy="365125"/>
          </a:xfrm>
        </p:spPr>
        <p:txBody>
          <a:bodyPr/>
          <a:lstStyle/>
          <a:p>
            <a:endParaRPr lang="zh-CN" altLang="en-US"/>
          </a:p>
        </p:txBody>
      </p:sp>
      <p:sp>
        <p:nvSpPr>
          <p:cNvPr id="10" name="灯片编号占位符 9"/>
          <p:cNvSpPr>
            <a:spLocks noGrp="1"/>
          </p:cNvSpPr>
          <p:nvPr>
            <p:ph type="sldNum" sz="quarter" idx="12"/>
            <p:custDataLst>
              <p:tags r:id="rId4"/>
            </p:custDataLst>
          </p:nvPr>
        </p:nvSpPr>
        <p:spPr>
          <a:xfrm>
            <a:off x="8610600" y="6356350"/>
            <a:ext cx="2743200" cy="365125"/>
          </a:xfrm>
        </p:spPr>
        <p:txBody>
          <a:bodyPr/>
          <a:lstStyle/>
          <a:p>
            <a:fld id="{CFDA0808-8B01-405B-8ED6-12013DCE0AF6}" type="slidenum">
              <a:rPr lang="zh-CN" altLang="en-US" smtClean="0"/>
            </a:fld>
            <a:endParaRPr lang="zh-CN" altLang="en-US"/>
          </a:p>
        </p:txBody>
      </p:sp>
      <p:sp>
        <p:nvSpPr>
          <p:cNvPr id="11" name="标题 10"/>
          <p:cNvSpPr>
            <a:spLocks noGrp="1"/>
          </p:cNvSpPr>
          <p:nvPr>
            <p:ph type="ctrTitle" idx="16385" hasCustomPrompt="1"/>
            <p:custDataLst>
              <p:tags r:id="rId5"/>
            </p:custDataLst>
          </p:nvPr>
        </p:nvSpPr>
        <p:spPr>
          <a:xfrm>
            <a:off x="5257800" y="533400"/>
            <a:ext cx="6324600" cy="609600"/>
          </a:xfrm>
          <a:noFill/>
        </p:spPr>
        <p:txBody>
          <a:bodyPr lIns="0" tIns="0" rIns="0" bIns="0" anchor="t">
            <a:normAutofit/>
          </a:bodyPr>
          <a:lstStyle>
            <a:lvl1pPr marL="0" indent="0" algn="l">
              <a:lnSpc>
                <a:spcPct val="111000"/>
              </a:lnSpc>
              <a:spcBef>
                <a:spcPct val="0"/>
              </a:spcBef>
              <a:spcAft>
                <a:spcPct val="0"/>
              </a:spcAft>
              <a:buNone/>
              <a:defRPr sz="3600" b="0" spc="0">
                <a:solidFill>
                  <a:schemeClr val="tx1"/>
                </a:solidFill>
              </a:defRPr>
            </a:lvl1pPr>
          </a:lstStyle>
          <a:p>
            <a:r>
              <a:rPr lang="zh-CN" altLang="en-US"/>
              <a:t>单击此处添加标题</a:t>
            </a:r>
            <a:endParaRPr lang="zh-CN" altLang="en-US"/>
          </a:p>
        </p:txBody>
      </p:sp>
      <p:sp>
        <p:nvSpPr>
          <p:cNvPr id="12" name="内容占位符 11"/>
          <p:cNvSpPr>
            <a:spLocks noGrp="1"/>
          </p:cNvSpPr>
          <p:nvPr>
            <p:ph idx="16392" hasCustomPrompt="1"/>
            <p:custDataLst>
              <p:tags r:id="rId6"/>
            </p:custDataLst>
          </p:nvPr>
        </p:nvSpPr>
        <p:spPr>
          <a:xfrm>
            <a:off x="609600" y="609600"/>
            <a:ext cx="4038600" cy="5638800"/>
          </a:xfrm>
          <a:custGeom>
            <a:avLst/>
            <a:gdLst>
              <a:gd name="connisteX0" fmla="*/ 0 w 4038600"/>
              <a:gd name="connsiteY0" fmla="*/ 0 h 5638800"/>
              <a:gd name="connisteX1" fmla="*/ 4038600 w 4038600"/>
              <a:gd name="connsiteY1" fmla="*/ 0 h 5638800"/>
              <a:gd name="connisteX2" fmla="*/ 4038600 w 4038600"/>
              <a:gd name="connsiteY2" fmla="*/ 5638800 h 5638800"/>
              <a:gd name="connisteX3" fmla="*/ 0 w 4038600"/>
              <a:gd name="connsiteY3" fmla="*/ 5638800 h 5638800"/>
              <a:gd name="connisteX4" fmla="*/ 0 w 4038600"/>
              <a:gd name="connsiteY4" fmla="*/ 0 h 5638800"/>
            </a:gdLst>
            <a:ahLst/>
            <a:cxnLst>
              <a:cxn ang="0">
                <a:pos x="connisteX0" y="connsiteY0"/>
              </a:cxn>
              <a:cxn ang="0">
                <a:pos x="connisteX1" y="connsiteY1"/>
              </a:cxn>
              <a:cxn ang="0">
                <a:pos x="connisteX2" y="connsiteY2"/>
              </a:cxn>
              <a:cxn ang="0">
                <a:pos x="connisteX3" y="connsiteY3"/>
              </a:cxn>
              <a:cxn ang="0">
                <a:pos x="connisteX4" y="connsiteY4"/>
              </a:cxn>
            </a:cxnLst>
            <a:pathLst>
              <a:path w="4038600" h="5638800">
                <a:moveTo>
                  <a:pt x="0" y="0"/>
                </a:moveTo>
                <a:lnTo>
                  <a:pt x="4038600" y="0"/>
                </a:lnTo>
                <a:lnTo>
                  <a:pt x="4038600" y="5638800"/>
                </a:lnTo>
                <a:lnTo>
                  <a:pt x="0" y="5638800"/>
                </a:lnTo>
                <a:lnTo>
                  <a:pt x="0" y="0"/>
                </a:lnTo>
                <a:close/>
              </a:path>
            </a:pathLst>
          </a:custGeom>
          <a:solidFill>
            <a:srgbClr val="DDDDDD"/>
          </a:solidFill>
          <a:ln>
            <a:noFill/>
          </a:ln>
        </p:spPr>
        <p:txBody>
          <a:bodyPr>
            <a:normAutofit/>
          </a:bodyPr>
          <a:lstStyle>
            <a:lvl1pPr>
              <a:buNone/>
              <a:defRPr/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zh-CN" altLang="en-US" smtClean="0"/>
              <a:t> </a:t>
            </a:r>
            <a:endParaRPr lang="zh-CN" altLang="en-US" smtClean="0"/>
          </a:p>
        </p:txBody>
      </p:sp>
      <p:sp>
        <p:nvSpPr>
          <p:cNvPr id="13" name="装饰  2"/>
          <p:cNvSpPr>
            <a:spLocks noGrp="1"/>
          </p:cNvSpPr>
          <p:nvPr>
            <p:ph type="body" idx="16393" hasCustomPrompt="1"/>
            <p:custDataLst>
              <p:tags r:id="rId7"/>
            </p:custDataLst>
          </p:nvPr>
        </p:nvSpPr>
        <p:spPr>
          <a:xfrm>
            <a:off x="5257800" y="1676400"/>
            <a:ext cx="50800" cy="1117600"/>
          </a:xfrm>
          <a:custGeom>
            <a:avLst/>
            <a:gdLst>
              <a:gd name="connisteX0" fmla="*/ 0 w 50800"/>
              <a:gd name="connsiteY0" fmla="*/ 25400 h 1117600"/>
              <a:gd name="connisteX1" fmla="*/ 25400 w 50800"/>
              <a:gd name="connsiteY1" fmla="*/ 0 h 1117600"/>
              <a:gd name="connisteX2" fmla="*/ 25400 w 50800"/>
              <a:gd name="connsiteY2" fmla="*/ 0 h 1117600"/>
              <a:gd name="connisteX3" fmla="*/ 50800 w 50800"/>
              <a:gd name="connsiteY3" fmla="*/ 25400 h 1117600"/>
              <a:gd name="connisteX4" fmla="*/ 50800 w 50800"/>
              <a:gd name="connsiteY4" fmla="*/ 1092200 h 1117600"/>
              <a:gd name="connisteX5" fmla="*/ 25400 w 50800"/>
              <a:gd name="connsiteY5" fmla="*/ 1117600 h 1117600"/>
              <a:gd name="connisteX6" fmla="*/ 25400 w 50800"/>
              <a:gd name="connsiteY6" fmla="*/ 1117600 h 1117600"/>
              <a:gd name="connisteX7" fmla="*/ 0 w 50800"/>
              <a:gd name="connsiteY7" fmla="*/ 1092200 h 1117600"/>
              <a:gd name="connisteX8" fmla="*/ 0 w 50800"/>
              <a:gd name="connsiteY8" fmla="*/ 25400 h 1117600"/>
            </a:gdLst>
            <a:ahLst/>
            <a:cxnLst>
              <a:cxn ang="0">
                <a:pos x="connisteX0" y="connsiteY0"/>
              </a:cxn>
              <a:cxn ang="0">
                <a:pos x="connisteX1" y="connsiteY1"/>
              </a:cxn>
              <a:cxn ang="0">
                <a:pos x="connisteX2" y="connsiteY2"/>
              </a:cxn>
              <a:cxn ang="0">
                <a:pos x="connisteX3" y="connsiteY3"/>
              </a:cxn>
              <a:cxn ang="0">
                <a:pos x="connisteX4" y="connsiteY4"/>
              </a:cxn>
              <a:cxn ang="0">
                <a:pos x="connisteX5" y="connsiteY5"/>
              </a:cxn>
              <a:cxn ang="0">
                <a:pos x="connisteX6" y="connsiteY6"/>
              </a:cxn>
              <a:cxn ang="0">
                <a:pos x="connisteX7" y="connsiteY7"/>
              </a:cxn>
              <a:cxn ang="0">
                <a:pos x="connisteX8" y="connsiteY8"/>
              </a:cxn>
            </a:cxnLst>
            <a:pathLst>
              <a:path w="50800" h="1117600">
                <a:moveTo>
                  <a:pt x="0" y="25400"/>
                </a:moveTo>
                <a:cubicBezTo>
                  <a:pt x="0" y="11372"/>
                  <a:pt x="11372" y="0"/>
                  <a:pt x="25400" y="0"/>
                </a:cubicBezTo>
                <a:lnTo>
                  <a:pt x="25400" y="0"/>
                </a:lnTo>
                <a:cubicBezTo>
                  <a:pt x="39428" y="0"/>
                  <a:pt x="50800" y="11372"/>
                  <a:pt x="50800" y="25400"/>
                </a:cubicBezTo>
                <a:lnTo>
                  <a:pt x="50800" y="1092200"/>
                </a:lnTo>
                <a:cubicBezTo>
                  <a:pt x="50800" y="1106228"/>
                  <a:pt x="39428" y="1117600"/>
                  <a:pt x="25400" y="1117600"/>
                </a:cubicBezTo>
                <a:lnTo>
                  <a:pt x="25400" y="1117600"/>
                </a:lnTo>
                <a:cubicBezTo>
                  <a:pt x="11372" y="1117600"/>
                  <a:pt x="0" y="1106228"/>
                  <a:pt x="0" y="1092200"/>
                </a:cubicBezTo>
                <a:lnTo>
                  <a:pt x="0" y="25400"/>
                </a:lnTo>
                <a:close/>
              </a:path>
            </a:pathLst>
          </a:custGeom>
          <a:solidFill>
            <a:schemeClr val="accent1"/>
          </a:solidFill>
          <a:ln>
            <a:solidFill>
              <a:prstClr val="black">
                <a:alpha val="0"/>
              </a:prstClr>
            </a:solidFill>
            <a:prstDash val="solid"/>
          </a:ln>
        </p:spPr>
        <p:txBody>
          <a:bodyPr>
            <a:noAutofit/>
          </a:bodyPr>
          <a:lstStyle>
            <a:lvl1pPr>
              <a:buNone/>
              <a:defRPr/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zh-CN" altLang="en-US" smtClean="0"/>
              <a:t> </a:t>
            </a:r>
            <a:endParaRPr lang="zh-CN" altLang="en-US" smtClean="0"/>
          </a:p>
        </p:txBody>
      </p:sp>
      <p:sp>
        <p:nvSpPr>
          <p:cNvPr id="14" name="文本占位符 13"/>
          <p:cNvSpPr>
            <a:spLocks noGrp="1"/>
          </p:cNvSpPr>
          <p:nvPr>
            <p:ph type="body" idx="16386" hasCustomPrompt="1"/>
            <p:custDataLst>
              <p:tags r:id="rId8"/>
            </p:custDataLst>
          </p:nvPr>
        </p:nvSpPr>
        <p:spPr>
          <a:xfrm>
            <a:off x="5410200" y="1676400"/>
            <a:ext cx="6172200" cy="406400"/>
          </a:xfrm>
          <a:noFill/>
        </p:spPr>
        <p:txBody>
          <a:bodyPr lIns="0" tIns="0" rIns="0" bIns="0" anchor="t">
            <a:normAutofit/>
          </a:bodyPr>
          <a:lstStyle>
            <a:lvl1pPr marL="0" indent="0" algn="l">
              <a:lnSpc>
                <a:spcPct val="111000"/>
              </a:lnSpc>
              <a:spcBef>
                <a:spcPct val="0"/>
              </a:spcBef>
              <a:spcAft>
                <a:spcPct val="0"/>
              </a:spcAft>
              <a:buNone/>
              <a:defRPr sz="2400" b="0" spc="0">
                <a:solidFill>
                  <a:schemeClr val="tx1"/>
                </a:solidFill>
              </a:defRPr>
            </a:lvl1pPr>
          </a:lstStyle>
          <a:p>
            <a:pPr lvl="0"/>
            <a:r>
              <a:rPr lang="zh-CN" altLang="en-US" smtClean="0"/>
              <a:t>单击此处添加项标题</a:t>
            </a:r>
            <a:endParaRPr lang="zh-CN" altLang="en-US" smtClean="0"/>
          </a:p>
        </p:txBody>
      </p:sp>
      <p:sp>
        <p:nvSpPr>
          <p:cNvPr id="15" name="文本占位符 14"/>
          <p:cNvSpPr>
            <a:spLocks noGrp="1"/>
          </p:cNvSpPr>
          <p:nvPr>
            <p:ph type="body" idx="16387" hasCustomPrompt="1"/>
            <p:custDataLst>
              <p:tags r:id="rId9"/>
            </p:custDataLst>
          </p:nvPr>
        </p:nvSpPr>
        <p:spPr>
          <a:xfrm>
            <a:off x="5410200" y="2184400"/>
            <a:ext cx="6172200" cy="609600"/>
          </a:xfrm>
          <a:noFill/>
        </p:spPr>
        <p:txBody>
          <a:bodyPr lIns="0" tIns="0" rIns="0" bIns="0" anchor="t">
            <a:normAutofit/>
          </a:bodyPr>
          <a:lstStyle>
            <a:lvl1pPr marL="0" indent="0" algn="l">
              <a:lnSpc>
                <a:spcPct val="125000"/>
              </a:lnSpc>
              <a:spcBef>
                <a:spcPct val="0"/>
              </a:spcBef>
              <a:spcAft>
                <a:spcPct val="0"/>
              </a:spcAft>
              <a:buNone/>
              <a:defRPr sz="1600" b="0" spc="0">
                <a:solidFill>
                  <a:schemeClr val="tx1"/>
                </a:solidFill>
              </a:defRPr>
            </a:lvl1pPr>
          </a:lstStyle>
          <a:p>
            <a:pPr lvl="0"/>
            <a:r>
              <a:rPr lang="zh-CN" altLang="en-US" smtClean="0"/>
              <a:t>单击此处添加项正文</a:t>
            </a:r>
            <a:endParaRPr lang="zh-CN" altLang="en-US" smtClean="0"/>
          </a:p>
        </p:txBody>
      </p:sp>
      <p:sp>
        <p:nvSpPr>
          <p:cNvPr id="16" name="装饰  5"/>
          <p:cNvSpPr>
            <a:spLocks noGrp="1"/>
          </p:cNvSpPr>
          <p:nvPr>
            <p:ph type="body" idx="16394" hasCustomPrompt="1"/>
            <p:custDataLst>
              <p:tags r:id="rId10"/>
            </p:custDataLst>
          </p:nvPr>
        </p:nvSpPr>
        <p:spPr>
          <a:xfrm>
            <a:off x="5257800" y="3403600"/>
            <a:ext cx="50800" cy="1117600"/>
          </a:xfrm>
          <a:custGeom>
            <a:avLst/>
            <a:gdLst>
              <a:gd name="connisteX0" fmla="*/ 0 w 50800"/>
              <a:gd name="connsiteY0" fmla="*/ 25400 h 1117600"/>
              <a:gd name="connisteX1" fmla="*/ 25400 w 50800"/>
              <a:gd name="connsiteY1" fmla="*/ 0 h 1117600"/>
              <a:gd name="connisteX2" fmla="*/ 25400 w 50800"/>
              <a:gd name="connsiteY2" fmla="*/ 0 h 1117600"/>
              <a:gd name="connisteX3" fmla="*/ 50800 w 50800"/>
              <a:gd name="connsiteY3" fmla="*/ 25400 h 1117600"/>
              <a:gd name="connisteX4" fmla="*/ 50800 w 50800"/>
              <a:gd name="connsiteY4" fmla="*/ 1092200 h 1117600"/>
              <a:gd name="connisteX5" fmla="*/ 25400 w 50800"/>
              <a:gd name="connsiteY5" fmla="*/ 1117600 h 1117600"/>
              <a:gd name="connisteX6" fmla="*/ 25400 w 50800"/>
              <a:gd name="connsiteY6" fmla="*/ 1117600 h 1117600"/>
              <a:gd name="connisteX7" fmla="*/ 0 w 50800"/>
              <a:gd name="connsiteY7" fmla="*/ 1092200 h 1117600"/>
              <a:gd name="connisteX8" fmla="*/ 0 w 50800"/>
              <a:gd name="connsiteY8" fmla="*/ 25400 h 1117600"/>
            </a:gdLst>
            <a:ahLst/>
            <a:cxnLst>
              <a:cxn ang="0">
                <a:pos x="connisteX0" y="connsiteY0"/>
              </a:cxn>
              <a:cxn ang="0">
                <a:pos x="connisteX1" y="connsiteY1"/>
              </a:cxn>
              <a:cxn ang="0">
                <a:pos x="connisteX2" y="connsiteY2"/>
              </a:cxn>
              <a:cxn ang="0">
                <a:pos x="connisteX3" y="connsiteY3"/>
              </a:cxn>
              <a:cxn ang="0">
                <a:pos x="connisteX4" y="connsiteY4"/>
              </a:cxn>
              <a:cxn ang="0">
                <a:pos x="connisteX5" y="connsiteY5"/>
              </a:cxn>
              <a:cxn ang="0">
                <a:pos x="connisteX6" y="connsiteY6"/>
              </a:cxn>
              <a:cxn ang="0">
                <a:pos x="connisteX7" y="connsiteY7"/>
              </a:cxn>
              <a:cxn ang="0">
                <a:pos x="connisteX8" y="connsiteY8"/>
              </a:cxn>
            </a:cxnLst>
            <a:pathLst>
              <a:path w="50800" h="1117600">
                <a:moveTo>
                  <a:pt x="0" y="25400"/>
                </a:moveTo>
                <a:cubicBezTo>
                  <a:pt x="0" y="11372"/>
                  <a:pt x="11372" y="0"/>
                  <a:pt x="25400" y="0"/>
                </a:cubicBezTo>
                <a:lnTo>
                  <a:pt x="25400" y="0"/>
                </a:lnTo>
                <a:cubicBezTo>
                  <a:pt x="39428" y="0"/>
                  <a:pt x="50800" y="11372"/>
                  <a:pt x="50800" y="25400"/>
                </a:cubicBezTo>
                <a:lnTo>
                  <a:pt x="50800" y="1092200"/>
                </a:lnTo>
                <a:cubicBezTo>
                  <a:pt x="50800" y="1106228"/>
                  <a:pt x="39428" y="1117600"/>
                  <a:pt x="25400" y="1117600"/>
                </a:cubicBezTo>
                <a:lnTo>
                  <a:pt x="25400" y="1117600"/>
                </a:lnTo>
                <a:cubicBezTo>
                  <a:pt x="11372" y="1117600"/>
                  <a:pt x="0" y="1106228"/>
                  <a:pt x="0" y="1092200"/>
                </a:cubicBezTo>
                <a:lnTo>
                  <a:pt x="0" y="25400"/>
                </a:lnTo>
                <a:close/>
              </a:path>
            </a:pathLst>
          </a:custGeom>
          <a:solidFill>
            <a:schemeClr val="accent1"/>
          </a:solidFill>
          <a:ln>
            <a:solidFill>
              <a:prstClr val="black">
                <a:alpha val="0"/>
              </a:prstClr>
            </a:solidFill>
            <a:prstDash val="solid"/>
          </a:ln>
        </p:spPr>
        <p:txBody>
          <a:bodyPr>
            <a:noAutofit/>
          </a:bodyPr>
          <a:lstStyle>
            <a:lvl1pPr>
              <a:buNone/>
              <a:defRPr/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zh-CN" altLang="en-US" smtClean="0"/>
              <a:t> </a:t>
            </a:r>
            <a:endParaRPr lang="zh-CN" altLang="en-US" smtClean="0"/>
          </a:p>
        </p:txBody>
      </p:sp>
      <p:sp>
        <p:nvSpPr>
          <p:cNvPr id="17" name="文本占位符 16"/>
          <p:cNvSpPr>
            <a:spLocks noGrp="1"/>
          </p:cNvSpPr>
          <p:nvPr>
            <p:ph type="body" idx="16388" hasCustomPrompt="1"/>
            <p:custDataLst>
              <p:tags r:id="rId11"/>
            </p:custDataLst>
          </p:nvPr>
        </p:nvSpPr>
        <p:spPr>
          <a:xfrm>
            <a:off x="5410200" y="3403600"/>
            <a:ext cx="6172200" cy="406400"/>
          </a:xfrm>
          <a:noFill/>
        </p:spPr>
        <p:txBody>
          <a:bodyPr lIns="0" tIns="0" rIns="0" bIns="0" anchor="t">
            <a:normAutofit/>
          </a:bodyPr>
          <a:lstStyle>
            <a:lvl1pPr marL="0" indent="0" algn="l">
              <a:lnSpc>
                <a:spcPct val="111000"/>
              </a:lnSpc>
              <a:spcBef>
                <a:spcPct val="0"/>
              </a:spcBef>
              <a:spcAft>
                <a:spcPct val="0"/>
              </a:spcAft>
              <a:buNone/>
              <a:defRPr sz="2400" b="0" spc="0">
                <a:solidFill>
                  <a:schemeClr val="tx1"/>
                </a:solidFill>
              </a:defRPr>
            </a:lvl1pPr>
          </a:lstStyle>
          <a:p>
            <a:pPr lvl="0"/>
            <a:r>
              <a:rPr lang="zh-CN" altLang="en-US" smtClean="0"/>
              <a:t>单击此处添加项标题</a:t>
            </a:r>
            <a:endParaRPr lang="zh-CN" altLang="en-US" smtClean="0"/>
          </a:p>
        </p:txBody>
      </p:sp>
      <p:sp>
        <p:nvSpPr>
          <p:cNvPr id="18" name="文本占位符 17"/>
          <p:cNvSpPr>
            <a:spLocks noGrp="1"/>
          </p:cNvSpPr>
          <p:nvPr>
            <p:ph type="body" idx="16389" hasCustomPrompt="1"/>
            <p:custDataLst>
              <p:tags r:id="rId12"/>
            </p:custDataLst>
          </p:nvPr>
        </p:nvSpPr>
        <p:spPr>
          <a:xfrm>
            <a:off x="5410200" y="3911600"/>
            <a:ext cx="6172200" cy="609600"/>
          </a:xfrm>
          <a:noFill/>
        </p:spPr>
        <p:txBody>
          <a:bodyPr lIns="0" tIns="0" rIns="0" bIns="0" anchor="t">
            <a:normAutofit/>
          </a:bodyPr>
          <a:lstStyle>
            <a:lvl1pPr marL="0" indent="0" algn="l">
              <a:lnSpc>
                <a:spcPct val="125000"/>
              </a:lnSpc>
              <a:spcBef>
                <a:spcPct val="0"/>
              </a:spcBef>
              <a:spcAft>
                <a:spcPct val="0"/>
              </a:spcAft>
              <a:buNone/>
              <a:defRPr sz="1600" b="0" spc="0">
                <a:solidFill>
                  <a:schemeClr val="tx1"/>
                </a:solidFill>
              </a:defRPr>
            </a:lvl1pPr>
          </a:lstStyle>
          <a:p>
            <a:pPr lvl="0"/>
            <a:r>
              <a:rPr lang="zh-CN" altLang="en-US" smtClean="0"/>
              <a:t>单击此处添加项正文</a:t>
            </a:r>
            <a:endParaRPr lang="zh-CN" altLang="en-US" smtClean="0"/>
          </a:p>
        </p:txBody>
      </p:sp>
      <p:sp>
        <p:nvSpPr>
          <p:cNvPr id="19" name="装饰  8"/>
          <p:cNvSpPr>
            <a:spLocks noGrp="1"/>
          </p:cNvSpPr>
          <p:nvPr>
            <p:ph type="body" idx="16395" hasCustomPrompt="1"/>
            <p:custDataLst>
              <p:tags r:id="rId13"/>
            </p:custDataLst>
          </p:nvPr>
        </p:nvSpPr>
        <p:spPr>
          <a:xfrm>
            <a:off x="5257800" y="5130800"/>
            <a:ext cx="50800" cy="1117600"/>
          </a:xfrm>
          <a:custGeom>
            <a:avLst/>
            <a:gdLst>
              <a:gd name="connisteX0" fmla="*/ 0 w 50800"/>
              <a:gd name="connsiteY0" fmla="*/ 25400 h 1117600"/>
              <a:gd name="connisteX1" fmla="*/ 25400 w 50800"/>
              <a:gd name="connsiteY1" fmla="*/ 0 h 1117600"/>
              <a:gd name="connisteX2" fmla="*/ 25400 w 50800"/>
              <a:gd name="connsiteY2" fmla="*/ 0 h 1117600"/>
              <a:gd name="connisteX3" fmla="*/ 50800 w 50800"/>
              <a:gd name="connsiteY3" fmla="*/ 25400 h 1117600"/>
              <a:gd name="connisteX4" fmla="*/ 50800 w 50800"/>
              <a:gd name="connsiteY4" fmla="*/ 1092200 h 1117600"/>
              <a:gd name="connisteX5" fmla="*/ 25400 w 50800"/>
              <a:gd name="connsiteY5" fmla="*/ 1117600 h 1117600"/>
              <a:gd name="connisteX6" fmla="*/ 25400 w 50800"/>
              <a:gd name="connsiteY6" fmla="*/ 1117600 h 1117600"/>
              <a:gd name="connisteX7" fmla="*/ 0 w 50800"/>
              <a:gd name="connsiteY7" fmla="*/ 1092200 h 1117600"/>
              <a:gd name="connisteX8" fmla="*/ 0 w 50800"/>
              <a:gd name="connsiteY8" fmla="*/ 25400 h 1117600"/>
            </a:gdLst>
            <a:ahLst/>
            <a:cxnLst>
              <a:cxn ang="0">
                <a:pos x="connisteX0" y="connsiteY0"/>
              </a:cxn>
              <a:cxn ang="0">
                <a:pos x="connisteX1" y="connsiteY1"/>
              </a:cxn>
              <a:cxn ang="0">
                <a:pos x="connisteX2" y="connsiteY2"/>
              </a:cxn>
              <a:cxn ang="0">
                <a:pos x="connisteX3" y="connsiteY3"/>
              </a:cxn>
              <a:cxn ang="0">
                <a:pos x="connisteX4" y="connsiteY4"/>
              </a:cxn>
              <a:cxn ang="0">
                <a:pos x="connisteX5" y="connsiteY5"/>
              </a:cxn>
              <a:cxn ang="0">
                <a:pos x="connisteX6" y="connsiteY6"/>
              </a:cxn>
              <a:cxn ang="0">
                <a:pos x="connisteX7" y="connsiteY7"/>
              </a:cxn>
              <a:cxn ang="0">
                <a:pos x="connisteX8" y="connsiteY8"/>
              </a:cxn>
            </a:cxnLst>
            <a:pathLst>
              <a:path w="50800" h="1117600">
                <a:moveTo>
                  <a:pt x="0" y="25400"/>
                </a:moveTo>
                <a:cubicBezTo>
                  <a:pt x="0" y="11372"/>
                  <a:pt x="11372" y="0"/>
                  <a:pt x="25400" y="0"/>
                </a:cubicBezTo>
                <a:lnTo>
                  <a:pt x="25400" y="0"/>
                </a:lnTo>
                <a:cubicBezTo>
                  <a:pt x="39428" y="0"/>
                  <a:pt x="50800" y="11372"/>
                  <a:pt x="50800" y="25400"/>
                </a:cubicBezTo>
                <a:lnTo>
                  <a:pt x="50800" y="1092200"/>
                </a:lnTo>
                <a:cubicBezTo>
                  <a:pt x="50800" y="1106228"/>
                  <a:pt x="39428" y="1117600"/>
                  <a:pt x="25400" y="1117600"/>
                </a:cubicBezTo>
                <a:lnTo>
                  <a:pt x="25400" y="1117600"/>
                </a:lnTo>
                <a:cubicBezTo>
                  <a:pt x="11372" y="1117600"/>
                  <a:pt x="0" y="1106228"/>
                  <a:pt x="0" y="1092200"/>
                </a:cubicBezTo>
                <a:lnTo>
                  <a:pt x="0" y="25400"/>
                </a:lnTo>
                <a:close/>
              </a:path>
            </a:pathLst>
          </a:custGeom>
          <a:solidFill>
            <a:schemeClr val="accent1"/>
          </a:solidFill>
          <a:ln>
            <a:solidFill>
              <a:prstClr val="black">
                <a:alpha val="0"/>
              </a:prstClr>
            </a:solidFill>
            <a:prstDash val="solid"/>
          </a:ln>
        </p:spPr>
        <p:txBody>
          <a:bodyPr>
            <a:noAutofit/>
          </a:bodyPr>
          <a:lstStyle>
            <a:lvl1pPr>
              <a:buNone/>
              <a:defRPr/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zh-CN" altLang="en-US" smtClean="0"/>
              <a:t> </a:t>
            </a:r>
            <a:endParaRPr lang="zh-CN" altLang="en-US" smtClean="0"/>
          </a:p>
        </p:txBody>
      </p:sp>
      <p:sp>
        <p:nvSpPr>
          <p:cNvPr id="20" name="文本占位符 19"/>
          <p:cNvSpPr>
            <a:spLocks noGrp="1"/>
          </p:cNvSpPr>
          <p:nvPr>
            <p:ph type="body" idx="16390" hasCustomPrompt="1"/>
            <p:custDataLst>
              <p:tags r:id="rId14"/>
            </p:custDataLst>
          </p:nvPr>
        </p:nvSpPr>
        <p:spPr>
          <a:xfrm>
            <a:off x="5410200" y="5130800"/>
            <a:ext cx="6172200" cy="406400"/>
          </a:xfrm>
          <a:noFill/>
        </p:spPr>
        <p:txBody>
          <a:bodyPr lIns="0" tIns="0" rIns="0" bIns="0" anchor="t">
            <a:normAutofit/>
          </a:bodyPr>
          <a:lstStyle>
            <a:lvl1pPr marL="0" indent="0" algn="l">
              <a:lnSpc>
                <a:spcPct val="111000"/>
              </a:lnSpc>
              <a:spcBef>
                <a:spcPct val="0"/>
              </a:spcBef>
              <a:spcAft>
                <a:spcPct val="0"/>
              </a:spcAft>
              <a:buNone/>
              <a:defRPr sz="2400" b="0" spc="0">
                <a:solidFill>
                  <a:schemeClr val="tx1"/>
                </a:solidFill>
              </a:defRPr>
            </a:lvl1pPr>
          </a:lstStyle>
          <a:p>
            <a:pPr lvl="0"/>
            <a:r>
              <a:rPr lang="zh-CN" altLang="en-US" smtClean="0"/>
              <a:t>单击此处添加项标题</a:t>
            </a:r>
            <a:endParaRPr lang="zh-CN" altLang="en-US" smtClean="0"/>
          </a:p>
        </p:txBody>
      </p:sp>
      <p:sp>
        <p:nvSpPr>
          <p:cNvPr id="21" name="文本占位符 20"/>
          <p:cNvSpPr>
            <a:spLocks noGrp="1"/>
          </p:cNvSpPr>
          <p:nvPr>
            <p:ph type="body" idx="16391" hasCustomPrompt="1"/>
            <p:custDataLst>
              <p:tags r:id="rId15"/>
            </p:custDataLst>
          </p:nvPr>
        </p:nvSpPr>
        <p:spPr>
          <a:xfrm>
            <a:off x="5410200" y="5638800"/>
            <a:ext cx="6172200" cy="609600"/>
          </a:xfrm>
          <a:noFill/>
        </p:spPr>
        <p:txBody>
          <a:bodyPr lIns="0" tIns="0" rIns="0" bIns="0" anchor="t">
            <a:normAutofit/>
          </a:bodyPr>
          <a:lstStyle>
            <a:lvl1pPr marL="0" indent="0" algn="l">
              <a:lnSpc>
                <a:spcPct val="125000"/>
              </a:lnSpc>
              <a:spcBef>
                <a:spcPct val="0"/>
              </a:spcBef>
              <a:spcAft>
                <a:spcPct val="0"/>
              </a:spcAft>
              <a:buNone/>
              <a:defRPr sz="1600" b="0" spc="0">
                <a:solidFill>
                  <a:schemeClr val="tx1"/>
                </a:solidFill>
              </a:defRPr>
            </a:lvl1pPr>
          </a:lstStyle>
          <a:p>
            <a:pPr lvl="0"/>
            <a:r>
              <a:rPr lang="zh-CN" altLang="en-US" smtClean="0"/>
              <a:t>单击此处添加项正文</a:t>
            </a:r>
            <a:endParaRPr lang="zh-CN" altLang="en-US" smtClean="0"/>
          </a:p>
        </p:txBody>
      </p:sp>
    </p:spTree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正文页-48_11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日期占位符 5"/>
          <p:cNvSpPr>
            <a:spLocks noGrp="1"/>
          </p:cNvSpPr>
          <p:nvPr>
            <p:ph type="dt" sz="half" idx="10"/>
            <p:custDataLst>
              <p:tags r:id="rId2"/>
            </p:custDataLst>
          </p:nvPr>
        </p:nvSpPr>
        <p:spPr>
          <a:xfrm>
            <a:off x="838200" y="6356350"/>
            <a:ext cx="2743200" cy="365125"/>
          </a:xfrm>
        </p:spPr>
        <p:txBody>
          <a:bodyPr/>
          <a:lstStyle/>
          <a:p>
            <a:fld id="{AFF1154F-E427-4513-B34B-94E36374A1AB}" type="datetimeFigureOut">
              <a:rPr lang="zh-CN" altLang="en-US" smtClean="0"/>
            </a:fld>
            <a:endParaRPr lang="zh-CN" altLang="en-US"/>
          </a:p>
        </p:txBody>
      </p:sp>
      <p:sp>
        <p:nvSpPr>
          <p:cNvPr id="9" name="页脚占位符 8"/>
          <p:cNvSpPr>
            <a:spLocks noGrp="1"/>
          </p:cNvSpPr>
          <p:nvPr>
            <p:ph type="ftr" sz="quarter" idx="11"/>
            <p:custDataLst>
              <p:tags r:id="rId3"/>
            </p:custDataLst>
          </p:nvPr>
        </p:nvSpPr>
        <p:spPr>
          <a:xfrm>
            <a:off x="4038600" y="6356350"/>
            <a:ext cx="4114800" cy="365125"/>
          </a:xfrm>
        </p:spPr>
        <p:txBody>
          <a:bodyPr/>
          <a:lstStyle/>
          <a:p>
            <a:endParaRPr lang="zh-CN" altLang="en-US"/>
          </a:p>
        </p:txBody>
      </p:sp>
      <p:sp>
        <p:nvSpPr>
          <p:cNvPr id="10" name="灯片编号占位符 9"/>
          <p:cNvSpPr>
            <a:spLocks noGrp="1"/>
          </p:cNvSpPr>
          <p:nvPr>
            <p:ph type="sldNum" sz="quarter" idx="12"/>
            <p:custDataLst>
              <p:tags r:id="rId4"/>
            </p:custDataLst>
          </p:nvPr>
        </p:nvSpPr>
        <p:spPr>
          <a:xfrm>
            <a:off x="8610600" y="6356350"/>
            <a:ext cx="2743200" cy="365125"/>
          </a:xfrm>
        </p:spPr>
        <p:txBody>
          <a:bodyPr/>
          <a:lstStyle/>
          <a:p>
            <a:fld id="{CFDA0808-8B01-405B-8ED6-12013DCE0AF6}" type="slidenum">
              <a:rPr lang="zh-CN" altLang="en-US" smtClean="0"/>
            </a:fld>
            <a:endParaRPr lang="zh-CN" altLang="en-US"/>
          </a:p>
        </p:txBody>
      </p:sp>
      <p:sp>
        <p:nvSpPr>
          <p:cNvPr id="11" name="标题 10"/>
          <p:cNvSpPr>
            <a:spLocks noGrp="1"/>
          </p:cNvSpPr>
          <p:nvPr>
            <p:ph type="ctrTitle" idx="16385" hasCustomPrompt="1"/>
            <p:custDataLst>
              <p:tags r:id="rId5"/>
            </p:custDataLst>
          </p:nvPr>
        </p:nvSpPr>
        <p:spPr>
          <a:xfrm>
            <a:off x="609600" y="533400"/>
            <a:ext cx="10972800" cy="609600"/>
          </a:xfrm>
          <a:noFill/>
        </p:spPr>
        <p:txBody>
          <a:bodyPr lIns="0" tIns="0" rIns="0" bIns="0" anchor="t">
            <a:normAutofit/>
          </a:bodyPr>
          <a:lstStyle>
            <a:lvl1pPr marL="0" indent="0" algn="l">
              <a:lnSpc>
                <a:spcPct val="111000"/>
              </a:lnSpc>
              <a:spcBef>
                <a:spcPct val="0"/>
              </a:spcBef>
              <a:spcAft>
                <a:spcPct val="0"/>
              </a:spcAft>
              <a:buNone/>
              <a:defRPr sz="3600" b="0" spc="0">
                <a:solidFill>
                  <a:schemeClr val="tx1"/>
                </a:solidFill>
              </a:defRPr>
            </a:lvl1pPr>
          </a:lstStyle>
          <a:p>
            <a:r>
              <a:rPr lang="zh-CN" altLang="en-US"/>
              <a:t>单击此处添加标题</a:t>
            </a:r>
            <a:endParaRPr lang="zh-CN" altLang="en-US"/>
          </a:p>
        </p:txBody>
      </p:sp>
      <p:sp>
        <p:nvSpPr>
          <p:cNvPr id="12" name="装饰  1"/>
          <p:cNvSpPr>
            <a:spLocks noGrp="1"/>
          </p:cNvSpPr>
          <p:nvPr>
            <p:ph type="body" idx="16392" hasCustomPrompt="1"/>
            <p:custDataLst>
              <p:tags r:id="rId6"/>
            </p:custDataLst>
          </p:nvPr>
        </p:nvSpPr>
        <p:spPr>
          <a:xfrm>
            <a:off x="609600" y="1524000"/>
            <a:ext cx="3454400" cy="4724400"/>
          </a:xfrm>
          <a:custGeom>
            <a:avLst/>
            <a:gdLst>
              <a:gd name="connisteX0" fmla="*/ 0 w 3454400"/>
              <a:gd name="connsiteY0" fmla="*/ 203200 h 4724400"/>
              <a:gd name="connisteX1" fmla="*/ 203200 w 3454400"/>
              <a:gd name="connsiteY1" fmla="*/ 0 h 4724400"/>
              <a:gd name="connisteX2" fmla="*/ 3251200 w 3454400"/>
              <a:gd name="connsiteY2" fmla="*/ 0 h 4724400"/>
              <a:gd name="connisteX3" fmla="*/ 3454400 w 3454400"/>
              <a:gd name="connsiteY3" fmla="*/ 203200 h 4724400"/>
              <a:gd name="connisteX4" fmla="*/ 3454400 w 3454400"/>
              <a:gd name="connsiteY4" fmla="*/ 4521200 h 4724400"/>
              <a:gd name="connisteX5" fmla="*/ 3251200 w 3454400"/>
              <a:gd name="connsiteY5" fmla="*/ 4724400 h 4724400"/>
              <a:gd name="connisteX6" fmla="*/ 203200 w 3454400"/>
              <a:gd name="connsiteY6" fmla="*/ 4724400 h 4724400"/>
              <a:gd name="connisteX7" fmla="*/ 0 w 3454400"/>
              <a:gd name="connsiteY7" fmla="*/ 4521200 h 4724400"/>
              <a:gd name="connisteX8" fmla="*/ 0 w 3454400"/>
              <a:gd name="connsiteY8" fmla="*/ 203200 h 4724400"/>
            </a:gdLst>
            <a:ahLst/>
            <a:cxnLst>
              <a:cxn ang="0">
                <a:pos x="connisteX0" y="connsiteY0"/>
              </a:cxn>
              <a:cxn ang="0">
                <a:pos x="connisteX1" y="connsiteY1"/>
              </a:cxn>
              <a:cxn ang="0">
                <a:pos x="connisteX2" y="connsiteY2"/>
              </a:cxn>
              <a:cxn ang="0">
                <a:pos x="connisteX3" y="connsiteY3"/>
              </a:cxn>
              <a:cxn ang="0">
                <a:pos x="connisteX4" y="connsiteY4"/>
              </a:cxn>
              <a:cxn ang="0">
                <a:pos x="connisteX5" y="connsiteY5"/>
              </a:cxn>
              <a:cxn ang="0">
                <a:pos x="connisteX6" y="connsiteY6"/>
              </a:cxn>
              <a:cxn ang="0">
                <a:pos x="connisteX7" y="connsiteY7"/>
              </a:cxn>
              <a:cxn ang="0">
                <a:pos x="connisteX8" y="connsiteY8"/>
              </a:cxn>
            </a:cxnLst>
            <a:pathLst>
              <a:path w="3454400" h="4724400">
                <a:moveTo>
                  <a:pt x="0" y="203200"/>
                </a:moveTo>
                <a:cubicBezTo>
                  <a:pt x="0" y="90976"/>
                  <a:pt x="90976" y="0"/>
                  <a:pt x="203200" y="0"/>
                </a:cubicBezTo>
                <a:lnTo>
                  <a:pt x="3251200" y="0"/>
                </a:lnTo>
                <a:cubicBezTo>
                  <a:pt x="3363424" y="0"/>
                  <a:pt x="3454400" y="90976"/>
                  <a:pt x="3454400" y="203200"/>
                </a:cubicBezTo>
                <a:lnTo>
                  <a:pt x="3454400" y="4521200"/>
                </a:lnTo>
                <a:cubicBezTo>
                  <a:pt x="3454400" y="4633424"/>
                  <a:pt x="3363424" y="4724400"/>
                  <a:pt x="3251200" y="4724400"/>
                </a:cubicBezTo>
                <a:lnTo>
                  <a:pt x="203200" y="4724400"/>
                </a:lnTo>
                <a:cubicBezTo>
                  <a:pt x="90976" y="4724400"/>
                  <a:pt x="0" y="4633424"/>
                  <a:pt x="0" y="4521200"/>
                </a:cubicBezTo>
                <a:lnTo>
                  <a:pt x="0" y="203200"/>
                </a:lnTo>
                <a:close/>
              </a:path>
            </a:pathLst>
          </a:custGeom>
          <a:gradFill>
            <a:gsLst>
              <a:gs pos="0">
                <a:schemeClr val="accent1">
                  <a:lumMod val="10000"/>
                  <a:lumOff val="90000"/>
                </a:schemeClr>
              </a:gs>
              <a:gs pos="100000">
                <a:schemeClr val="accent1">
                  <a:lumMod val="10000"/>
                  <a:lumOff val="90000"/>
                </a:schemeClr>
              </a:gs>
            </a:gsLst>
            <a:lin ang="5400000"/>
          </a:gradFill>
          <a:ln>
            <a:solidFill>
              <a:prstClr val="black">
                <a:alpha val="0"/>
              </a:prstClr>
            </a:solidFill>
            <a:prstDash val="solid"/>
          </a:ln>
        </p:spPr>
        <p:txBody>
          <a:bodyPr>
            <a:noAutofit/>
          </a:bodyPr>
          <a:lstStyle>
            <a:lvl1pPr>
              <a:buNone/>
              <a:defRPr/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zh-CN" altLang="en-US" smtClean="0"/>
              <a:t> </a:t>
            </a:r>
            <a:endParaRPr lang="zh-CN" altLang="en-US" smtClean="0"/>
          </a:p>
        </p:txBody>
      </p:sp>
      <p:sp>
        <p:nvSpPr>
          <p:cNvPr id="13" name="图片占位符 12"/>
          <p:cNvSpPr>
            <a:spLocks noGrp="1"/>
          </p:cNvSpPr>
          <p:nvPr>
            <p:ph type="pic" idx="16393" hasCustomPrompt="1"/>
            <p:custDataLst>
              <p:tags r:id="rId7"/>
            </p:custDataLst>
          </p:nvPr>
        </p:nvSpPr>
        <p:spPr>
          <a:xfrm>
            <a:off x="914400" y="1828800"/>
            <a:ext cx="2844800" cy="1930400"/>
          </a:xfrm>
          <a:solidFill>
            <a:srgbClr val="DDDDDD"/>
          </a:solidFill>
          <a:ln>
            <a:noFill/>
          </a:ln>
        </p:spPr>
        <p:txBody>
          <a:bodyPr>
            <a:noAutofit/>
          </a:bodyPr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r>
              <a:rPr lang="zh-CN" altLang="en-US"/>
              <a:t> </a:t>
            </a:r>
            <a:endParaRPr lang="zh-CN" altLang="en-US"/>
          </a:p>
        </p:txBody>
      </p:sp>
      <p:sp>
        <p:nvSpPr>
          <p:cNvPr id="14" name="文本占位符 13"/>
          <p:cNvSpPr>
            <a:spLocks noGrp="1"/>
          </p:cNvSpPr>
          <p:nvPr>
            <p:ph type="body" idx="16386" hasCustomPrompt="1"/>
            <p:custDataLst>
              <p:tags r:id="rId8"/>
            </p:custDataLst>
          </p:nvPr>
        </p:nvSpPr>
        <p:spPr>
          <a:xfrm>
            <a:off x="914400" y="3962400"/>
            <a:ext cx="2844800" cy="406400"/>
          </a:xfrm>
          <a:noFill/>
        </p:spPr>
        <p:txBody>
          <a:bodyPr lIns="0" tIns="0" rIns="0" bIns="0" anchor="t">
            <a:normAutofit/>
          </a:bodyPr>
          <a:lstStyle>
            <a:lvl1pPr marL="0" indent="0" algn="l">
              <a:lnSpc>
                <a:spcPct val="111000"/>
              </a:lnSpc>
              <a:spcBef>
                <a:spcPct val="0"/>
              </a:spcBef>
              <a:spcAft>
                <a:spcPct val="0"/>
              </a:spcAft>
              <a:buNone/>
              <a:defRPr sz="2400" b="0" spc="0">
                <a:solidFill>
                  <a:schemeClr val="tx1"/>
                </a:solidFill>
              </a:defRPr>
            </a:lvl1pPr>
          </a:lstStyle>
          <a:p>
            <a:pPr lvl="0"/>
            <a:r>
              <a:rPr lang="zh-CN" altLang="en-US" smtClean="0"/>
              <a:t>项标题</a:t>
            </a:r>
            <a:endParaRPr lang="zh-CN" altLang="en-US" smtClean="0"/>
          </a:p>
        </p:txBody>
      </p:sp>
      <p:sp>
        <p:nvSpPr>
          <p:cNvPr id="15" name="文本占位符 14"/>
          <p:cNvSpPr>
            <a:spLocks noGrp="1"/>
          </p:cNvSpPr>
          <p:nvPr>
            <p:ph type="body" idx="16387" hasCustomPrompt="1"/>
            <p:custDataLst>
              <p:tags r:id="rId9"/>
            </p:custDataLst>
          </p:nvPr>
        </p:nvSpPr>
        <p:spPr>
          <a:xfrm>
            <a:off x="914400" y="4419600"/>
            <a:ext cx="2844800" cy="1524000"/>
          </a:xfrm>
          <a:noFill/>
        </p:spPr>
        <p:txBody>
          <a:bodyPr lIns="0" tIns="0" rIns="0" bIns="0" anchor="t">
            <a:normAutofit/>
          </a:bodyPr>
          <a:lstStyle>
            <a:lvl1pPr marL="0" indent="0" algn="l">
              <a:lnSpc>
                <a:spcPct val="125000"/>
              </a:lnSpc>
              <a:spcBef>
                <a:spcPct val="0"/>
              </a:spcBef>
              <a:spcAft>
                <a:spcPct val="0"/>
              </a:spcAft>
              <a:buNone/>
              <a:defRPr sz="1600" b="0" spc="0">
                <a:solidFill>
                  <a:schemeClr val="tx1"/>
                </a:solidFill>
              </a:defRPr>
            </a:lvl1pPr>
          </a:lstStyle>
          <a:p>
            <a:pPr lvl="0"/>
            <a:r>
              <a:rPr lang="zh-CN" altLang="en-US" smtClean="0"/>
              <a:t>单击此处添加项正文</a:t>
            </a:r>
            <a:endParaRPr lang="zh-CN" altLang="en-US" smtClean="0"/>
          </a:p>
        </p:txBody>
      </p:sp>
      <p:sp>
        <p:nvSpPr>
          <p:cNvPr id="16" name="装饰  5"/>
          <p:cNvSpPr>
            <a:spLocks noGrp="1"/>
          </p:cNvSpPr>
          <p:nvPr>
            <p:ph type="body" idx="16394" hasCustomPrompt="1"/>
            <p:custDataLst>
              <p:tags r:id="rId10"/>
            </p:custDataLst>
          </p:nvPr>
        </p:nvSpPr>
        <p:spPr>
          <a:xfrm>
            <a:off x="4368800" y="1524000"/>
            <a:ext cx="3454400" cy="4724400"/>
          </a:xfrm>
          <a:custGeom>
            <a:avLst/>
            <a:gdLst>
              <a:gd name="connisteX0" fmla="*/ 0 w 3454400"/>
              <a:gd name="connsiteY0" fmla="*/ 203200 h 4724400"/>
              <a:gd name="connisteX1" fmla="*/ 203200 w 3454400"/>
              <a:gd name="connsiteY1" fmla="*/ 0 h 4724400"/>
              <a:gd name="connisteX2" fmla="*/ 3251200 w 3454400"/>
              <a:gd name="connsiteY2" fmla="*/ 0 h 4724400"/>
              <a:gd name="connisteX3" fmla="*/ 3454400 w 3454400"/>
              <a:gd name="connsiteY3" fmla="*/ 203200 h 4724400"/>
              <a:gd name="connisteX4" fmla="*/ 3454400 w 3454400"/>
              <a:gd name="connsiteY4" fmla="*/ 4521200 h 4724400"/>
              <a:gd name="connisteX5" fmla="*/ 3251200 w 3454400"/>
              <a:gd name="connsiteY5" fmla="*/ 4724400 h 4724400"/>
              <a:gd name="connisteX6" fmla="*/ 203200 w 3454400"/>
              <a:gd name="connsiteY6" fmla="*/ 4724400 h 4724400"/>
              <a:gd name="connisteX7" fmla="*/ 0 w 3454400"/>
              <a:gd name="connsiteY7" fmla="*/ 4521200 h 4724400"/>
              <a:gd name="connisteX8" fmla="*/ 0 w 3454400"/>
              <a:gd name="connsiteY8" fmla="*/ 203200 h 4724400"/>
            </a:gdLst>
            <a:ahLst/>
            <a:cxnLst>
              <a:cxn ang="0">
                <a:pos x="connisteX0" y="connsiteY0"/>
              </a:cxn>
              <a:cxn ang="0">
                <a:pos x="connisteX1" y="connsiteY1"/>
              </a:cxn>
              <a:cxn ang="0">
                <a:pos x="connisteX2" y="connsiteY2"/>
              </a:cxn>
              <a:cxn ang="0">
                <a:pos x="connisteX3" y="connsiteY3"/>
              </a:cxn>
              <a:cxn ang="0">
                <a:pos x="connisteX4" y="connsiteY4"/>
              </a:cxn>
              <a:cxn ang="0">
                <a:pos x="connisteX5" y="connsiteY5"/>
              </a:cxn>
              <a:cxn ang="0">
                <a:pos x="connisteX6" y="connsiteY6"/>
              </a:cxn>
              <a:cxn ang="0">
                <a:pos x="connisteX7" y="connsiteY7"/>
              </a:cxn>
              <a:cxn ang="0">
                <a:pos x="connisteX8" y="connsiteY8"/>
              </a:cxn>
            </a:cxnLst>
            <a:pathLst>
              <a:path w="3454400" h="4724400">
                <a:moveTo>
                  <a:pt x="0" y="203200"/>
                </a:moveTo>
                <a:cubicBezTo>
                  <a:pt x="0" y="90976"/>
                  <a:pt x="90976" y="0"/>
                  <a:pt x="203200" y="0"/>
                </a:cubicBezTo>
                <a:lnTo>
                  <a:pt x="3251200" y="0"/>
                </a:lnTo>
                <a:cubicBezTo>
                  <a:pt x="3363424" y="0"/>
                  <a:pt x="3454400" y="90976"/>
                  <a:pt x="3454400" y="203200"/>
                </a:cubicBezTo>
                <a:lnTo>
                  <a:pt x="3454400" y="4521200"/>
                </a:lnTo>
                <a:cubicBezTo>
                  <a:pt x="3454400" y="4633424"/>
                  <a:pt x="3363424" y="4724400"/>
                  <a:pt x="3251200" y="4724400"/>
                </a:cubicBezTo>
                <a:lnTo>
                  <a:pt x="203200" y="4724400"/>
                </a:lnTo>
                <a:cubicBezTo>
                  <a:pt x="90976" y="4724400"/>
                  <a:pt x="0" y="4633424"/>
                  <a:pt x="0" y="4521200"/>
                </a:cubicBezTo>
                <a:lnTo>
                  <a:pt x="0" y="203200"/>
                </a:lnTo>
                <a:close/>
              </a:path>
            </a:pathLst>
          </a:custGeom>
          <a:gradFill>
            <a:gsLst>
              <a:gs pos="0">
                <a:schemeClr val="accent1">
                  <a:lumMod val="10000"/>
                  <a:lumOff val="90000"/>
                </a:schemeClr>
              </a:gs>
              <a:gs pos="100000">
                <a:schemeClr val="accent1">
                  <a:lumMod val="10000"/>
                  <a:lumOff val="90000"/>
                </a:schemeClr>
              </a:gs>
            </a:gsLst>
            <a:lin ang="5400000"/>
          </a:gradFill>
          <a:ln>
            <a:solidFill>
              <a:prstClr val="black">
                <a:alpha val="0"/>
              </a:prstClr>
            </a:solidFill>
            <a:prstDash val="solid"/>
          </a:ln>
        </p:spPr>
        <p:txBody>
          <a:bodyPr>
            <a:noAutofit/>
          </a:bodyPr>
          <a:lstStyle>
            <a:lvl1pPr>
              <a:buNone/>
              <a:defRPr/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zh-CN" altLang="en-US" smtClean="0"/>
              <a:t> </a:t>
            </a:r>
            <a:endParaRPr lang="zh-CN" altLang="en-US" smtClean="0"/>
          </a:p>
        </p:txBody>
      </p:sp>
      <p:sp>
        <p:nvSpPr>
          <p:cNvPr id="17" name="图片占位符 16"/>
          <p:cNvSpPr>
            <a:spLocks noGrp="1"/>
          </p:cNvSpPr>
          <p:nvPr>
            <p:ph type="pic" idx="16395" hasCustomPrompt="1"/>
            <p:custDataLst>
              <p:tags r:id="rId11"/>
            </p:custDataLst>
          </p:nvPr>
        </p:nvSpPr>
        <p:spPr>
          <a:xfrm>
            <a:off x="4673600" y="1828800"/>
            <a:ext cx="2844800" cy="1930400"/>
          </a:xfrm>
          <a:solidFill>
            <a:srgbClr val="DDDDDD"/>
          </a:solidFill>
          <a:ln>
            <a:noFill/>
          </a:ln>
        </p:spPr>
        <p:txBody>
          <a:bodyPr>
            <a:noAutofit/>
          </a:bodyPr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r>
              <a:rPr lang="zh-CN" altLang="en-US"/>
              <a:t> </a:t>
            </a:r>
            <a:endParaRPr lang="zh-CN" altLang="en-US"/>
          </a:p>
        </p:txBody>
      </p:sp>
      <p:sp>
        <p:nvSpPr>
          <p:cNvPr id="18" name="文本占位符 17"/>
          <p:cNvSpPr>
            <a:spLocks noGrp="1"/>
          </p:cNvSpPr>
          <p:nvPr>
            <p:ph type="body" idx="16388" hasCustomPrompt="1"/>
            <p:custDataLst>
              <p:tags r:id="rId12"/>
            </p:custDataLst>
          </p:nvPr>
        </p:nvSpPr>
        <p:spPr>
          <a:xfrm>
            <a:off x="4673600" y="3962400"/>
            <a:ext cx="2844800" cy="406400"/>
          </a:xfrm>
          <a:noFill/>
        </p:spPr>
        <p:txBody>
          <a:bodyPr lIns="0" tIns="0" rIns="0" bIns="0" anchor="t">
            <a:normAutofit/>
          </a:bodyPr>
          <a:lstStyle>
            <a:lvl1pPr marL="0" indent="0" algn="l">
              <a:lnSpc>
                <a:spcPct val="111000"/>
              </a:lnSpc>
              <a:spcBef>
                <a:spcPct val="0"/>
              </a:spcBef>
              <a:spcAft>
                <a:spcPct val="0"/>
              </a:spcAft>
              <a:buNone/>
              <a:defRPr sz="2400" b="0" spc="0">
                <a:solidFill>
                  <a:schemeClr val="tx1"/>
                </a:solidFill>
              </a:defRPr>
            </a:lvl1pPr>
          </a:lstStyle>
          <a:p>
            <a:pPr lvl="0"/>
            <a:r>
              <a:rPr lang="zh-CN" altLang="en-US" smtClean="0"/>
              <a:t>项标题</a:t>
            </a:r>
            <a:endParaRPr lang="zh-CN" altLang="en-US" smtClean="0"/>
          </a:p>
        </p:txBody>
      </p:sp>
      <p:sp>
        <p:nvSpPr>
          <p:cNvPr id="19" name="文本占位符 18"/>
          <p:cNvSpPr>
            <a:spLocks noGrp="1"/>
          </p:cNvSpPr>
          <p:nvPr>
            <p:ph type="body" idx="16389" hasCustomPrompt="1"/>
            <p:custDataLst>
              <p:tags r:id="rId13"/>
            </p:custDataLst>
          </p:nvPr>
        </p:nvSpPr>
        <p:spPr>
          <a:xfrm>
            <a:off x="4673600" y="4419600"/>
            <a:ext cx="2844800" cy="1524000"/>
          </a:xfrm>
          <a:noFill/>
        </p:spPr>
        <p:txBody>
          <a:bodyPr lIns="0" tIns="0" rIns="0" bIns="0" anchor="t">
            <a:normAutofit/>
          </a:bodyPr>
          <a:lstStyle>
            <a:lvl1pPr marL="0" indent="0" algn="l">
              <a:lnSpc>
                <a:spcPct val="125000"/>
              </a:lnSpc>
              <a:spcBef>
                <a:spcPct val="0"/>
              </a:spcBef>
              <a:spcAft>
                <a:spcPct val="0"/>
              </a:spcAft>
              <a:buNone/>
              <a:defRPr sz="1600" b="0" spc="0">
                <a:solidFill>
                  <a:schemeClr val="tx1"/>
                </a:solidFill>
              </a:defRPr>
            </a:lvl1pPr>
          </a:lstStyle>
          <a:p>
            <a:pPr lvl="0"/>
            <a:r>
              <a:rPr lang="zh-CN" altLang="en-US" smtClean="0"/>
              <a:t>单击此处添加项正文</a:t>
            </a:r>
            <a:endParaRPr lang="zh-CN" altLang="en-US" smtClean="0"/>
          </a:p>
        </p:txBody>
      </p:sp>
      <p:sp>
        <p:nvSpPr>
          <p:cNvPr id="20" name="装饰  9"/>
          <p:cNvSpPr>
            <a:spLocks noGrp="1"/>
          </p:cNvSpPr>
          <p:nvPr>
            <p:ph type="body" idx="16396" hasCustomPrompt="1"/>
            <p:custDataLst>
              <p:tags r:id="rId14"/>
            </p:custDataLst>
          </p:nvPr>
        </p:nvSpPr>
        <p:spPr>
          <a:xfrm>
            <a:off x="8128000" y="1524000"/>
            <a:ext cx="3454400" cy="4724400"/>
          </a:xfrm>
          <a:custGeom>
            <a:avLst/>
            <a:gdLst>
              <a:gd name="connisteX0" fmla="*/ 0 w 3454400"/>
              <a:gd name="connsiteY0" fmla="*/ 203200 h 4724400"/>
              <a:gd name="connisteX1" fmla="*/ 203200 w 3454400"/>
              <a:gd name="connsiteY1" fmla="*/ 0 h 4724400"/>
              <a:gd name="connisteX2" fmla="*/ 3251200 w 3454400"/>
              <a:gd name="connsiteY2" fmla="*/ 0 h 4724400"/>
              <a:gd name="connisteX3" fmla="*/ 3454400 w 3454400"/>
              <a:gd name="connsiteY3" fmla="*/ 203200 h 4724400"/>
              <a:gd name="connisteX4" fmla="*/ 3454400 w 3454400"/>
              <a:gd name="connsiteY4" fmla="*/ 4521200 h 4724400"/>
              <a:gd name="connisteX5" fmla="*/ 3251200 w 3454400"/>
              <a:gd name="connsiteY5" fmla="*/ 4724400 h 4724400"/>
              <a:gd name="connisteX6" fmla="*/ 203200 w 3454400"/>
              <a:gd name="connsiteY6" fmla="*/ 4724400 h 4724400"/>
              <a:gd name="connisteX7" fmla="*/ 0 w 3454400"/>
              <a:gd name="connsiteY7" fmla="*/ 4521200 h 4724400"/>
              <a:gd name="connisteX8" fmla="*/ 0 w 3454400"/>
              <a:gd name="connsiteY8" fmla="*/ 203200 h 4724400"/>
            </a:gdLst>
            <a:ahLst/>
            <a:cxnLst>
              <a:cxn ang="0">
                <a:pos x="connisteX0" y="connsiteY0"/>
              </a:cxn>
              <a:cxn ang="0">
                <a:pos x="connisteX1" y="connsiteY1"/>
              </a:cxn>
              <a:cxn ang="0">
                <a:pos x="connisteX2" y="connsiteY2"/>
              </a:cxn>
              <a:cxn ang="0">
                <a:pos x="connisteX3" y="connsiteY3"/>
              </a:cxn>
              <a:cxn ang="0">
                <a:pos x="connisteX4" y="connsiteY4"/>
              </a:cxn>
              <a:cxn ang="0">
                <a:pos x="connisteX5" y="connsiteY5"/>
              </a:cxn>
              <a:cxn ang="0">
                <a:pos x="connisteX6" y="connsiteY6"/>
              </a:cxn>
              <a:cxn ang="0">
                <a:pos x="connisteX7" y="connsiteY7"/>
              </a:cxn>
              <a:cxn ang="0">
                <a:pos x="connisteX8" y="connsiteY8"/>
              </a:cxn>
            </a:cxnLst>
            <a:pathLst>
              <a:path w="3454400" h="4724400">
                <a:moveTo>
                  <a:pt x="0" y="203200"/>
                </a:moveTo>
                <a:cubicBezTo>
                  <a:pt x="0" y="90976"/>
                  <a:pt x="90976" y="0"/>
                  <a:pt x="203200" y="0"/>
                </a:cubicBezTo>
                <a:lnTo>
                  <a:pt x="3251200" y="0"/>
                </a:lnTo>
                <a:cubicBezTo>
                  <a:pt x="3363424" y="0"/>
                  <a:pt x="3454400" y="90976"/>
                  <a:pt x="3454400" y="203200"/>
                </a:cubicBezTo>
                <a:lnTo>
                  <a:pt x="3454400" y="4521200"/>
                </a:lnTo>
                <a:cubicBezTo>
                  <a:pt x="3454400" y="4633424"/>
                  <a:pt x="3363424" y="4724400"/>
                  <a:pt x="3251200" y="4724400"/>
                </a:cubicBezTo>
                <a:lnTo>
                  <a:pt x="203200" y="4724400"/>
                </a:lnTo>
                <a:cubicBezTo>
                  <a:pt x="90976" y="4724400"/>
                  <a:pt x="0" y="4633424"/>
                  <a:pt x="0" y="4521200"/>
                </a:cubicBezTo>
                <a:lnTo>
                  <a:pt x="0" y="203200"/>
                </a:lnTo>
                <a:close/>
              </a:path>
            </a:pathLst>
          </a:custGeom>
          <a:gradFill>
            <a:gsLst>
              <a:gs pos="0">
                <a:schemeClr val="accent1">
                  <a:lumMod val="10000"/>
                  <a:lumOff val="90000"/>
                </a:schemeClr>
              </a:gs>
              <a:gs pos="100000">
                <a:schemeClr val="accent1">
                  <a:lumMod val="10000"/>
                  <a:lumOff val="90000"/>
                </a:schemeClr>
              </a:gs>
            </a:gsLst>
            <a:lin ang="5400000"/>
          </a:gradFill>
          <a:ln>
            <a:solidFill>
              <a:prstClr val="black">
                <a:alpha val="0"/>
              </a:prstClr>
            </a:solidFill>
            <a:prstDash val="solid"/>
          </a:ln>
        </p:spPr>
        <p:txBody>
          <a:bodyPr>
            <a:noAutofit/>
          </a:bodyPr>
          <a:lstStyle>
            <a:lvl1pPr>
              <a:buNone/>
              <a:defRPr/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zh-CN" altLang="en-US" smtClean="0"/>
              <a:t> </a:t>
            </a:r>
            <a:endParaRPr lang="zh-CN" altLang="en-US" smtClean="0"/>
          </a:p>
        </p:txBody>
      </p:sp>
      <p:sp>
        <p:nvSpPr>
          <p:cNvPr id="21" name="图片占位符 20"/>
          <p:cNvSpPr>
            <a:spLocks noGrp="1"/>
          </p:cNvSpPr>
          <p:nvPr>
            <p:ph type="pic" idx="16397" hasCustomPrompt="1"/>
            <p:custDataLst>
              <p:tags r:id="rId15"/>
            </p:custDataLst>
          </p:nvPr>
        </p:nvSpPr>
        <p:spPr>
          <a:xfrm>
            <a:off x="8432800" y="1828800"/>
            <a:ext cx="2844800" cy="1930400"/>
          </a:xfrm>
          <a:solidFill>
            <a:srgbClr val="DDDDDD"/>
          </a:solidFill>
          <a:ln>
            <a:noFill/>
          </a:ln>
        </p:spPr>
        <p:txBody>
          <a:bodyPr>
            <a:noAutofit/>
          </a:bodyPr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r>
              <a:rPr lang="zh-CN" altLang="en-US"/>
              <a:t> </a:t>
            </a:r>
            <a:endParaRPr lang="zh-CN" altLang="en-US"/>
          </a:p>
        </p:txBody>
      </p:sp>
      <p:sp>
        <p:nvSpPr>
          <p:cNvPr id="22" name="文本占位符 21"/>
          <p:cNvSpPr>
            <a:spLocks noGrp="1"/>
          </p:cNvSpPr>
          <p:nvPr>
            <p:ph type="body" idx="16390" hasCustomPrompt="1"/>
            <p:custDataLst>
              <p:tags r:id="rId16"/>
            </p:custDataLst>
          </p:nvPr>
        </p:nvSpPr>
        <p:spPr>
          <a:xfrm>
            <a:off x="8432800" y="3962400"/>
            <a:ext cx="2844800" cy="406400"/>
          </a:xfrm>
          <a:noFill/>
        </p:spPr>
        <p:txBody>
          <a:bodyPr lIns="0" tIns="0" rIns="0" bIns="0" anchor="t">
            <a:normAutofit/>
          </a:bodyPr>
          <a:lstStyle>
            <a:lvl1pPr marL="0" indent="0" algn="l">
              <a:lnSpc>
                <a:spcPct val="111000"/>
              </a:lnSpc>
              <a:spcBef>
                <a:spcPct val="0"/>
              </a:spcBef>
              <a:spcAft>
                <a:spcPct val="0"/>
              </a:spcAft>
              <a:buNone/>
              <a:defRPr sz="2400" b="0" spc="0">
                <a:solidFill>
                  <a:schemeClr val="tx1"/>
                </a:solidFill>
              </a:defRPr>
            </a:lvl1pPr>
          </a:lstStyle>
          <a:p>
            <a:pPr lvl="0"/>
            <a:r>
              <a:rPr lang="zh-CN" altLang="en-US" smtClean="0"/>
              <a:t>项标题</a:t>
            </a:r>
            <a:endParaRPr lang="zh-CN" altLang="en-US" smtClean="0"/>
          </a:p>
        </p:txBody>
      </p:sp>
      <p:sp>
        <p:nvSpPr>
          <p:cNvPr id="23" name="文本占位符 22"/>
          <p:cNvSpPr>
            <a:spLocks noGrp="1"/>
          </p:cNvSpPr>
          <p:nvPr>
            <p:ph type="body" idx="16391" hasCustomPrompt="1"/>
            <p:custDataLst>
              <p:tags r:id="rId17"/>
            </p:custDataLst>
          </p:nvPr>
        </p:nvSpPr>
        <p:spPr>
          <a:xfrm>
            <a:off x="8432800" y="4419600"/>
            <a:ext cx="2844800" cy="1524000"/>
          </a:xfrm>
          <a:noFill/>
        </p:spPr>
        <p:txBody>
          <a:bodyPr lIns="0" tIns="0" rIns="0" bIns="0" anchor="t">
            <a:normAutofit/>
          </a:bodyPr>
          <a:lstStyle>
            <a:lvl1pPr marL="0" indent="0" algn="l">
              <a:lnSpc>
                <a:spcPct val="125000"/>
              </a:lnSpc>
              <a:spcBef>
                <a:spcPct val="0"/>
              </a:spcBef>
              <a:spcAft>
                <a:spcPct val="0"/>
              </a:spcAft>
              <a:buNone/>
              <a:defRPr sz="1600" b="0" spc="0">
                <a:solidFill>
                  <a:schemeClr val="tx1"/>
                </a:solidFill>
              </a:defRPr>
            </a:lvl1pPr>
          </a:lstStyle>
          <a:p>
            <a:pPr lvl="0"/>
            <a:r>
              <a:rPr lang="zh-CN" altLang="en-US" smtClean="0"/>
              <a:t>单击此处添加项正文</a:t>
            </a:r>
            <a:endParaRPr lang="zh-CN" altLang="en-US" smtClean="0"/>
          </a:p>
        </p:txBody>
      </p:sp>
    </p:spTree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目录页-1-5_4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日期占位符 5"/>
          <p:cNvSpPr>
            <a:spLocks noGrp="1"/>
          </p:cNvSpPr>
          <p:nvPr>
            <p:ph type="dt" sz="half" idx="10"/>
            <p:custDataLst>
              <p:tags r:id="rId2"/>
            </p:custDataLst>
          </p:nvPr>
        </p:nvSpPr>
        <p:spPr>
          <a:xfrm>
            <a:off x="838200" y="6356350"/>
            <a:ext cx="2743200" cy="365125"/>
          </a:xfrm>
        </p:spPr>
        <p:txBody>
          <a:bodyPr/>
          <a:lstStyle/>
          <a:p>
            <a:fld id="{AFF1154F-E427-4513-B34B-94E36374A1AB}" type="datetimeFigureOut">
              <a:rPr lang="zh-CN" altLang="en-US" smtClean="0"/>
            </a:fld>
            <a:endParaRPr lang="zh-CN" altLang="en-US"/>
          </a:p>
        </p:txBody>
      </p:sp>
      <p:sp>
        <p:nvSpPr>
          <p:cNvPr id="9" name="页脚占位符 8"/>
          <p:cNvSpPr>
            <a:spLocks noGrp="1"/>
          </p:cNvSpPr>
          <p:nvPr>
            <p:ph type="ftr" sz="quarter" idx="11"/>
            <p:custDataLst>
              <p:tags r:id="rId3"/>
            </p:custDataLst>
          </p:nvPr>
        </p:nvSpPr>
        <p:spPr>
          <a:xfrm>
            <a:off x="4038600" y="6356350"/>
            <a:ext cx="4114800" cy="365125"/>
          </a:xfrm>
        </p:spPr>
        <p:txBody>
          <a:bodyPr/>
          <a:lstStyle/>
          <a:p>
            <a:endParaRPr lang="zh-CN" altLang="en-US"/>
          </a:p>
        </p:txBody>
      </p:sp>
      <p:sp>
        <p:nvSpPr>
          <p:cNvPr id="10" name="灯片编号占位符 9"/>
          <p:cNvSpPr>
            <a:spLocks noGrp="1"/>
          </p:cNvSpPr>
          <p:nvPr>
            <p:ph type="sldNum" sz="quarter" idx="12"/>
            <p:custDataLst>
              <p:tags r:id="rId4"/>
            </p:custDataLst>
          </p:nvPr>
        </p:nvSpPr>
        <p:spPr>
          <a:xfrm>
            <a:off x="8610600" y="6356350"/>
            <a:ext cx="2743200" cy="365125"/>
          </a:xfrm>
        </p:spPr>
        <p:txBody>
          <a:bodyPr/>
          <a:lstStyle/>
          <a:p>
            <a:fld id="{CFDA0808-8B01-405B-8ED6-12013DCE0AF6}" type="slidenum">
              <a:rPr lang="zh-CN" altLang="en-US" smtClean="0"/>
            </a:fld>
            <a:endParaRPr lang="zh-CN" altLang="en-US"/>
          </a:p>
        </p:txBody>
      </p:sp>
      <p:sp>
        <p:nvSpPr>
          <p:cNvPr id="11" name="副标题 10"/>
          <p:cNvSpPr>
            <a:spLocks noGrp="1"/>
          </p:cNvSpPr>
          <p:nvPr>
            <p:ph type="subTitle" idx="16386" hasCustomPrompt="1"/>
            <p:custDataLst>
              <p:tags r:id="rId5"/>
            </p:custDataLst>
          </p:nvPr>
        </p:nvSpPr>
        <p:spPr>
          <a:xfrm>
            <a:off x="761471" y="2667000"/>
            <a:ext cx="2363258" cy="457200"/>
          </a:xfrm>
          <a:noFill/>
        </p:spPr>
        <p:txBody>
          <a:bodyPr lIns="0" tIns="0" rIns="0" bIns="0" anchor="t">
            <a:normAutofit/>
          </a:bodyPr>
          <a:lstStyle>
            <a:lvl1pPr marL="0" indent="0" algn="ctr">
              <a:lnSpc>
                <a:spcPct val="125000"/>
              </a:lnSpc>
              <a:spcBef>
                <a:spcPct val="0"/>
              </a:spcBef>
              <a:spcAft>
                <a:spcPct val="0"/>
              </a:spcAft>
              <a:buNone/>
              <a:defRPr sz="2400" b="0" spc="0">
                <a:solidFill>
                  <a:schemeClr val="tx1"/>
                </a:solidFill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zh-CN" altLang="en-US"/>
              <a:t>CONTENTS</a:t>
            </a:r>
            <a:endParaRPr lang="zh-CN" altLang="en-US"/>
          </a:p>
        </p:txBody>
      </p:sp>
      <p:sp>
        <p:nvSpPr>
          <p:cNvPr id="12" name="标题 11"/>
          <p:cNvSpPr>
            <a:spLocks noGrp="1"/>
          </p:cNvSpPr>
          <p:nvPr>
            <p:ph type="ctrTitle" idx="16385" hasCustomPrompt="1"/>
            <p:custDataLst>
              <p:tags r:id="rId6"/>
            </p:custDataLst>
          </p:nvPr>
        </p:nvSpPr>
        <p:spPr>
          <a:xfrm>
            <a:off x="760942" y="3175000"/>
            <a:ext cx="2364317" cy="762000"/>
          </a:xfrm>
          <a:noFill/>
        </p:spPr>
        <p:txBody>
          <a:bodyPr lIns="0" tIns="0" rIns="0" bIns="0" anchor="t">
            <a:normAutofit/>
          </a:bodyPr>
          <a:lstStyle>
            <a:lvl1pPr marL="0" indent="0" algn="ctr">
              <a:lnSpc>
                <a:spcPct val="104000"/>
              </a:lnSpc>
              <a:spcBef>
                <a:spcPct val="0"/>
              </a:spcBef>
              <a:spcAft>
                <a:spcPct val="0"/>
              </a:spcAft>
              <a:buNone/>
              <a:defRPr sz="4800" b="1" spc="0">
                <a:solidFill>
                  <a:schemeClr val="tx1"/>
                </a:solidFill>
              </a:defRPr>
            </a:lvl1pPr>
          </a:lstStyle>
          <a:p>
            <a:r>
              <a:rPr lang="zh-CN" altLang="en-US"/>
              <a:t>目录</a:t>
            </a:r>
            <a:endParaRPr lang="zh-CN" altLang="en-US"/>
          </a:p>
        </p:txBody>
      </p:sp>
      <p:sp>
        <p:nvSpPr>
          <p:cNvPr id="13" name="文本占位符 12"/>
          <p:cNvSpPr>
            <a:spLocks noGrp="1"/>
          </p:cNvSpPr>
          <p:nvPr>
            <p:ph type="body" idx="16388" hasCustomPrompt="1"/>
            <p:custDataLst>
              <p:tags r:id="rId7"/>
            </p:custDataLst>
          </p:nvPr>
        </p:nvSpPr>
        <p:spPr>
          <a:xfrm>
            <a:off x="4070350" y="2286000"/>
            <a:ext cx="596900" cy="508000"/>
          </a:xfrm>
          <a:noFill/>
        </p:spPr>
        <p:txBody>
          <a:bodyPr wrap="none" lIns="0" tIns="0" rIns="0" bIns="0" anchor="ctr">
            <a:noAutofit/>
          </a:bodyPr>
          <a:lstStyle>
            <a:lvl1pPr marL="0" indent="0" algn="ctr">
              <a:lnSpc>
                <a:spcPct val="109000"/>
              </a:lnSpc>
              <a:spcBef>
                <a:spcPct val="0"/>
              </a:spcBef>
              <a:spcAft>
                <a:spcPct val="0"/>
              </a:spcAft>
              <a:buNone/>
              <a:defRPr sz="4000" b="0" spc="0">
                <a:solidFill>
                  <a:schemeClr val="accent1"/>
                </a:solidFill>
              </a:defRPr>
            </a:lvl1pPr>
          </a:lstStyle>
          <a:p>
            <a:pPr lvl="0"/>
            <a:r>
              <a:rPr lang="zh-CN" altLang="en-US" smtClean="0"/>
              <a:t>01</a:t>
            </a:r>
            <a:endParaRPr lang="zh-CN" altLang="en-US" smtClean="0"/>
          </a:p>
        </p:txBody>
      </p:sp>
      <p:sp>
        <p:nvSpPr>
          <p:cNvPr id="14" name="装饰  3"/>
          <p:cNvSpPr>
            <a:spLocks noGrp="1"/>
          </p:cNvSpPr>
          <p:nvPr>
            <p:ph type="body" idx="16395" hasCustomPrompt="1"/>
            <p:custDataLst>
              <p:tags r:id="rId8"/>
            </p:custDataLst>
          </p:nvPr>
        </p:nvSpPr>
        <p:spPr>
          <a:xfrm>
            <a:off x="4851400" y="2209800"/>
            <a:ext cx="25400" cy="762000"/>
          </a:xfrm>
          <a:custGeom>
            <a:avLst/>
            <a:gdLst>
              <a:gd name="connisteX0" fmla="*/ 0 w 25400"/>
              <a:gd name="connsiteY0" fmla="*/ 12700 h 762000"/>
              <a:gd name="connisteX1" fmla="*/ 12700 w 25400"/>
              <a:gd name="connsiteY1" fmla="*/ 0 h 762000"/>
              <a:gd name="connisteX2" fmla="*/ 12700 w 25400"/>
              <a:gd name="connsiteY2" fmla="*/ 0 h 762000"/>
              <a:gd name="connisteX3" fmla="*/ 25400 w 25400"/>
              <a:gd name="connsiteY3" fmla="*/ 12700 h 762000"/>
              <a:gd name="connisteX4" fmla="*/ 25400 w 25400"/>
              <a:gd name="connsiteY4" fmla="*/ 749300 h 762000"/>
              <a:gd name="connisteX5" fmla="*/ 12700 w 25400"/>
              <a:gd name="connsiteY5" fmla="*/ 762000 h 762000"/>
              <a:gd name="connisteX6" fmla="*/ 12700 w 25400"/>
              <a:gd name="connsiteY6" fmla="*/ 762000 h 762000"/>
              <a:gd name="connisteX7" fmla="*/ 0 w 25400"/>
              <a:gd name="connsiteY7" fmla="*/ 749300 h 762000"/>
              <a:gd name="connisteX8" fmla="*/ 0 w 25400"/>
              <a:gd name="connsiteY8" fmla="*/ 12700 h 762000"/>
            </a:gdLst>
            <a:ahLst/>
            <a:cxnLst>
              <a:cxn ang="0">
                <a:pos x="connisteX0" y="connsiteY0"/>
              </a:cxn>
              <a:cxn ang="0">
                <a:pos x="connisteX1" y="connsiteY1"/>
              </a:cxn>
              <a:cxn ang="0">
                <a:pos x="connisteX2" y="connsiteY2"/>
              </a:cxn>
              <a:cxn ang="0">
                <a:pos x="connisteX3" y="connsiteY3"/>
              </a:cxn>
              <a:cxn ang="0">
                <a:pos x="connisteX4" y="connsiteY4"/>
              </a:cxn>
              <a:cxn ang="0">
                <a:pos x="connisteX5" y="connsiteY5"/>
              </a:cxn>
              <a:cxn ang="0">
                <a:pos x="connisteX6" y="connsiteY6"/>
              </a:cxn>
              <a:cxn ang="0">
                <a:pos x="connisteX7" y="connsiteY7"/>
              </a:cxn>
              <a:cxn ang="0">
                <a:pos x="connisteX8" y="connsiteY8"/>
              </a:cxn>
            </a:cxnLst>
            <a:pathLst>
              <a:path w="25400" h="762000">
                <a:moveTo>
                  <a:pt x="0" y="12700"/>
                </a:moveTo>
                <a:cubicBezTo>
                  <a:pt x="0" y="5686"/>
                  <a:pt x="5686" y="0"/>
                  <a:pt x="12700" y="0"/>
                </a:cubicBezTo>
                <a:lnTo>
                  <a:pt x="12700" y="0"/>
                </a:lnTo>
                <a:cubicBezTo>
                  <a:pt x="19714" y="0"/>
                  <a:pt x="25400" y="5686"/>
                  <a:pt x="25400" y="12700"/>
                </a:cubicBezTo>
                <a:lnTo>
                  <a:pt x="25400" y="749300"/>
                </a:lnTo>
                <a:cubicBezTo>
                  <a:pt x="25400" y="756314"/>
                  <a:pt x="19714" y="762000"/>
                  <a:pt x="12700" y="762000"/>
                </a:cubicBezTo>
                <a:lnTo>
                  <a:pt x="12700" y="762000"/>
                </a:lnTo>
                <a:cubicBezTo>
                  <a:pt x="5686" y="762000"/>
                  <a:pt x="0" y="756314"/>
                  <a:pt x="0" y="749300"/>
                </a:cubicBezTo>
                <a:lnTo>
                  <a:pt x="0" y="12700"/>
                </a:lnTo>
                <a:close/>
              </a:path>
            </a:pathLst>
          </a:custGeom>
          <a:solidFill>
            <a:schemeClr val="accent1">
              <a:alpha val="50000"/>
            </a:schemeClr>
          </a:solidFill>
          <a:ln>
            <a:solidFill>
              <a:prstClr val="black">
                <a:alpha val="0"/>
              </a:prstClr>
            </a:solidFill>
            <a:prstDash val="solid"/>
          </a:ln>
        </p:spPr>
        <p:txBody>
          <a:bodyPr>
            <a:noAutofit/>
          </a:bodyPr>
          <a:lstStyle>
            <a:lvl1pPr>
              <a:buNone/>
              <a:defRPr/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zh-CN" altLang="en-US" smtClean="0"/>
              <a:t> </a:t>
            </a:r>
            <a:endParaRPr lang="zh-CN" altLang="en-US" smtClean="0"/>
          </a:p>
        </p:txBody>
      </p:sp>
      <p:sp>
        <p:nvSpPr>
          <p:cNvPr id="15" name="文本占位符 14"/>
          <p:cNvSpPr>
            <a:spLocks noGrp="1"/>
          </p:cNvSpPr>
          <p:nvPr>
            <p:ph type="body" idx="16387" hasCustomPrompt="1"/>
            <p:custDataLst>
              <p:tags r:id="rId9"/>
            </p:custDataLst>
          </p:nvPr>
        </p:nvSpPr>
        <p:spPr>
          <a:xfrm>
            <a:off x="5080000" y="2133600"/>
            <a:ext cx="2324100" cy="914400"/>
          </a:xfrm>
          <a:noFill/>
        </p:spPr>
        <p:txBody>
          <a:bodyPr lIns="0" tIns="0" rIns="0" bIns="0" anchor="ctr">
            <a:normAutofit/>
          </a:bodyPr>
          <a:lstStyle>
            <a:lvl1pPr marL="0" indent="0" algn="l">
              <a:lnSpc>
                <a:spcPct val="118000"/>
              </a:lnSpc>
              <a:spcBef>
                <a:spcPct val="0"/>
              </a:spcBef>
              <a:spcAft>
                <a:spcPct val="0"/>
              </a:spcAft>
              <a:buNone/>
              <a:defRPr sz="2400" b="0" spc="0">
                <a:solidFill>
                  <a:schemeClr val="tx1"/>
                </a:solidFill>
              </a:defRPr>
            </a:lvl1pPr>
          </a:lstStyle>
          <a:p>
            <a:pPr lvl="0"/>
            <a:r>
              <a:rPr lang="zh-CN" altLang="en-US" smtClean="0"/>
              <a:t>单击此处添加项标题</a:t>
            </a:r>
            <a:endParaRPr lang="zh-CN" altLang="en-US" smtClean="0"/>
          </a:p>
        </p:txBody>
      </p:sp>
      <p:sp>
        <p:nvSpPr>
          <p:cNvPr id="16" name="文本占位符 15"/>
          <p:cNvSpPr>
            <a:spLocks noGrp="1"/>
          </p:cNvSpPr>
          <p:nvPr>
            <p:ph type="body" idx="16390" hasCustomPrompt="1"/>
            <p:custDataLst>
              <p:tags r:id="rId10"/>
            </p:custDataLst>
          </p:nvPr>
        </p:nvSpPr>
        <p:spPr>
          <a:xfrm>
            <a:off x="7994650" y="2286000"/>
            <a:ext cx="596900" cy="508000"/>
          </a:xfrm>
          <a:noFill/>
        </p:spPr>
        <p:txBody>
          <a:bodyPr wrap="none" lIns="0" tIns="0" rIns="0" bIns="0" anchor="ctr">
            <a:noAutofit/>
          </a:bodyPr>
          <a:lstStyle>
            <a:lvl1pPr marL="0" indent="0" algn="ctr">
              <a:lnSpc>
                <a:spcPct val="109000"/>
              </a:lnSpc>
              <a:spcBef>
                <a:spcPct val="0"/>
              </a:spcBef>
              <a:spcAft>
                <a:spcPct val="0"/>
              </a:spcAft>
              <a:buNone/>
              <a:defRPr sz="4000" b="0" spc="0">
                <a:solidFill>
                  <a:schemeClr val="accent1"/>
                </a:solidFill>
              </a:defRPr>
            </a:lvl1pPr>
          </a:lstStyle>
          <a:p>
            <a:pPr lvl="0"/>
            <a:r>
              <a:rPr lang="zh-CN" altLang="en-US" smtClean="0"/>
              <a:t>02</a:t>
            </a:r>
            <a:endParaRPr lang="zh-CN" altLang="en-US" smtClean="0"/>
          </a:p>
        </p:txBody>
      </p:sp>
      <p:sp>
        <p:nvSpPr>
          <p:cNvPr id="17" name="装饰  6"/>
          <p:cNvSpPr>
            <a:spLocks noGrp="1"/>
          </p:cNvSpPr>
          <p:nvPr>
            <p:ph type="body" idx="16396" hasCustomPrompt="1"/>
            <p:custDataLst>
              <p:tags r:id="rId11"/>
            </p:custDataLst>
          </p:nvPr>
        </p:nvSpPr>
        <p:spPr>
          <a:xfrm>
            <a:off x="8775700" y="2209800"/>
            <a:ext cx="25400" cy="762000"/>
          </a:xfrm>
          <a:custGeom>
            <a:avLst/>
            <a:gdLst>
              <a:gd name="connisteX0" fmla="*/ 0 w 25400"/>
              <a:gd name="connsiteY0" fmla="*/ 12700 h 762000"/>
              <a:gd name="connisteX1" fmla="*/ 12700 w 25400"/>
              <a:gd name="connsiteY1" fmla="*/ 0 h 762000"/>
              <a:gd name="connisteX2" fmla="*/ 12700 w 25400"/>
              <a:gd name="connsiteY2" fmla="*/ 0 h 762000"/>
              <a:gd name="connisteX3" fmla="*/ 25400 w 25400"/>
              <a:gd name="connsiteY3" fmla="*/ 12700 h 762000"/>
              <a:gd name="connisteX4" fmla="*/ 25400 w 25400"/>
              <a:gd name="connsiteY4" fmla="*/ 749300 h 762000"/>
              <a:gd name="connisteX5" fmla="*/ 12700 w 25400"/>
              <a:gd name="connsiteY5" fmla="*/ 762000 h 762000"/>
              <a:gd name="connisteX6" fmla="*/ 12700 w 25400"/>
              <a:gd name="connsiteY6" fmla="*/ 762000 h 762000"/>
              <a:gd name="connisteX7" fmla="*/ 0 w 25400"/>
              <a:gd name="connsiteY7" fmla="*/ 749300 h 762000"/>
              <a:gd name="connisteX8" fmla="*/ 0 w 25400"/>
              <a:gd name="connsiteY8" fmla="*/ 12700 h 762000"/>
            </a:gdLst>
            <a:ahLst/>
            <a:cxnLst>
              <a:cxn ang="0">
                <a:pos x="connisteX0" y="connsiteY0"/>
              </a:cxn>
              <a:cxn ang="0">
                <a:pos x="connisteX1" y="connsiteY1"/>
              </a:cxn>
              <a:cxn ang="0">
                <a:pos x="connisteX2" y="connsiteY2"/>
              </a:cxn>
              <a:cxn ang="0">
                <a:pos x="connisteX3" y="connsiteY3"/>
              </a:cxn>
              <a:cxn ang="0">
                <a:pos x="connisteX4" y="connsiteY4"/>
              </a:cxn>
              <a:cxn ang="0">
                <a:pos x="connisteX5" y="connsiteY5"/>
              </a:cxn>
              <a:cxn ang="0">
                <a:pos x="connisteX6" y="connsiteY6"/>
              </a:cxn>
              <a:cxn ang="0">
                <a:pos x="connisteX7" y="connsiteY7"/>
              </a:cxn>
              <a:cxn ang="0">
                <a:pos x="connisteX8" y="connsiteY8"/>
              </a:cxn>
            </a:cxnLst>
            <a:pathLst>
              <a:path w="25400" h="762000">
                <a:moveTo>
                  <a:pt x="0" y="12700"/>
                </a:moveTo>
                <a:cubicBezTo>
                  <a:pt x="0" y="5686"/>
                  <a:pt x="5686" y="0"/>
                  <a:pt x="12700" y="0"/>
                </a:cubicBezTo>
                <a:lnTo>
                  <a:pt x="12700" y="0"/>
                </a:lnTo>
                <a:cubicBezTo>
                  <a:pt x="19714" y="0"/>
                  <a:pt x="25400" y="5686"/>
                  <a:pt x="25400" y="12700"/>
                </a:cubicBezTo>
                <a:lnTo>
                  <a:pt x="25400" y="749300"/>
                </a:lnTo>
                <a:cubicBezTo>
                  <a:pt x="25400" y="756314"/>
                  <a:pt x="19714" y="762000"/>
                  <a:pt x="12700" y="762000"/>
                </a:cubicBezTo>
                <a:lnTo>
                  <a:pt x="12700" y="762000"/>
                </a:lnTo>
                <a:cubicBezTo>
                  <a:pt x="5686" y="762000"/>
                  <a:pt x="0" y="756314"/>
                  <a:pt x="0" y="749300"/>
                </a:cubicBezTo>
                <a:lnTo>
                  <a:pt x="0" y="12700"/>
                </a:lnTo>
                <a:close/>
              </a:path>
            </a:pathLst>
          </a:custGeom>
          <a:solidFill>
            <a:schemeClr val="accent1">
              <a:alpha val="50000"/>
            </a:schemeClr>
          </a:solidFill>
          <a:ln>
            <a:solidFill>
              <a:prstClr val="black">
                <a:alpha val="0"/>
              </a:prstClr>
            </a:solidFill>
            <a:prstDash val="solid"/>
          </a:ln>
        </p:spPr>
        <p:txBody>
          <a:bodyPr>
            <a:noAutofit/>
          </a:bodyPr>
          <a:lstStyle>
            <a:lvl1pPr>
              <a:buNone/>
              <a:defRPr/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zh-CN" altLang="en-US" smtClean="0"/>
              <a:t> </a:t>
            </a:r>
            <a:endParaRPr lang="zh-CN" altLang="en-US" smtClean="0"/>
          </a:p>
        </p:txBody>
      </p:sp>
      <p:sp>
        <p:nvSpPr>
          <p:cNvPr id="18" name="文本占位符 17"/>
          <p:cNvSpPr>
            <a:spLocks noGrp="1"/>
          </p:cNvSpPr>
          <p:nvPr>
            <p:ph type="body" idx="16389" hasCustomPrompt="1"/>
            <p:custDataLst>
              <p:tags r:id="rId12"/>
            </p:custDataLst>
          </p:nvPr>
        </p:nvSpPr>
        <p:spPr>
          <a:xfrm>
            <a:off x="9004300" y="2133600"/>
            <a:ext cx="2324100" cy="914400"/>
          </a:xfrm>
          <a:noFill/>
        </p:spPr>
        <p:txBody>
          <a:bodyPr lIns="0" tIns="0" rIns="0" bIns="0" anchor="ctr">
            <a:normAutofit/>
          </a:bodyPr>
          <a:lstStyle>
            <a:lvl1pPr marL="0" indent="0" algn="l">
              <a:lnSpc>
                <a:spcPct val="118000"/>
              </a:lnSpc>
              <a:spcBef>
                <a:spcPct val="0"/>
              </a:spcBef>
              <a:spcAft>
                <a:spcPct val="0"/>
              </a:spcAft>
              <a:buNone/>
              <a:defRPr sz="2400" b="0" spc="0">
                <a:solidFill>
                  <a:schemeClr val="tx1"/>
                </a:solidFill>
              </a:defRPr>
            </a:lvl1pPr>
          </a:lstStyle>
          <a:p>
            <a:pPr lvl="0"/>
            <a:r>
              <a:rPr lang="zh-CN" altLang="en-US" smtClean="0"/>
              <a:t>单击此处添加项标题</a:t>
            </a:r>
            <a:endParaRPr lang="zh-CN" altLang="en-US" smtClean="0"/>
          </a:p>
        </p:txBody>
      </p:sp>
      <p:sp>
        <p:nvSpPr>
          <p:cNvPr id="19" name="文本占位符 18"/>
          <p:cNvSpPr>
            <a:spLocks noGrp="1"/>
          </p:cNvSpPr>
          <p:nvPr>
            <p:ph type="body" idx="16392" hasCustomPrompt="1"/>
            <p:custDataLst>
              <p:tags r:id="rId13"/>
            </p:custDataLst>
          </p:nvPr>
        </p:nvSpPr>
        <p:spPr>
          <a:xfrm>
            <a:off x="4070350" y="3962400"/>
            <a:ext cx="596900" cy="508000"/>
          </a:xfrm>
          <a:noFill/>
        </p:spPr>
        <p:txBody>
          <a:bodyPr wrap="none" lIns="0" tIns="0" rIns="0" bIns="0" anchor="ctr">
            <a:noAutofit/>
          </a:bodyPr>
          <a:lstStyle>
            <a:lvl1pPr marL="0" indent="0" algn="ctr">
              <a:lnSpc>
                <a:spcPct val="109000"/>
              </a:lnSpc>
              <a:spcBef>
                <a:spcPct val="0"/>
              </a:spcBef>
              <a:spcAft>
                <a:spcPct val="0"/>
              </a:spcAft>
              <a:buNone/>
              <a:defRPr sz="4000" b="0" spc="0">
                <a:solidFill>
                  <a:schemeClr val="accent1"/>
                </a:solidFill>
              </a:defRPr>
            </a:lvl1pPr>
          </a:lstStyle>
          <a:p>
            <a:pPr lvl="0"/>
            <a:r>
              <a:rPr lang="zh-CN" altLang="en-US" smtClean="0"/>
              <a:t>03</a:t>
            </a:r>
            <a:endParaRPr lang="zh-CN" altLang="en-US" smtClean="0"/>
          </a:p>
        </p:txBody>
      </p:sp>
      <p:sp>
        <p:nvSpPr>
          <p:cNvPr id="20" name="装饰  9"/>
          <p:cNvSpPr>
            <a:spLocks noGrp="1"/>
          </p:cNvSpPr>
          <p:nvPr>
            <p:ph type="body" idx="16397" hasCustomPrompt="1"/>
            <p:custDataLst>
              <p:tags r:id="rId14"/>
            </p:custDataLst>
          </p:nvPr>
        </p:nvSpPr>
        <p:spPr>
          <a:xfrm>
            <a:off x="4851400" y="3886200"/>
            <a:ext cx="25400" cy="762000"/>
          </a:xfrm>
          <a:custGeom>
            <a:avLst/>
            <a:gdLst>
              <a:gd name="connisteX0" fmla="*/ 0 w 25400"/>
              <a:gd name="connsiteY0" fmla="*/ 12700 h 762000"/>
              <a:gd name="connisteX1" fmla="*/ 12700 w 25400"/>
              <a:gd name="connsiteY1" fmla="*/ 0 h 762000"/>
              <a:gd name="connisteX2" fmla="*/ 12700 w 25400"/>
              <a:gd name="connsiteY2" fmla="*/ 0 h 762000"/>
              <a:gd name="connisteX3" fmla="*/ 25400 w 25400"/>
              <a:gd name="connsiteY3" fmla="*/ 12700 h 762000"/>
              <a:gd name="connisteX4" fmla="*/ 25400 w 25400"/>
              <a:gd name="connsiteY4" fmla="*/ 749300 h 762000"/>
              <a:gd name="connisteX5" fmla="*/ 12700 w 25400"/>
              <a:gd name="connsiteY5" fmla="*/ 762000 h 762000"/>
              <a:gd name="connisteX6" fmla="*/ 12700 w 25400"/>
              <a:gd name="connsiteY6" fmla="*/ 762000 h 762000"/>
              <a:gd name="connisteX7" fmla="*/ 0 w 25400"/>
              <a:gd name="connsiteY7" fmla="*/ 749300 h 762000"/>
              <a:gd name="connisteX8" fmla="*/ 0 w 25400"/>
              <a:gd name="connsiteY8" fmla="*/ 12700 h 762000"/>
            </a:gdLst>
            <a:ahLst/>
            <a:cxnLst>
              <a:cxn ang="0">
                <a:pos x="connisteX0" y="connsiteY0"/>
              </a:cxn>
              <a:cxn ang="0">
                <a:pos x="connisteX1" y="connsiteY1"/>
              </a:cxn>
              <a:cxn ang="0">
                <a:pos x="connisteX2" y="connsiteY2"/>
              </a:cxn>
              <a:cxn ang="0">
                <a:pos x="connisteX3" y="connsiteY3"/>
              </a:cxn>
              <a:cxn ang="0">
                <a:pos x="connisteX4" y="connsiteY4"/>
              </a:cxn>
              <a:cxn ang="0">
                <a:pos x="connisteX5" y="connsiteY5"/>
              </a:cxn>
              <a:cxn ang="0">
                <a:pos x="connisteX6" y="connsiteY6"/>
              </a:cxn>
              <a:cxn ang="0">
                <a:pos x="connisteX7" y="connsiteY7"/>
              </a:cxn>
              <a:cxn ang="0">
                <a:pos x="connisteX8" y="connsiteY8"/>
              </a:cxn>
            </a:cxnLst>
            <a:pathLst>
              <a:path w="25400" h="762000">
                <a:moveTo>
                  <a:pt x="0" y="12700"/>
                </a:moveTo>
                <a:cubicBezTo>
                  <a:pt x="0" y="5686"/>
                  <a:pt x="5686" y="0"/>
                  <a:pt x="12700" y="0"/>
                </a:cubicBezTo>
                <a:lnTo>
                  <a:pt x="12700" y="0"/>
                </a:lnTo>
                <a:cubicBezTo>
                  <a:pt x="19714" y="0"/>
                  <a:pt x="25400" y="5686"/>
                  <a:pt x="25400" y="12700"/>
                </a:cubicBezTo>
                <a:lnTo>
                  <a:pt x="25400" y="749300"/>
                </a:lnTo>
                <a:cubicBezTo>
                  <a:pt x="25400" y="756314"/>
                  <a:pt x="19714" y="762000"/>
                  <a:pt x="12700" y="762000"/>
                </a:cubicBezTo>
                <a:lnTo>
                  <a:pt x="12700" y="762000"/>
                </a:lnTo>
                <a:cubicBezTo>
                  <a:pt x="5686" y="762000"/>
                  <a:pt x="0" y="756314"/>
                  <a:pt x="0" y="749300"/>
                </a:cubicBezTo>
                <a:lnTo>
                  <a:pt x="0" y="12700"/>
                </a:lnTo>
                <a:close/>
              </a:path>
            </a:pathLst>
          </a:custGeom>
          <a:solidFill>
            <a:schemeClr val="accent1">
              <a:alpha val="50000"/>
            </a:schemeClr>
          </a:solidFill>
          <a:ln>
            <a:solidFill>
              <a:prstClr val="black">
                <a:alpha val="0"/>
              </a:prstClr>
            </a:solidFill>
            <a:prstDash val="solid"/>
          </a:ln>
        </p:spPr>
        <p:txBody>
          <a:bodyPr>
            <a:noAutofit/>
          </a:bodyPr>
          <a:lstStyle>
            <a:lvl1pPr>
              <a:buNone/>
              <a:defRPr/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zh-CN" altLang="en-US" smtClean="0"/>
              <a:t> </a:t>
            </a:r>
            <a:endParaRPr lang="zh-CN" altLang="en-US" smtClean="0"/>
          </a:p>
        </p:txBody>
      </p:sp>
      <p:sp>
        <p:nvSpPr>
          <p:cNvPr id="21" name="文本占位符 20"/>
          <p:cNvSpPr>
            <a:spLocks noGrp="1"/>
          </p:cNvSpPr>
          <p:nvPr>
            <p:ph type="body" idx="16391" hasCustomPrompt="1"/>
            <p:custDataLst>
              <p:tags r:id="rId15"/>
            </p:custDataLst>
          </p:nvPr>
        </p:nvSpPr>
        <p:spPr>
          <a:xfrm>
            <a:off x="5080000" y="3810000"/>
            <a:ext cx="2324100" cy="914400"/>
          </a:xfrm>
          <a:noFill/>
        </p:spPr>
        <p:txBody>
          <a:bodyPr lIns="0" tIns="0" rIns="0" bIns="0" anchor="ctr">
            <a:normAutofit/>
          </a:bodyPr>
          <a:lstStyle>
            <a:lvl1pPr marL="0" indent="0" algn="l">
              <a:lnSpc>
                <a:spcPct val="118000"/>
              </a:lnSpc>
              <a:spcBef>
                <a:spcPct val="0"/>
              </a:spcBef>
              <a:spcAft>
                <a:spcPct val="0"/>
              </a:spcAft>
              <a:buNone/>
              <a:defRPr sz="2400" b="0" spc="0">
                <a:solidFill>
                  <a:schemeClr val="tx1"/>
                </a:solidFill>
              </a:defRPr>
            </a:lvl1pPr>
          </a:lstStyle>
          <a:p>
            <a:pPr lvl="0"/>
            <a:r>
              <a:rPr lang="zh-CN" altLang="en-US" smtClean="0"/>
              <a:t>单击此处添加项标题</a:t>
            </a:r>
            <a:endParaRPr lang="zh-CN" altLang="en-US" smtClean="0"/>
          </a:p>
        </p:txBody>
      </p:sp>
      <p:sp>
        <p:nvSpPr>
          <p:cNvPr id="22" name="文本占位符 21"/>
          <p:cNvSpPr>
            <a:spLocks noGrp="1"/>
          </p:cNvSpPr>
          <p:nvPr>
            <p:ph type="body" idx="16394" hasCustomPrompt="1"/>
            <p:custDataLst>
              <p:tags r:id="rId16"/>
            </p:custDataLst>
          </p:nvPr>
        </p:nvSpPr>
        <p:spPr>
          <a:xfrm>
            <a:off x="7994650" y="3962400"/>
            <a:ext cx="596900" cy="508000"/>
          </a:xfrm>
          <a:noFill/>
        </p:spPr>
        <p:txBody>
          <a:bodyPr wrap="none" lIns="0" tIns="0" rIns="0" bIns="0" anchor="ctr">
            <a:noAutofit/>
          </a:bodyPr>
          <a:lstStyle>
            <a:lvl1pPr marL="0" indent="0" algn="ctr">
              <a:lnSpc>
                <a:spcPct val="109000"/>
              </a:lnSpc>
              <a:spcBef>
                <a:spcPct val="0"/>
              </a:spcBef>
              <a:spcAft>
                <a:spcPct val="0"/>
              </a:spcAft>
              <a:buNone/>
              <a:defRPr sz="4000" b="0" spc="0">
                <a:solidFill>
                  <a:schemeClr val="accent1"/>
                </a:solidFill>
              </a:defRPr>
            </a:lvl1pPr>
          </a:lstStyle>
          <a:p>
            <a:pPr lvl="0"/>
            <a:r>
              <a:rPr lang="zh-CN" altLang="en-US" smtClean="0"/>
              <a:t>04</a:t>
            </a:r>
            <a:endParaRPr lang="zh-CN" altLang="en-US" smtClean="0"/>
          </a:p>
        </p:txBody>
      </p:sp>
      <p:sp>
        <p:nvSpPr>
          <p:cNvPr id="23" name="装饰  2"/>
          <p:cNvSpPr>
            <a:spLocks noGrp="1"/>
          </p:cNvSpPr>
          <p:nvPr>
            <p:ph type="body" idx="16398" hasCustomPrompt="1"/>
            <p:custDataLst>
              <p:tags r:id="rId17"/>
            </p:custDataLst>
          </p:nvPr>
        </p:nvSpPr>
        <p:spPr>
          <a:xfrm>
            <a:off x="8775700" y="3886200"/>
            <a:ext cx="25400" cy="762000"/>
          </a:xfrm>
          <a:custGeom>
            <a:avLst/>
            <a:gdLst>
              <a:gd name="connisteX0" fmla="*/ 0 w 25400"/>
              <a:gd name="connsiteY0" fmla="*/ 12700 h 762000"/>
              <a:gd name="connisteX1" fmla="*/ 12700 w 25400"/>
              <a:gd name="connsiteY1" fmla="*/ 0 h 762000"/>
              <a:gd name="connisteX2" fmla="*/ 12700 w 25400"/>
              <a:gd name="connsiteY2" fmla="*/ 0 h 762000"/>
              <a:gd name="connisteX3" fmla="*/ 25400 w 25400"/>
              <a:gd name="connsiteY3" fmla="*/ 12700 h 762000"/>
              <a:gd name="connisteX4" fmla="*/ 25400 w 25400"/>
              <a:gd name="connsiteY4" fmla="*/ 749300 h 762000"/>
              <a:gd name="connisteX5" fmla="*/ 12700 w 25400"/>
              <a:gd name="connsiteY5" fmla="*/ 762000 h 762000"/>
              <a:gd name="connisteX6" fmla="*/ 12700 w 25400"/>
              <a:gd name="connsiteY6" fmla="*/ 762000 h 762000"/>
              <a:gd name="connisteX7" fmla="*/ 0 w 25400"/>
              <a:gd name="connsiteY7" fmla="*/ 749300 h 762000"/>
              <a:gd name="connisteX8" fmla="*/ 0 w 25400"/>
              <a:gd name="connsiteY8" fmla="*/ 12700 h 762000"/>
            </a:gdLst>
            <a:ahLst/>
            <a:cxnLst>
              <a:cxn ang="0">
                <a:pos x="connisteX0" y="connsiteY0"/>
              </a:cxn>
              <a:cxn ang="0">
                <a:pos x="connisteX1" y="connsiteY1"/>
              </a:cxn>
              <a:cxn ang="0">
                <a:pos x="connisteX2" y="connsiteY2"/>
              </a:cxn>
              <a:cxn ang="0">
                <a:pos x="connisteX3" y="connsiteY3"/>
              </a:cxn>
              <a:cxn ang="0">
                <a:pos x="connisteX4" y="connsiteY4"/>
              </a:cxn>
              <a:cxn ang="0">
                <a:pos x="connisteX5" y="connsiteY5"/>
              </a:cxn>
              <a:cxn ang="0">
                <a:pos x="connisteX6" y="connsiteY6"/>
              </a:cxn>
              <a:cxn ang="0">
                <a:pos x="connisteX7" y="connsiteY7"/>
              </a:cxn>
              <a:cxn ang="0">
                <a:pos x="connisteX8" y="connsiteY8"/>
              </a:cxn>
            </a:cxnLst>
            <a:pathLst>
              <a:path w="25400" h="762000">
                <a:moveTo>
                  <a:pt x="0" y="12700"/>
                </a:moveTo>
                <a:cubicBezTo>
                  <a:pt x="0" y="5686"/>
                  <a:pt x="5686" y="0"/>
                  <a:pt x="12700" y="0"/>
                </a:cubicBezTo>
                <a:lnTo>
                  <a:pt x="12700" y="0"/>
                </a:lnTo>
                <a:cubicBezTo>
                  <a:pt x="19714" y="0"/>
                  <a:pt x="25400" y="5686"/>
                  <a:pt x="25400" y="12700"/>
                </a:cubicBezTo>
                <a:lnTo>
                  <a:pt x="25400" y="749300"/>
                </a:lnTo>
                <a:cubicBezTo>
                  <a:pt x="25400" y="756314"/>
                  <a:pt x="19714" y="762000"/>
                  <a:pt x="12700" y="762000"/>
                </a:cubicBezTo>
                <a:lnTo>
                  <a:pt x="12700" y="762000"/>
                </a:lnTo>
                <a:cubicBezTo>
                  <a:pt x="5686" y="762000"/>
                  <a:pt x="0" y="756314"/>
                  <a:pt x="0" y="749300"/>
                </a:cubicBezTo>
                <a:lnTo>
                  <a:pt x="0" y="12700"/>
                </a:lnTo>
                <a:close/>
              </a:path>
            </a:pathLst>
          </a:custGeom>
          <a:solidFill>
            <a:schemeClr val="accent1">
              <a:alpha val="50000"/>
            </a:schemeClr>
          </a:solidFill>
          <a:ln>
            <a:solidFill>
              <a:prstClr val="black">
                <a:alpha val="0"/>
              </a:prstClr>
            </a:solidFill>
            <a:prstDash val="solid"/>
          </a:ln>
        </p:spPr>
        <p:txBody>
          <a:bodyPr>
            <a:noAutofit/>
          </a:bodyPr>
          <a:lstStyle>
            <a:lvl1pPr>
              <a:buNone/>
              <a:defRPr/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zh-CN" altLang="en-US" smtClean="0"/>
              <a:t> </a:t>
            </a:r>
            <a:endParaRPr lang="zh-CN" altLang="en-US" smtClean="0"/>
          </a:p>
        </p:txBody>
      </p:sp>
      <p:sp>
        <p:nvSpPr>
          <p:cNvPr id="24" name="文本占位符 23"/>
          <p:cNvSpPr>
            <a:spLocks noGrp="1"/>
          </p:cNvSpPr>
          <p:nvPr>
            <p:ph type="body" idx="16393" hasCustomPrompt="1"/>
            <p:custDataLst>
              <p:tags r:id="rId18"/>
            </p:custDataLst>
          </p:nvPr>
        </p:nvSpPr>
        <p:spPr>
          <a:xfrm>
            <a:off x="9004300" y="3810000"/>
            <a:ext cx="2324100" cy="914400"/>
          </a:xfrm>
          <a:noFill/>
        </p:spPr>
        <p:txBody>
          <a:bodyPr lIns="0" tIns="0" rIns="0" bIns="0" anchor="ctr">
            <a:normAutofit/>
          </a:bodyPr>
          <a:lstStyle>
            <a:lvl1pPr marL="0" indent="0" algn="l">
              <a:lnSpc>
                <a:spcPct val="118000"/>
              </a:lnSpc>
              <a:spcBef>
                <a:spcPct val="0"/>
              </a:spcBef>
              <a:spcAft>
                <a:spcPct val="0"/>
              </a:spcAft>
              <a:buNone/>
              <a:defRPr sz="2400" b="0" spc="0">
                <a:solidFill>
                  <a:schemeClr val="tx1"/>
                </a:solidFill>
              </a:defRPr>
            </a:lvl1pPr>
          </a:lstStyle>
          <a:p>
            <a:pPr lvl="0"/>
            <a:r>
              <a:rPr lang="zh-CN" altLang="en-US" smtClean="0"/>
              <a:t>单击此处添加项标题</a:t>
            </a:r>
            <a:endParaRPr lang="zh-CN" altLang="en-US" smtClean="0"/>
          </a:p>
        </p:txBody>
      </p:sp>
    </p:spTree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正文" descr="7b0a20202020227461726765744d6f64756c65223a202270726f636573734f6e6c696e65466f6e7473220a7d0a"/>
          <p:cNvSpPr txBox="1">
            <a:spLocks noGrp="1"/>
          </p:cNvSpPr>
          <p:nvPr>
            <p:ph idx="3"/>
            <p:custDataLst>
              <p:tags r:id="rId2"/>
            </p:custDataLst>
          </p:nvPr>
        </p:nvSpPr>
        <p:spPr>
          <a:xfrm>
            <a:off x="608330" y="1376045"/>
            <a:ext cx="10968990" cy="4873625"/>
          </a:xfrm>
          <a:prstGeom prst="rect">
            <a:avLst/>
          </a:prstGeom>
          <a:ln>
            <a:noFill/>
            <a:prstDash val="sysDash"/>
          </a:ln>
        </p:spPr>
        <p:txBody>
          <a:bodyPr vert="horz" lIns="90000" tIns="46800" rIns="90000" bIns="46800" rtlCol="0">
            <a:normAutofit/>
          </a:bodyPr>
          <a:lstStyle>
            <a:lvl1pPr marL="228600" marR="0" lvl="0" indent="-228600" algn="l" defTabSz="914400" rtl="0" eaLnBrk="1" fontAlgn="auto" latinLnBrk="0" hangingPunct="1">
              <a:lnSpc>
                <a:spcPct val="130000"/>
              </a:lnSpc>
              <a:spcBef>
                <a:spcPts val="1200"/>
              </a:spcBef>
              <a:spcAft>
                <a:spcPts val="0"/>
              </a:spcAft>
              <a:buClr>
                <a:srgbClr val="548235"/>
              </a:buClr>
              <a:buSzTx/>
              <a:buFont typeface="Arial" panose="020B0604020202020204" pitchFamily="34" charset="0"/>
              <a:buChar char="●"/>
              <a:defRPr kumimoji="0" lang="zh-CN" altLang="en-US" sz="1800" b="0" i="0" u="none" strike="noStrike" kern="1200" cap="none" spc="150" normalizeH="0" baseline="0" noProof="1" dirty="0">
                <a:ln>
                  <a:noFill/>
                  <a:prstDash val="sysDot"/>
                </a:ln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MiSans Normal" panose="00000500000000000000" charset="-122"/>
                <a:sym typeface="+mn-ea"/>
              </a:defRPr>
            </a:lvl1pPr>
            <a:lvl2pPr marL="685800" marR="0" lvl="1" indent="-228600" fontAlgn="auto">
              <a:lnSpc>
                <a:spcPct val="120000"/>
              </a:lnSpc>
              <a:spcBef>
                <a:spcPts val="0"/>
              </a:spcBef>
              <a:spcAft>
                <a:spcPts val="600"/>
              </a:spcAft>
              <a:buFont typeface="Arial" panose="020B0604020202020204" pitchFamily="34" charset="0"/>
              <a:buChar char="●"/>
              <a:tabLst>
                <a:tab pos="1609725" algn="l"/>
              </a:tabLst>
              <a:defRPr kumimoji="0" sz="1600" b="0" i="0" u="none" strike="noStrike" cap="none" spc="150" normalizeH="0" baseline="0">
                <a:solidFill>
                  <a:schemeClr val="tx1">
                    <a:lumMod val="65000"/>
                    <a:lumOff val="35000"/>
                  </a:schemeClr>
                </a:solidFill>
                <a:uFillTx/>
                <a:latin typeface="+mn-ea"/>
                <a:ea typeface="+mn-ea"/>
              </a:defRPr>
            </a:lvl2pPr>
            <a:lvl3pPr marL="1143000" marR="0" lvl="2" indent="-228600" fontAlgn="auto">
              <a:lnSpc>
                <a:spcPct val="120000"/>
              </a:lnSpc>
              <a:spcBef>
                <a:spcPts val="0"/>
              </a:spcBef>
              <a:spcAft>
                <a:spcPts val="600"/>
              </a:spcAft>
              <a:buFont typeface="Arial" panose="020B0604020202020204" pitchFamily="34" charset="0"/>
              <a:buChar char="●"/>
              <a:defRPr kumimoji="0" sz="1600" b="0" i="0" u="none" strike="noStrike" cap="none" spc="150" normalizeH="0" baseline="0">
                <a:solidFill>
                  <a:schemeClr val="tx1">
                    <a:lumMod val="65000"/>
                    <a:lumOff val="35000"/>
                  </a:schemeClr>
                </a:solidFill>
                <a:uFillTx/>
                <a:latin typeface="+mn-ea"/>
                <a:ea typeface="+mn-ea"/>
              </a:defRPr>
            </a:lvl3pPr>
            <a:lvl4pPr marL="1600200" marR="0" lvl="3" indent="-228600" fontAlgn="auto">
              <a:lnSpc>
                <a:spcPct val="120000"/>
              </a:lnSpc>
              <a:spcBef>
                <a:spcPts val="0"/>
              </a:spcBef>
              <a:spcAft>
                <a:spcPts val="300"/>
              </a:spcAft>
              <a:buFont typeface="Wingdings" panose="05000000000000000000" charset="0"/>
              <a:buChar char=""/>
              <a:defRPr kumimoji="0" sz="1400" b="0" i="0" u="none" strike="noStrike" cap="none" spc="150" normalizeH="0" baseline="0">
                <a:solidFill>
                  <a:schemeClr val="tx1">
                    <a:lumMod val="65000"/>
                    <a:lumOff val="35000"/>
                  </a:schemeClr>
                </a:solidFill>
                <a:uFillTx/>
                <a:latin typeface="+mn-ea"/>
                <a:ea typeface="+mn-ea"/>
              </a:defRPr>
            </a:lvl4pPr>
            <a:lvl5pPr marL="2057400" marR="0" lvl="4" indent="-228600" fontAlgn="auto">
              <a:lnSpc>
                <a:spcPct val="12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Char char="•"/>
              <a:defRPr kumimoji="0" sz="1400" b="0" i="0" u="none" strike="noStrike" cap="none" spc="150" normalizeH="0" baseline="0">
                <a:solidFill>
                  <a:schemeClr val="tx1">
                    <a:lumMod val="65000"/>
                    <a:lumOff val="35000"/>
                  </a:schemeClr>
                </a:solidFill>
                <a:uFillTx/>
                <a:latin typeface="+mn-ea"/>
                <a:ea typeface="+mn-ea"/>
              </a:defRPr>
            </a:lvl5pPr>
            <a:lvl6pPr indent="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</a:lvl6pPr>
            <a:lvl7pPr marL="29718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7pPr>
            <a:lvl8pPr marL="34290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8pPr>
            <a:lvl9pPr marL="38862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9pPr>
          </a:lstStyle>
          <a:p>
            <a:pPr lvl="0">
              <a:spcBef>
                <a:spcPts val="1200"/>
              </a:spcBef>
              <a:spcAft>
                <a:spcPts val="0"/>
              </a:spcAft>
              <a:buClr>
                <a:srgbClr val="548235"/>
              </a:buClr>
            </a:pPr>
            <a:r>
              <a:rPr dirty="0">
                <a:sym typeface="+mn-ea"/>
              </a:rPr>
              <a:t>单击此处编辑母版文本样式</a:t>
            </a:r>
            <a:endParaRPr dirty="0">
              <a:sym typeface="+mn-ea"/>
            </a:endParaRPr>
          </a:p>
          <a:p>
            <a:pPr lvl="1">
              <a:spcBef>
                <a:spcPts val="1200"/>
              </a:spcBef>
              <a:spcAft>
                <a:spcPts val="0"/>
              </a:spcAft>
              <a:buClr>
                <a:srgbClr val="548235"/>
              </a:buClr>
            </a:pPr>
            <a:r>
              <a:rPr dirty="0">
                <a:sym typeface="+mn-ea"/>
              </a:rPr>
              <a:t>第二级</a:t>
            </a:r>
            <a:endParaRPr dirty="0">
              <a:sym typeface="+mn-ea"/>
            </a:endParaRPr>
          </a:p>
          <a:p>
            <a:pPr lvl="2">
              <a:spcBef>
                <a:spcPts val="1200"/>
              </a:spcBef>
              <a:spcAft>
                <a:spcPts val="0"/>
              </a:spcAft>
              <a:buClr>
                <a:srgbClr val="548235"/>
              </a:buClr>
            </a:pPr>
            <a:r>
              <a:rPr dirty="0">
                <a:sym typeface="+mn-ea"/>
              </a:rPr>
              <a:t>第三级</a:t>
            </a:r>
            <a:endParaRPr dirty="0">
              <a:sym typeface="+mn-ea"/>
            </a:endParaRPr>
          </a:p>
          <a:p>
            <a:pPr lvl="3">
              <a:spcBef>
                <a:spcPts val="1200"/>
              </a:spcBef>
              <a:spcAft>
                <a:spcPts val="0"/>
              </a:spcAft>
              <a:buClr>
                <a:srgbClr val="548235"/>
              </a:buClr>
            </a:pPr>
            <a:r>
              <a:rPr dirty="0">
                <a:sym typeface="+mn-ea"/>
              </a:rPr>
              <a:t>第四级</a:t>
            </a:r>
            <a:endParaRPr dirty="0">
              <a:sym typeface="+mn-ea"/>
            </a:endParaRPr>
          </a:p>
          <a:p>
            <a:pPr lvl="4">
              <a:spcBef>
                <a:spcPts val="1200"/>
              </a:spcBef>
              <a:spcAft>
                <a:spcPts val="0"/>
              </a:spcAft>
              <a:buClr>
                <a:srgbClr val="548235"/>
              </a:buClr>
            </a:pPr>
            <a:r>
              <a:rPr dirty="0">
                <a:sym typeface="+mn-ea"/>
              </a:rPr>
              <a:t>第五级</a:t>
            </a:r>
            <a:endParaRPr dirty="0">
              <a:sym typeface="+mn-ea"/>
            </a:endParaRPr>
          </a:p>
        </p:txBody>
      </p:sp>
      <p:sp>
        <p:nvSpPr>
          <p:cNvPr id="7" name="标题" descr="7b0a20202020227461726765744d6f64756c65223a202270726f636573734f6e6c696e65466f6e7473220a7d0a"/>
          <p:cNvSpPr txBox="1">
            <a:spLocks noGrp="1"/>
          </p:cNvSpPr>
          <p:nvPr>
            <p:ph type="title" idx="2"/>
            <p:custDataLst>
              <p:tags r:id="rId3"/>
            </p:custDataLst>
          </p:nvPr>
        </p:nvSpPr>
        <p:spPr>
          <a:xfrm>
            <a:off x="608400" y="608400"/>
            <a:ext cx="10969200" cy="705600"/>
          </a:xfrm>
          <a:prstGeom prst="rect">
            <a:avLst/>
          </a:prstGeom>
          <a:noFill/>
          <a:ln>
            <a:noFill/>
            <a:prstDash val="sysDash"/>
          </a:ln>
        </p:spPr>
        <p:txBody>
          <a:bodyPr wrap="square" rtlCol="0">
            <a:normAutofit/>
          </a:bodyPr>
          <a:lstStyle>
            <a:lvl1pPr marL="0" marR="0" algn="l" defTabSz="914400" rtl="0" eaLnBrk="1" fontAlgn="auto" latinLnBrk="0" hangingPunct="1">
              <a:lnSpc>
                <a:spcPct val="100000"/>
              </a:lnSpc>
              <a:buClrTx/>
              <a:buSzTx/>
              <a:buFontTx/>
              <a:buNone/>
              <a:defRPr kumimoji="0" lang="zh-CN" altLang="en-US" sz="3600" b="0" i="0" u="none" strike="noStrike" kern="1200" cap="none" spc="300" normalizeH="0" baseline="0" noProof="1" dirty="0">
                <a:ln>
                  <a:noFill/>
                  <a:prstDash val="sysDot"/>
                </a:ln>
                <a:solidFill>
                  <a:schemeClr val="tx1">
                    <a:lumMod val="85000"/>
                    <a:lumOff val="15000"/>
                  </a:schemeClr>
                </a:solidFill>
                <a:latin typeface="+mj-ea"/>
                <a:ea typeface="+mj-ea"/>
                <a:cs typeface="MiSans Normal" panose="00000500000000000000" charset="-122"/>
              </a:defRPr>
            </a:lvl1pPr>
          </a:lstStyle>
          <a:p>
            <a:pPr lvl="0"/>
            <a:r>
              <a:rPr dirty="0">
                <a:sym typeface="+mn-ea"/>
              </a:rPr>
              <a:t>单击此处编辑母版标题样式</a:t>
            </a:r>
            <a:endParaRPr dirty="0">
              <a:sym typeface="+mn-ea"/>
            </a:endParaRPr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  <p:custDataLst>
              <p:tags r:id="rId4"/>
            </p:custDataLst>
          </p:nvPr>
        </p:nvSpPr>
        <p:spPr>
          <a:xfrm>
            <a:off x="838200" y="6356350"/>
            <a:ext cx="2743200" cy="365125"/>
          </a:xfrm>
        </p:spPr>
        <p:txBody>
          <a:bodyPr/>
          <a:lstStyle/>
          <a:p>
            <a:fld id="{AFF1154F-E427-4513-B34B-94E36374A1AB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  <p:custDataLst>
              <p:tags r:id="rId5"/>
            </p:custDataLst>
          </p:nvPr>
        </p:nvSpPr>
        <p:spPr>
          <a:xfrm>
            <a:off x="4038600" y="6356350"/>
            <a:ext cx="4114800" cy="365125"/>
          </a:xfrm>
        </p:spPr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  <p:custDataLst>
              <p:tags r:id="rId6"/>
            </p:custDataLst>
          </p:nvPr>
        </p:nvSpPr>
        <p:spPr>
          <a:xfrm>
            <a:off x="8610600" y="6356350"/>
            <a:ext cx="2743200" cy="365125"/>
          </a:xfrm>
        </p:spPr>
        <p:txBody>
          <a:bodyPr/>
          <a:lstStyle/>
          <a:p>
            <a:fld id="{CFDA0808-8B01-405B-8ED6-12013DCE0AF6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目录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标题"/>
          <p:cNvSpPr txBox="1">
            <a:spLocks noGrp="1"/>
          </p:cNvSpPr>
          <p:nvPr>
            <p:ph type="title" idx="1"/>
            <p:custDataLst>
              <p:tags r:id="rId2"/>
            </p:custDataLst>
          </p:nvPr>
        </p:nvSpPr>
        <p:spPr>
          <a:xfrm>
            <a:off x="820489" y="734130"/>
            <a:ext cx="10248193" cy="646331"/>
          </a:xfrm>
          <a:prstGeom prst="rect">
            <a:avLst/>
          </a:prstGeom>
          <a:noFill/>
        </p:spPr>
        <p:txBody>
          <a:bodyPr wrap="square" lIns="0" tIns="0" rIns="0" bIns="0" rtlCol="0" anchor="ctr">
            <a:normAutofit/>
          </a:bodyPr>
          <a:lstStyle>
            <a:lvl1pPr marL="0" marR="0" algn="l" defTabSz="914400" rtl="0" eaLnBrk="1" fontAlgn="auto" latinLnBrk="0" hangingPunct="1">
              <a:lnSpc>
                <a:spcPct val="100000"/>
              </a:lnSpc>
              <a:buClrTx/>
              <a:buSzTx/>
              <a:buFontTx/>
              <a:buNone/>
              <a:defRPr kumimoji="0" lang="en-US" altLang="zh-CN" sz="3600" b="0" i="0" u="none" strike="noStrike" kern="1200" cap="none" spc="0" normalizeH="0" baseline="0" noProof="1" dirty="0">
                <a:solidFill>
                  <a:schemeClr val="tx1"/>
                </a:solidFill>
                <a:latin typeface="+mj-ea"/>
                <a:ea typeface="+mj-ea"/>
                <a:cs typeface="MiSans Normal" panose="00000500000000000000" charset="-122"/>
                <a:sym typeface="+mn-ea"/>
              </a:defRPr>
            </a:lvl1pPr>
          </a:lstStyle>
          <a:p>
            <a:pPr lvl="0"/>
            <a:r>
              <a:rPr dirty="0" err="1">
                <a:sym typeface="+mn-ea"/>
              </a:rPr>
              <a:t>单击此处编辑母版标题样式</a:t>
            </a:r>
            <a:endParaRPr dirty="0">
              <a:sym typeface="+mn-ea"/>
            </a:endParaRPr>
          </a:p>
        </p:txBody>
      </p:sp>
      <p:sp>
        <p:nvSpPr>
          <p:cNvPr id="3" name="日期占位符 2"/>
          <p:cNvSpPr>
            <a:spLocks noGrp="1"/>
          </p:cNvSpPr>
          <p:nvPr>
            <p:ph type="dt" sz="half" idx="10"/>
            <p:custDataLst>
              <p:tags r:id="rId3"/>
            </p:custDataLst>
          </p:nvPr>
        </p:nvSpPr>
        <p:spPr>
          <a:xfrm>
            <a:off x="838200" y="6356350"/>
            <a:ext cx="2743200" cy="365125"/>
          </a:xfrm>
        </p:spPr>
        <p:txBody>
          <a:bodyPr/>
          <a:lstStyle/>
          <a:p>
            <a:fld id="{AFF1154F-E427-4513-B34B-94E36374A1AB}" type="datetimeFigureOut">
              <a:rPr lang="zh-CN" altLang="en-US" smtClean="0"/>
            </a:fld>
            <a:endParaRPr lang="zh-CN" altLang="en-US"/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11"/>
            <p:custDataLst>
              <p:tags r:id="rId4"/>
            </p:custDataLst>
          </p:nvPr>
        </p:nvSpPr>
        <p:spPr>
          <a:xfrm>
            <a:off x="4038600" y="6356350"/>
            <a:ext cx="4114800" cy="365125"/>
          </a:xfrm>
        </p:spPr>
        <p:txBody>
          <a:bodyPr/>
          <a:lstStyle/>
          <a:p>
            <a:endParaRPr lang="zh-CN" altLang="en-US"/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  <p:custDataLst>
              <p:tags r:id="rId5"/>
            </p:custDataLst>
          </p:nvPr>
        </p:nvSpPr>
        <p:spPr>
          <a:xfrm>
            <a:off x="8610600" y="6356350"/>
            <a:ext cx="2743200" cy="365125"/>
          </a:xfrm>
        </p:spPr>
        <p:txBody>
          <a:bodyPr/>
          <a:lstStyle/>
          <a:p>
            <a:fld id="{CFDA0808-8B01-405B-8ED6-12013DCE0AF6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标题和两栏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正文"/>
          <p:cNvSpPr txBox="1">
            <a:spLocks noGrp="1"/>
          </p:cNvSpPr>
          <p:nvPr>
            <p:ph idx="3"/>
            <p:custDataLst>
              <p:tags r:id="rId2"/>
            </p:custDataLst>
          </p:nvPr>
        </p:nvSpPr>
        <p:spPr>
          <a:xfrm>
            <a:off x="6400805" y="1490357"/>
            <a:ext cx="5176800" cy="4759236"/>
          </a:xfrm>
          <a:prstGeom prst="rect">
            <a:avLst/>
          </a:prstGeom>
          <a:ln>
            <a:noFill/>
            <a:prstDash val="sysDash"/>
          </a:ln>
        </p:spPr>
        <p:txBody>
          <a:bodyPr vert="horz" lIns="90000" tIns="46800" rIns="90000" bIns="46800" rtlCol="0">
            <a:normAutofit/>
          </a:bodyPr>
          <a:lstStyle>
            <a:lvl1pPr marL="228600" marR="0" lvl="0" indent="-228600" algn="l" defTabSz="914400" rtl="0" eaLnBrk="1" fontAlgn="auto" latinLnBrk="0" hangingPunct="1">
              <a:lnSpc>
                <a:spcPct val="130000"/>
              </a:lnSpc>
              <a:spcBef>
                <a:spcPts val="0"/>
              </a:spcBef>
              <a:spcAft>
                <a:spcPts val="1000"/>
              </a:spcAft>
              <a:buClrTx/>
              <a:buSzTx/>
              <a:buFont typeface="Arial" panose="020B0604020202020204" pitchFamily="34" charset="0"/>
              <a:buChar char="●"/>
              <a:defRPr kumimoji="0" lang="zh-CN" altLang="en-US" sz="1800" b="0" i="0" u="none" strike="noStrike" kern="1200" cap="none" spc="150" normalizeH="0" baseline="0" noProof="1" dirty="0">
                <a:ln>
                  <a:noFill/>
                  <a:prstDash val="sysDot"/>
                </a:ln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MiSans Normal" panose="00000500000000000000" charset="-122"/>
                <a:sym typeface="+mn-ea"/>
              </a:defRPr>
            </a:lvl1pPr>
            <a:lvl2pPr marL="685800" marR="0" lvl="1" indent="-228600" fontAlgn="auto">
              <a:lnSpc>
                <a:spcPct val="120000"/>
              </a:lnSpc>
              <a:spcBef>
                <a:spcPts val="0"/>
              </a:spcBef>
              <a:spcAft>
                <a:spcPts val="600"/>
              </a:spcAft>
              <a:buFont typeface="Arial" panose="020B0604020202020204" pitchFamily="34" charset="0"/>
              <a:buChar char="●"/>
              <a:tabLst>
                <a:tab pos="1609725" algn="l"/>
              </a:tabLst>
              <a:defRPr kumimoji="0" sz="1600" b="0" i="0" u="none" strike="noStrike" cap="none" spc="150" normalizeH="0" baseline="0">
                <a:solidFill>
                  <a:schemeClr val="tx1">
                    <a:lumMod val="50000"/>
                    <a:lumOff val="50000"/>
                  </a:schemeClr>
                </a:solidFill>
                <a:uFillTx/>
                <a:latin typeface="+mn-ea"/>
                <a:ea typeface="+mn-ea"/>
              </a:defRPr>
            </a:lvl2pPr>
            <a:lvl3pPr marL="1143000" marR="0" lvl="2" indent="-228600" fontAlgn="auto">
              <a:lnSpc>
                <a:spcPct val="120000"/>
              </a:lnSpc>
              <a:spcBef>
                <a:spcPts val="0"/>
              </a:spcBef>
              <a:spcAft>
                <a:spcPts val="600"/>
              </a:spcAft>
              <a:buFont typeface="Arial" panose="020B0604020202020204" pitchFamily="34" charset="0"/>
              <a:buChar char="●"/>
              <a:defRPr kumimoji="0" sz="1600" b="0" i="0" u="none" strike="noStrike" cap="none" spc="150" normalizeH="0" baseline="0">
                <a:solidFill>
                  <a:schemeClr val="tx1">
                    <a:lumMod val="50000"/>
                    <a:lumOff val="50000"/>
                  </a:schemeClr>
                </a:solidFill>
                <a:uFillTx/>
                <a:latin typeface="+mn-ea"/>
                <a:ea typeface="+mn-ea"/>
              </a:defRPr>
            </a:lvl3pPr>
            <a:lvl4pPr marL="1600200" marR="0" lvl="3" indent="-228600" fontAlgn="auto">
              <a:lnSpc>
                <a:spcPct val="120000"/>
              </a:lnSpc>
              <a:spcBef>
                <a:spcPts val="0"/>
              </a:spcBef>
              <a:spcAft>
                <a:spcPts val="300"/>
              </a:spcAft>
              <a:buFont typeface="Wingdings" panose="05000000000000000000" charset="0"/>
              <a:buChar char=""/>
              <a:defRPr kumimoji="0" sz="1400" b="0" i="0" u="none" strike="noStrike" cap="none" spc="150" normalizeH="0" baseline="0">
                <a:solidFill>
                  <a:schemeClr val="tx1">
                    <a:lumMod val="50000"/>
                    <a:lumOff val="50000"/>
                  </a:schemeClr>
                </a:solidFill>
                <a:uFillTx/>
                <a:latin typeface="+mn-ea"/>
                <a:ea typeface="+mn-ea"/>
              </a:defRPr>
            </a:lvl4pPr>
            <a:lvl5pPr marL="2057400" marR="0" lvl="4" indent="-228600" fontAlgn="auto">
              <a:lnSpc>
                <a:spcPct val="12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Char char="•"/>
              <a:defRPr kumimoji="0" sz="1400" b="0" i="0" u="none" strike="noStrike" cap="none" spc="150" normalizeH="0" baseline="0">
                <a:solidFill>
                  <a:schemeClr val="tx1">
                    <a:lumMod val="50000"/>
                    <a:lumOff val="50000"/>
                  </a:schemeClr>
                </a:solidFill>
                <a:uFillTx/>
                <a:latin typeface="+mn-ea"/>
                <a:ea typeface="+mn-ea"/>
              </a:defRPr>
            </a:lvl5pPr>
            <a:lvl6pPr indent="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</a:lvl6pPr>
            <a:lvl7pPr marL="29718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7pPr>
            <a:lvl8pPr marL="34290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8pPr>
            <a:lvl9pPr marL="38862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9pPr>
          </a:lstStyle>
          <a:p>
            <a:pPr lvl="0">
              <a:spcBef>
                <a:spcPts val="1200"/>
              </a:spcBef>
              <a:spcAft>
                <a:spcPts val="0"/>
              </a:spcAft>
              <a:buClr>
                <a:srgbClr val="548235"/>
              </a:buClr>
            </a:pPr>
            <a:r>
              <a:rPr dirty="0">
                <a:sym typeface="+mn-ea"/>
              </a:rPr>
              <a:t>单击此处编辑母版文本样式</a:t>
            </a:r>
            <a:endParaRPr dirty="0">
              <a:sym typeface="+mn-ea"/>
            </a:endParaRPr>
          </a:p>
          <a:p>
            <a:pPr lvl="1">
              <a:spcBef>
                <a:spcPts val="1200"/>
              </a:spcBef>
              <a:spcAft>
                <a:spcPts val="0"/>
              </a:spcAft>
              <a:buClr>
                <a:srgbClr val="548235"/>
              </a:buClr>
            </a:pPr>
            <a:r>
              <a:rPr dirty="0">
                <a:sym typeface="+mn-ea"/>
              </a:rPr>
              <a:t>第二级</a:t>
            </a:r>
            <a:endParaRPr dirty="0">
              <a:sym typeface="+mn-ea"/>
            </a:endParaRPr>
          </a:p>
          <a:p>
            <a:pPr lvl="2">
              <a:spcBef>
                <a:spcPts val="1200"/>
              </a:spcBef>
              <a:spcAft>
                <a:spcPts val="0"/>
              </a:spcAft>
              <a:buClr>
                <a:srgbClr val="548235"/>
              </a:buClr>
            </a:pPr>
            <a:r>
              <a:rPr dirty="0">
                <a:sym typeface="+mn-ea"/>
              </a:rPr>
              <a:t>第三级</a:t>
            </a:r>
            <a:endParaRPr dirty="0">
              <a:sym typeface="+mn-ea"/>
            </a:endParaRPr>
          </a:p>
          <a:p>
            <a:pPr lvl="3">
              <a:spcBef>
                <a:spcPts val="1200"/>
              </a:spcBef>
              <a:spcAft>
                <a:spcPts val="0"/>
              </a:spcAft>
              <a:buClr>
                <a:srgbClr val="548235"/>
              </a:buClr>
            </a:pPr>
            <a:r>
              <a:rPr dirty="0">
                <a:sym typeface="+mn-ea"/>
              </a:rPr>
              <a:t>第四级</a:t>
            </a:r>
            <a:endParaRPr dirty="0">
              <a:sym typeface="+mn-ea"/>
            </a:endParaRPr>
          </a:p>
          <a:p>
            <a:pPr lvl="4">
              <a:spcBef>
                <a:spcPts val="1200"/>
              </a:spcBef>
              <a:spcAft>
                <a:spcPts val="0"/>
              </a:spcAft>
              <a:buClr>
                <a:srgbClr val="548235"/>
              </a:buClr>
            </a:pPr>
            <a:r>
              <a:rPr dirty="0">
                <a:sym typeface="+mn-ea"/>
              </a:rPr>
              <a:t>第五级</a:t>
            </a:r>
            <a:endParaRPr dirty="0">
              <a:sym typeface="+mn-ea"/>
            </a:endParaRPr>
          </a:p>
        </p:txBody>
      </p:sp>
      <p:sp>
        <p:nvSpPr>
          <p:cNvPr id="9" name="正文"/>
          <p:cNvSpPr txBox="1">
            <a:spLocks noGrp="1"/>
          </p:cNvSpPr>
          <p:nvPr>
            <p:ph idx="2"/>
            <p:custDataLst>
              <p:tags r:id="rId3"/>
            </p:custDataLst>
          </p:nvPr>
        </p:nvSpPr>
        <p:spPr>
          <a:xfrm>
            <a:off x="608400" y="1490357"/>
            <a:ext cx="5176800" cy="4759236"/>
          </a:xfrm>
          <a:prstGeom prst="rect">
            <a:avLst/>
          </a:prstGeom>
          <a:ln>
            <a:noFill/>
            <a:prstDash val="sysDash"/>
          </a:ln>
        </p:spPr>
        <p:txBody>
          <a:bodyPr vert="horz" lIns="90000" tIns="46800" rIns="90000" bIns="46800" rtlCol="0">
            <a:normAutofit/>
          </a:bodyPr>
          <a:lstStyle>
            <a:lvl1pPr marL="228600" marR="0" lvl="0" indent="-228600" algn="l" defTabSz="914400" rtl="0" eaLnBrk="1" fontAlgn="auto" latinLnBrk="0" hangingPunct="1">
              <a:lnSpc>
                <a:spcPct val="130000"/>
              </a:lnSpc>
              <a:spcBef>
                <a:spcPts val="0"/>
              </a:spcBef>
              <a:spcAft>
                <a:spcPts val="1000"/>
              </a:spcAft>
              <a:buClrTx/>
              <a:buSzTx/>
              <a:buFont typeface="Arial" panose="020B0604020202020204" pitchFamily="34" charset="0"/>
              <a:buChar char="●"/>
              <a:defRPr kumimoji="0" lang="zh-CN" altLang="en-US" sz="1800" b="0" i="0" u="none" strike="noStrike" kern="1200" cap="none" spc="150" normalizeH="0" baseline="0" noProof="1" dirty="0">
                <a:ln>
                  <a:noFill/>
                  <a:prstDash val="sysDot"/>
                </a:ln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MiSans Normal" panose="00000500000000000000" charset="-122"/>
                <a:sym typeface="+mn-ea"/>
              </a:defRPr>
            </a:lvl1pPr>
            <a:lvl2pPr marL="685800" marR="0" lvl="1" indent="-228600" fontAlgn="auto">
              <a:lnSpc>
                <a:spcPct val="120000"/>
              </a:lnSpc>
              <a:spcBef>
                <a:spcPts val="0"/>
              </a:spcBef>
              <a:spcAft>
                <a:spcPts val="600"/>
              </a:spcAft>
              <a:buFont typeface="Arial" panose="020B0604020202020204" pitchFamily="34" charset="0"/>
              <a:buChar char="●"/>
              <a:tabLst>
                <a:tab pos="1609725" algn="l"/>
              </a:tabLst>
              <a:defRPr kumimoji="0" sz="1600" b="0" i="0" u="none" strike="noStrike" cap="none" spc="150" normalizeH="0" baseline="0">
                <a:solidFill>
                  <a:schemeClr val="tx1">
                    <a:lumMod val="50000"/>
                    <a:lumOff val="50000"/>
                  </a:schemeClr>
                </a:solidFill>
                <a:uFillTx/>
                <a:latin typeface="+mn-ea"/>
                <a:ea typeface="+mn-ea"/>
              </a:defRPr>
            </a:lvl2pPr>
            <a:lvl3pPr marL="1143000" marR="0" lvl="2" indent="-228600" fontAlgn="auto">
              <a:lnSpc>
                <a:spcPct val="120000"/>
              </a:lnSpc>
              <a:spcBef>
                <a:spcPts val="0"/>
              </a:spcBef>
              <a:spcAft>
                <a:spcPts val="600"/>
              </a:spcAft>
              <a:buFont typeface="Arial" panose="020B0604020202020204" pitchFamily="34" charset="0"/>
              <a:buChar char="●"/>
              <a:defRPr kumimoji="0" sz="1600" b="0" i="0" u="none" strike="noStrike" cap="none" spc="150" normalizeH="0" baseline="0">
                <a:solidFill>
                  <a:schemeClr val="tx1">
                    <a:lumMod val="50000"/>
                    <a:lumOff val="50000"/>
                  </a:schemeClr>
                </a:solidFill>
                <a:uFillTx/>
                <a:latin typeface="+mn-ea"/>
                <a:ea typeface="+mn-ea"/>
              </a:defRPr>
            </a:lvl3pPr>
            <a:lvl4pPr marL="1600200" marR="0" lvl="3" indent="-228600" fontAlgn="auto">
              <a:lnSpc>
                <a:spcPct val="120000"/>
              </a:lnSpc>
              <a:spcBef>
                <a:spcPts val="0"/>
              </a:spcBef>
              <a:spcAft>
                <a:spcPts val="300"/>
              </a:spcAft>
              <a:buFont typeface="Wingdings" panose="05000000000000000000" charset="0"/>
              <a:buChar char=""/>
              <a:defRPr kumimoji="0" sz="1400" b="0" i="0" u="none" strike="noStrike" cap="none" spc="150" normalizeH="0" baseline="0">
                <a:solidFill>
                  <a:schemeClr val="tx1">
                    <a:lumMod val="50000"/>
                    <a:lumOff val="50000"/>
                  </a:schemeClr>
                </a:solidFill>
                <a:uFillTx/>
                <a:latin typeface="+mn-ea"/>
                <a:ea typeface="+mn-ea"/>
              </a:defRPr>
            </a:lvl4pPr>
            <a:lvl5pPr marL="2057400" marR="0" lvl="4" indent="-228600" fontAlgn="auto">
              <a:lnSpc>
                <a:spcPct val="12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Char char="•"/>
              <a:defRPr kumimoji="0" sz="1400" b="0" i="0" u="none" strike="noStrike" cap="none" spc="150" normalizeH="0" baseline="0">
                <a:solidFill>
                  <a:schemeClr val="tx1">
                    <a:lumMod val="50000"/>
                    <a:lumOff val="50000"/>
                  </a:schemeClr>
                </a:solidFill>
                <a:uFillTx/>
                <a:latin typeface="+mn-ea"/>
                <a:ea typeface="+mn-ea"/>
              </a:defRPr>
            </a:lvl5pPr>
            <a:lvl6pPr indent="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</a:lvl6pPr>
            <a:lvl7pPr marL="29718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7pPr>
            <a:lvl8pPr marL="34290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8pPr>
            <a:lvl9pPr marL="38862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9pPr>
          </a:lstStyle>
          <a:p>
            <a:pPr lvl="0">
              <a:spcBef>
                <a:spcPts val="1200"/>
              </a:spcBef>
              <a:spcAft>
                <a:spcPts val="0"/>
              </a:spcAft>
              <a:buClr>
                <a:srgbClr val="548235"/>
              </a:buClr>
            </a:pPr>
            <a:r>
              <a:rPr dirty="0">
                <a:sym typeface="+mn-ea"/>
              </a:rPr>
              <a:t>单击此处编辑母版文本样式</a:t>
            </a:r>
            <a:endParaRPr dirty="0">
              <a:sym typeface="+mn-ea"/>
            </a:endParaRPr>
          </a:p>
          <a:p>
            <a:pPr lvl="1">
              <a:spcBef>
                <a:spcPts val="1200"/>
              </a:spcBef>
              <a:spcAft>
                <a:spcPts val="0"/>
              </a:spcAft>
              <a:buClr>
                <a:srgbClr val="548235"/>
              </a:buClr>
            </a:pPr>
            <a:r>
              <a:rPr dirty="0">
                <a:sym typeface="+mn-ea"/>
              </a:rPr>
              <a:t>第二级</a:t>
            </a:r>
            <a:endParaRPr dirty="0">
              <a:sym typeface="+mn-ea"/>
            </a:endParaRPr>
          </a:p>
          <a:p>
            <a:pPr lvl="2">
              <a:spcBef>
                <a:spcPts val="1200"/>
              </a:spcBef>
              <a:spcAft>
                <a:spcPts val="0"/>
              </a:spcAft>
              <a:buClr>
                <a:srgbClr val="548235"/>
              </a:buClr>
            </a:pPr>
            <a:r>
              <a:rPr dirty="0">
                <a:sym typeface="+mn-ea"/>
              </a:rPr>
              <a:t>第三级</a:t>
            </a:r>
            <a:endParaRPr dirty="0">
              <a:sym typeface="+mn-ea"/>
            </a:endParaRPr>
          </a:p>
          <a:p>
            <a:pPr lvl="3">
              <a:spcBef>
                <a:spcPts val="1200"/>
              </a:spcBef>
              <a:spcAft>
                <a:spcPts val="0"/>
              </a:spcAft>
              <a:buClr>
                <a:srgbClr val="548235"/>
              </a:buClr>
            </a:pPr>
            <a:r>
              <a:rPr dirty="0">
                <a:sym typeface="+mn-ea"/>
              </a:rPr>
              <a:t>第四级</a:t>
            </a:r>
            <a:endParaRPr dirty="0">
              <a:sym typeface="+mn-ea"/>
            </a:endParaRPr>
          </a:p>
          <a:p>
            <a:pPr lvl="4">
              <a:spcBef>
                <a:spcPts val="1200"/>
              </a:spcBef>
              <a:spcAft>
                <a:spcPts val="0"/>
              </a:spcAft>
              <a:buClr>
                <a:srgbClr val="548235"/>
              </a:buClr>
            </a:pPr>
            <a:r>
              <a:rPr dirty="0">
                <a:sym typeface="+mn-ea"/>
              </a:rPr>
              <a:t>第五级</a:t>
            </a:r>
            <a:endParaRPr dirty="0">
              <a:sym typeface="+mn-ea"/>
            </a:endParaRPr>
          </a:p>
        </p:txBody>
      </p:sp>
      <p:sp>
        <p:nvSpPr>
          <p:cNvPr id="8" name="标题"/>
          <p:cNvSpPr txBox="1">
            <a:spLocks noGrp="1"/>
          </p:cNvSpPr>
          <p:nvPr>
            <p:ph type="title" idx="1"/>
            <p:custDataLst>
              <p:tags r:id="rId4"/>
            </p:custDataLst>
          </p:nvPr>
        </p:nvSpPr>
        <p:spPr>
          <a:xfrm>
            <a:off x="608400" y="608400"/>
            <a:ext cx="10969200" cy="705600"/>
          </a:xfrm>
          <a:prstGeom prst="rect">
            <a:avLst/>
          </a:prstGeom>
          <a:noFill/>
          <a:ln>
            <a:noFill/>
            <a:prstDash val="sysDash"/>
          </a:ln>
        </p:spPr>
        <p:txBody>
          <a:bodyPr wrap="square" rtlCol="0">
            <a:normAutofit/>
          </a:bodyPr>
          <a:lstStyle>
            <a:lvl1pPr marL="0" marR="0" algn="l" defTabSz="914400" rtl="0" eaLnBrk="1" fontAlgn="auto" latinLnBrk="0" hangingPunct="1">
              <a:lnSpc>
                <a:spcPct val="100000"/>
              </a:lnSpc>
              <a:buClrTx/>
              <a:buSzTx/>
              <a:buFontTx/>
              <a:buNone/>
              <a:defRPr kumimoji="0" lang="zh-CN" altLang="en-US" sz="3600" b="0" i="0" u="none" strike="noStrike" kern="1200" cap="none" spc="300" normalizeH="0" baseline="0" noProof="1" dirty="0">
                <a:ln>
                  <a:noFill/>
                  <a:prstDash val="sysDot"/>
                </a:ln>
                <a:solidFill>
                  <a:schemeClr val="tx1">
                    <a:lumMod val="85000"/>
                    <a:lumOff val="15000"/>
                  </a:schemeClr>
                </a:solidFill>
                <a:latin typeface="+mj-ea"/>
                <a:ea typeface="+mj-ea"/>
                <a:cs typeface="+mj-ea"/>
              </a:defRPr>
            </a:lvl1pPr>
          </a:lstStyle>
          <a:p>
            <a:pPr lvl="0"/>
            <a:r>
              <a:rPr dirty="0">
                <a:sym typeface="+mn-ea"/>
              </a:rPr>
              <a:t>单击此处编辑母版标题样式</a:t>
            </a:r>
            <a:endParaRPr dirty="0">
              <a:sym typeface="+mn-ea"/>
            </a:endParaRPr>
          </a:p>
        </p:txBody>
      </p:sp>
      <p:sp>
        <p:nvSpPr>
          <p:cNvPr id="5" name="日期占位符 4"/>
          <p:cNvSpPr>
            <a:spLocks noGrp="1"/>
          </p:cNvSpPr>
          <p:nvPr>
            <p:ph type="dt" sz="half" idx="10"/>
            <p:custDataLst>
              <p:tags r:id="rId5"/>
            </p:custDataLst>
          </p:nvPr>
        </p:nvSpPr>
        <p:spPr>
          <a:xfrm>
            <a:off x="838200" y="6356350"/>
            <a:ext cx="2743200" cy="365125"/>
          </a:xfrm>
        </p:spPr>
        <p:txBody>
          <a:bodyPr/>
          <a:lstStyle/>
          <a:p>
            <a:fld id="{AFF1154F-E427-4513-B34B-94E36374A1AB}" type="datetimeFigureOut">
              <a:rPr lang="zh-CN" altLang="en-US" smtClean="0"/>
            </a:fld>
            <a:endParaRPr lang="zh-CN" altLang="en-US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11"/>
            <p:custDataLst>
              <p:tags r:id="rId6"/>
            </p:custDataLst>
          </p:nvPr>
        </p:nvSpPr>
        <p:spPr>
          <a:xfrm>
            <a:off x="4038600" y="6356350"/>
            <a:ext cx="4114800" cy="365125"/>
          </a:xfrm>
        </p:spPr>
        <p:txBody>
          <a:bodyPr/>
          <a:lstStyle/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12"/>
            <p:custDataLst>
              <p:tags r:id="rId7"/>
            </p:custDataLst>
          </p:nvPr>
        </p:nvSpPr>
        <p:spPr>
          <a:xfrm>
            <a:off x="8610600" y="6356350"/>
            <a:ext cx="2743200" cy="365125"/>
          </a:xfrm>
        </p:spPr>
        <p:txBody>
          <a:bodyPr/>
          <a:lstStyle/>
          <a:p>
            <a:fld id="{CFDA0808-8B01-405B-8ED6-12013DCE0AF6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26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标题和比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正文"/>
          <p:cNvSpPr txBox="1">
            <a:spLocks noGrp="1"/>
          </p:cNvSpPr>
          <p:nvPr>
            <p:ph idx="5"/>
            <p:custDataLst>
              <p:tags r:id="rId2"/>
            </p:custDataLst>
          </p:nvPr>
        </p:nvSpPr>
        <p:spPr>
          <a:xfrm>
            <a:off x="6235200" y="1854000"/>
            <a:ext cx="5342400" cy="4395600"/>
          </a:xfrm>
          <a:prstGeom prst="rect">
            <a:avLst/>
          </a:prstGeom>
          <a:ln>
            <a:noFill/>
            <a:prstDash val="sysDash"/>
          </a:ln>
        </p:spPr>
        <p:txBody>
          <a:bodyPr vert="horz" lIns="90000" tIns="46800" rIns="90000" bIns="46800" rtlCol="0">
            <a:normAutofit/>
          </a:bodyPr>
          <a:lstStyle>
            <a:lvl1pPr marL="228600" marR="0" lvl="0" indent="-228600" algn="l" defTabSz="914400" rtl="0" eaLnBrk="1" fontAlgn="auto" latinLnBrk="0" hangingPunct="1">
              <a:lnSpc>
                <a:spcPct val="130000"/>
              </a:lnSpc>
              <a:spcBef>
                <a:spcPts val="0"/>
              </a:spcBef>
              <a:spcAft>
                <a:spcPts val="1000"/>
              </a:spcAft>
              <a:buClrTx/>
              <a:buSzTx/>
              <a:buFont typeface="Arial" panose="020B0604020202020204" pitchFamily="34" charset="0"/>
              <a:buChar char="●"/>
              <a:defRPr kumimoji="0" lang="zh-CN" altLang="en-US" sz="1800" b="0" i="0" u="none" strike="noStrike" kern="1200" cap="none" spc="150" normalizeH="0" baseline="0" noProof="1" dirty="0">
                <a:ln>
                  <a:noFill/>
                  <a:prstDash val="sysDot"/>
                </a:ln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MiSans Normal" panose="00000500000000000000" charset="-122"/>
                <a:sym typeface="+mn-ea"/>
              </a:defRPr>
            </a:lvl1pPr>
            <a:lvl2pPr marL="685800" marR="0" lvl="1" indent="-228600" fontAlgn="auto">
              <a:lnSpc>
                <a:spcPct val="120000"/>
              </a:lnSpc>
              <a:spcBef>
                <a:spcPts val="0"/>
              </a:spcBef>
              <a:spcAft>
                <a:spcPts val="600"/>
              </a:spcAft>
              <a:buFont typeface="Arial" panose="020B0604020202020204" pitchFamily="34" charset="0"/>
              <a:buChar char="●"/>
              <a:tabLst>
                <a:tab pos="1609725" algn="l"/>
              </a:tabLst>
              <a:defRPr kumimoji="0" sz="1600" b="0" i="0" u="none" strike="noStrike" cap="none" spc="150" normalizeH="0" baseline="0">
                <a:solidFill>
                  <a:schemeClr val="tx1">
                    <a:lumMod val="50000"/>
                    <a:lumOff val="50000"/>
                  </a:schemeClr>
                </a:solidFill>
                <a:uFillTx/>
                <a:latin typeface="+mn-ea"/>
                <a:ea typeface="+mn-ea"/>
              </a:defRPr>
            </a:lvl2pPr>
            <a:lvl3pPr marL="1143000" marR="0" lvl="2" indent="-228600" fontAlgn="auto">
              <a:lnSpc>
                <a:spcPct val="120000"/>
              </a:lnSpc>
              <a:spcBef>
                <a:spcPts val="0"/>
              </a:spcBef>
              <a:spcAft>
                <a:spcPts val="600"/>
              </a:spcAft>
              <a:buFont typeface="Arial" panose="020B0604020202020204" pitchFamily="34" charset="0"/>
              <a:buChar char="●"/>
              <a:defRPr kumimoji="0" sz="1600" b="0" i="0" u="none" strike="noStrike" cap="none" spc="150" normalizeH="0" baseline="0">
                <a:solidFill>
                  <a:schemeClr val="tx1">
                    <a:lumMod val="50000"/>
                    <a:lumOff val="50000"/>
                  </a:schemeClr>
                </a:solidFill>
                <a:uFillTx/>
                <a:latin typeface="+mn-ea"/>
                <a:ea typeface="+mn-ea"/>
              </a:defRPr>
            </a:lvl3pPr>
            <a:lvl4pPr marL="1600200" marR="0" lvl="3" indent="-228600" fontAlgn="auto">
              <a:lnSpc>
                <a:spcPct val="120000"/>
              </a:lnSpc>
              <a:spcBef>
                <a:spcPts val="0"/>
              </a:spcBef>
              <a:spcAft>
                <a:spcPts val="300"/>
              </a:spcAft>
              <a:buFont typeface="Wingdings" panose="05000000000000000000" charset="0"/>
              <a:buChar char=""/>
              <a:defRPr kumimoji="0" sz="1400" b="0" i="0" u="none" strike="noStrike" cap="none" spc="150" normalizeH="0" baseline="0">
                <a:solidFill>
                  <a:schemeClr val="tx1">
                    <a:lumMod val="50000"/>
                    <a:lumOff val="50000"/>
                  </a:schemeClr>
                </a:solidFill>
                <a:uFillTx/>
                <a:latin typeface="+mn-ea"/>
                <a:ea typeface="+mn-ea"/>
              </a:defRPr>
            </a:lvl4pPr>
            <a:lvl5pPr marL="2057400" marR="0" lvl="4" indent="-228600" fontAlgn="auto">
              <a:lnSpc>
                <a:spcPct val="12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Char char="•"/>
              <a:defRPr kumimoji="0" sz="1400" b="0" i="0" u="none" strike="noStrike" cap="none" spc="150" normalizeH="0" baseline="0">
                <a:solidFill>
                  <a:schemeClr val="tx1">
                    <a:lumMod val="50000"/>
                    <a:lumOff val="50000"/>
                  </a:schemeClr>
                </a:solidFill>
                <a:uFillTx/>
                <a:latin typeface="+mn-ea"/>
                <a:ea typeface="+mn-ea"/>
              </a:defRPr>
            </a:lvl5pPr>
            <a:lvl6pPr indent="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</a:lvl6pPr>
            <a:lvl7pPr marL="29718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7pPr>
            <a:lvl8pPr marL="34290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8pPr>
            <a:lvl9pPr marL="38862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9pPr>
          </a:lstStyle>
          <a:p>
            <a:pPr lvl="0">
              <a:spcBef>
                <a:spcPts val="1200"/>
              </a:spcBef>
              <a:spcAft>
                <a:spcPts val="0"/>
              </a:spcAft>
              <a:buClr>
                <a:srgbClr val="548235"/>
              </a:buClr>
            </a:pPr>
            <a:r>
              <a:rPr dirty="0">
                <a:sym typeface="+mn-ea"/>
              </a:rPr>
              <a:t>单击此处编辑母版文本样式</a:t>
            </a:r>
            <a:endParaRPr dirty="0">
              <a:sym typeface="+mn-ea"/>
            </a:endParaRPr>
          </a:p>
          <a:p>
            <a:pPr lvl="1">
              <a:spcBef>
                <a:spcPts val="1200"/>
              </a:spcBef>
              <a:spcAft>
                <a:spcPts val="0"/>
              </a:spcAft>
              <a:buClr>
                <a:srgbClr val="548235"/>
              </a:buClr>
            </a:pPr>
            <a:r>
              <a:rPr dirty="0">
                <a:sym typeface="+mn-ea"/>
              </a:rPr>
              <a:t>第二级</a:t>
            </a:r>
            <a:endParaRPr dirty="0">
              <a:sym typeface="+mn-ea"/>
            </a:endParaRPr>
          </a:p>
          <a:p>
            <a:pPr lvl="2">
              <a:spcBef>
                <a:spcPts val="1200"/>
              </a:spcBef>
              <a:spcAft>
                <a:spcPts val="0"/>
              </a:spcAft>
              <a:buClr>
                <a:srgbClr val="548235"/>
              </a:buClr>
            </a:pPr>
            <a:r>
              <a:rPr dirty="0">
                <a:sym typeface="+mn-ea"/>
              </a:rPr>
              <a:t>第三级</a:t>
            </a:r>
            <a:endParaRPr dirty="0">
              <a:sym typeface="+mn-ea"/>
            </a:endParaRPr>
          </a:p>
          <a:p>
            <a:pPr lvl="3">
              <a:spcBef>
                <a:spcPts val="1200"/>
              </a:spcBef>
              <a:spcAft>
                <a:spcPts val="0"/>
              </a:spcAft>
              <a:buClr>
                <a:srgbClr val="548235"/>
              </a:buClr>
            </a:pPr>
            <a:r>
              <a:rPr dirty="0">
                <a:sym typeface="+mn-ea"/>
              </a:rPr>
              <a:t>第四级</a:t>
            </a:r>
            <a:endParaRPr dirty="0">
              <a:sym typeface="+mn-ea"/>
            </a:endParaRPr>
          </a:p>
          <a:p>
            <a:pPr lvl="4">
              <a:spcBef>
                <a:spcPts val="1200"/>
              </a:spcBef>
              <a:spcAft>
                <a:spcPts val="0"/>
              </a:spcAft>
              <a:buClr>
                <a:srgbClr val="548235"/>
              </a:buClr>
            </a:pPr>
            <a:r>
              <a:rPr dirty="0">
                <a:sym typeface="+mn-ea"/>
              </a:rPr>
              <a:t>第五级</a:t>
            </a:r>
            <a:endParaRPr dirty="0">
              <a:sym typeface="+mn-ea"/>
            </a:endParaRPr>
          </a:p>
        </p:txBody>
      </p:sp>
      <p:sp>
        <p:nvSpPr>
          <p:cNvPr id="13" name="标题"/>
          <p:cNvSpPr txBox="1">
            <a:spLocks noGrp="1"/>
          </p:cNvSpPr>
          <p:nvPr>
            <p:ph type="title" idx="4"/>
            <p:custDataLst>
              <p:tags r:id="rId3"/>
            </p:custDataLst>
          </p:nvPr>
        </p:nvSpPr>
        <p:spPr>
          <a:xfrm>
            <a:off x="6235200" y="1429200"/>
            <a:ext cx="5342400" cy="400110"/>
          </a:xfrm>
          <a:prstGeom prst="rect">
            <a:avLst/>
          </a:prstGeom>
          <a:noFill/>
          <a:ln>
            <a:noFill/>
            <a:prstDash val="sysDash"/>
          </a:ln>
        </p:spPr>
        <p:txBody>
          <a:bodyPr wrap="square" rtlCol="0">
            <a:normAutofit/>
          </a:bodyPr>
          <a:lstStyle>
            <a:lvl1pPr marL="0" marR="0" algn="l" defTabSz="914400" rtl="0" eaLnBrk="1" fontAlgn="auto" latinLnBrk="0" hangingPunct="1">
              <a:lnSpc>
                <a:spcPct val="100000"/>
              </a:lnSpc>
              <a:buClrTx/>
              <a:buSzTx/>
              <a:buFontTx/>
              <a:buNone/>
              <a:defRPr kumimoji="0" lang="zh-CN" altLang="en-US" sz="2000" b="1" i="0" u="none" strike="noStrike" kern="1200" cap="none" spc="0" normalizeH="0" baseline="0" noProof="1" dirty="0">
                <a:solidFill>
                  <a:schemeClr val="tx1">
                    <a:lumMod val="85000"/>
                    <a:lumOff val="15000"/>
                  </a:schemeClr>
                </a:solidFill>
                <a:latin typeface="+mj-ea"/>
                <a:ea typeface="+mj-ea"/>
                <a:cs typeface="MiSans Normal" panose="00000500000000000000" charset="-122"/>
              </a:defRPr>
            </a:lvl1pPr>
          </a:lstStyle>
          <a:p>
            <a:pPr lvl="0"/>
            <a:r>
              <a:rPr>
                <a:sym typeface="+mn-ea"/>
              </a:rPr>
              <a:t>单击此处编辑母版标题样式</a:t>
            </a:r>
            <a:endParaRPr>
              <a:sym typeface="+mn-ea"/>
            </a:endParaRPr>
          </a:p>
        </p:txBody>
      </p:sp>
      <p:sp>
        <p:nvSpPr>
          <p:cNvPr id="12" name="正文"/>
          <p:cNvSpPr txBox="1">
            <a:spLocks noGrp="1"/>
          </p:cNvSpPr>
          <p:nvPr>
            <p:ph idx="3"/>
            <p:custDataLst>
              <p:tags r:id="rId4"/>
            </p:custDataLst>
          </p:nvPr>
        </p:nvSpPr>
        <p:spPr>
          <a:xfrm>
            <a:off x="608400" y="1854000"/>
            <a:ext cx="5342400" cy="4395600"/>
          </a:xfrm>
          <a:prstGeom prst="rect">
            <a:avLst/>
          </a:prstGeom>
          <a:ln>
            <a:noFill/>
            <a:prstDash val="sysDash"/>
          </a:ln>
        </p:spPr>
        <p:txBody>
          <a:bodyPr vert="horz" lIns="90000" tIns="46800" rIns="90000" bIns="46800" rtlCol="0">
            <a:normAutofit/>
          </a:bodyPr>
          <a:lstStyle>
            <a:lvl1pPr marL="228600" marR="0" lvl="0" indent="-228600" algn="l" defTabSz="914400" rtl="0" eaLnBrk="1" fontAlgn="auto" latinLnBrk="0" hangingPunct="1">
              <a:lnSpc>
                <a:spcPct val="130000"/>
              </a:lnSpc>
              <a:spcBef>
                <a:spcPts val="0"/>
              </a:spcBef>
              <a:spcAft>
                <a:spcPts val="1000"/>
              </a:spcAft>
              <a:buClrTx/>
              <a:buSzTx/>
              <a:buFont typeface="Arial" panose="020B0604020202020204" pitchFamily="34" charset="0"/>
              <a:buChar char="●"/>
              <a:defRPr kumimoji="0" lang="zh-CN" altLang="en-US" sz="1800" b="0" i="0" u="none" strike="noStrike" kern="1200" cap="none" spc="150" normalizeH="0" baseline="0" noProof="1" dirty="0">
                <a:ln>
                  <a:noFill/>
                  <a:prstDash val="sysDot"/>
                </a:ln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MiSans Normal" panose="00000500000000000000" charset="-122"/>
                <a:sym typeface="+mn-ea"/>
              </a:defRPr>
            </a:lvl1pPr>
            <a:lvl2pPr marL="685800" marR="0" lvl="1" indent="-228600" fontAlgn="auto">
              <a:lnSpc>
                <a:spcPct val="120000"/>
              </a:lnSpc>
              <a:spcBef>
                <a:spcPts val="0"/>
              </a:spcBef>
              <a:spcAft>
                <a:spcPts val="600"/>
              </a:spcAft>
              <a:buFont typeface="Arial" panose="020B0604020202020204" pitchFamily="34" charset="0"/>
              <a:buChar char="●"/>
              <a:tabLst>
                <a:tab pos="1609725" algn="l"/>
              </a:tabLst>
              <a:defRPr kumimoji="0" sz="1600" b="0" i="0" u="none" strike="noStrike" cap="none" spc="150" normalizeH="0" baseline="0">
                <a:solidFill>
                  <a:schemeClr val="tx1">
                    <a:lumMod val="50000"/>
                    <a:lumOff val="50000"/>
                  </a:schemeClr>
                </a:solidFill>
                <a:uFillTx/>
                <a:latin typeface="+mn-ea"/>
                <a:ea typeface="+mn-ea"/>
              </a:defRPr>
            </a:lvl2pPr>
            <a:lvl3pPr marL="1143000" marR="0" lvl="2" indent="-228600" fontAlgn="auto">
              <a:lnSpc>
                <a:spcPct val="120000"/>
              </a:lnSpc>
              <a:spcBef>
                <a:spcPts val="0"/>
              </a:spcBef>
              <a:spcAft>
                <a:spcPts val="600"/>
              </a:spcAft>
              <a:buFont typeface="Arial" panose="020B0604020202020204" pitchFamily="34" charset="0"/>
              <a:buChar char="●"/>
              <a:defRPr kumimoji="0" sz="1600" b="0" i="0" u="none" strike="noStrike" cap="none" spc="150" normalizeH="0" baseline="0">
                <a:solidFill>
                  <a:schemeClr val="tx1">
                    <a:lumMod val="50000"/>
                    <a:lumOff val="50000"/>
                  </a:schemeClr>
                </a:solidFill>
                <a:uFillTx/>
                <a:latin typeface="+mn-ea"/>
                <a:ea typeface="+mn-ea"/>
              </a:defRPr>
            </a:lvl3pPr>
            <a:lvl4pPr marL="1600200" marR="0" lvl="3" indent="-228600" fontAlgn="auto">
              <a:lnSpc>
                <a:spcPct val="120000"/>
              </a:lnSpc>
              <a:spcBef>
                <a:spcPts val="0"/>
              </a:spcBef>
              <a:spcAft>
                <a:spcPts val="300"/>
              </a:spcAft>
              <a:buFont typeface="Wingdings" panose="05000000000000000000" charset="0"/>
              <a:buChar char=""/>
              <a:defRPr kumimoji="0" sz="1400" b="0" i="0" u="none" strike="noStrike" cap="none" spc="150" normalizeH="0" baseline="0">
                <a:solidFill>
                  <a:schemeClr val="tx1">
                    <a:lumMod val="50000"/>
                    <a:lumOff val="50000"/>
                  </a:schemeClr>
                </a:solidFill>
                <a:uFillTx/>
                <a:latin typeface="+mn-ea"/>
                <a:ea typeface="+mn-ea"/>
              </a:defRPr>
            </a:lvl4pPr>
            <a:lvl5pPr marL="2057400" marR="0" lvl="4" indent="-228600" fontAlgn="auto">
              <a:lnSpc>
                <a:spcPct val="12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Char char="•"/>
              <a:defRPr kumimoji="0" sz="1400" b="0" i="0" u="none" strike="noStrike" cap="none" spc="150" normalizeH="0" baseline="0">
                <a:solidFill>
                  <a:schemeClr val="tx1">
                    <a:lumMod val="50000"/>
                    <a:lumOff val="50000"/>
                  </a:schemeClr>
                </a:solidFill>
                <a:uFillTx/>
                <a:latin typeface="+mn-ea"/>
                <a:ea typeface="+mn-ea"/>
              </a:defRPr>
            </a:lvl5pPr>
            <a:lvl6pPr indent="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</a:lvl6pPr>
            <a:lvl7pPr marL="29718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7pPr>
            <a:lvl8pPr marL="34290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8pPr>
            <a:lvl9pPr marL="38862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9pPr>
          </a:lstStyle>
          <a:p>
            <a:pPr lvl="0">
              <a:spcBef>
                <a:spcPts val="1200"/>
              </a:spcBef>
              <a:spcAft>
                <a:spcPts val="0"/>
              </a:spcAft>
              <a:buClr>
                <a:srgbClr val="548235"/>
              </a:buClr>
            </a:pPr>
            <a:r>
              <a:rPr dirty="0">
                <a:sym typeface="+mn-ea"/>
              </a:rPr>
              <a:t>单击此处编辑母版文本样式</a:t>
            </a:r>
            <a:endParaRPr dirty="0">
              <a:sym typeface="+mn-ea"/>
            </a:endParaRPr>
          </a:p>
          <a:p>
            <a:pPr lvl="1">
              <a:spcBef>
                <a:spcPts val="1200"/>
              </a:spcBef>
              <a:spcAft>
                <a:spcPts val="0"/>
              </a:spcAft>
              <a:buClr>
                <a:srgbClr val="548235"/>
              </a:buClr>
            </a:pPr>
            <a:r>
              <a:rPr dirty="0">
                <a:sym typeface="+mn-ea"/>
              </a:rPr>
              <a:t>第二级</a:t>
            </a:r>
            <a:endParaRPr dirty="0">
              <a:sym typeface="+mn-ea"/>
            </a:endParaRPr>
          </a:p>
          <a:p>
            <a:pPr lvl="2">
              <a:spcBef>
                <a:spcPts val="1200"/>
              </a:spcBef>
              <a:spcAft>
                <a:spcPts val="0"/>
              </a:spcAft>
              <a:buClr>
                <a:srgbClr val="548235"/>
              </a:buClr>
            </a:pPr>
            <a:r>
              <a:rPr dirty="0">
                <a:sym typeface="+mn-ea"/>
              </a:rPr>
              <a:t>第三级</a:t>
            </a:r>
            <a:endParaRPr dirty="0">
              <a:sym typeface="+mn-ea"/>
            </a:endParaRPr>
          </a:p>
          <a:p>
            <a:pPr lvl="3">
              <a:spcBef>
                <a:spcPts val="1200"/>
              </a:spcBef>
              <a:spcAft>
                <a:spcPts val="0"/>
              </a:spcAft>
              <a:buClr>
                <a:srgbClr val="548235"/>
              </a:buClr>
            </a:pPr>
            <a:r>
              <a:rPr dirty="0">
                <a:sym typeface="+mn-ea"/>
              </a:rPr>
              <a:t>第四级</a:t>
            </a:r>
            <a:endParaRPr dirty="0">
              <a:sym typeface="+mn-ea"/>
            </a:endParaRPr>
          </a:p>
          <a:p>
            <a:pPr lvl="4">
              <a:spcBef>
                <a:spcPts val="1200"/>
              </a:spcBef>
              <a:spcAft>
                <a:spcPts val="0"/>
              </a:spcAft>
              <a:buClr>
                <a:srgbClr val="548235"/>
              </a:buClr>
            </a:pPr>
            <a:r>
              <a:rPr dirty="0">
                <a:sym typeface="+mn-ea"/>
              </a:rPr>
              <a:t>第五级</a:t>
            </a:r>
            <a:endParaRPr dirty="0">
              <a:sym typeface="+mn-ea"/>
            </a:endParaRPr>
          </a:p>
        </p:txBody>
      </p:sp>
      <p:sp>
        <p:nvSpPr>
          <p:cNvPr id="11" name="标题"/>
          <p:cNvSpPr txBox="1">
            <a:spLocks noGrp="1"/>
          </p:cNvSpPr>
          <p:nvPr>
            <p:ph type="title" idx="2"/>
            <p:custDataLst>
              <p:tags r:id="rId5"/>
            </p:custDataLst>
          </p:nvPr>
        </p:nvSpPr>
        <p:spPr>
          <a:xfrm>
            <a:off x="608400" y="1429200"/>
            <a:ext cx="5342400" cy="400110"/>
          </a:xfrm>
          <a:prstGeom prst="rect">
            <a:avLst/>
          </a:prstGeom>
          <a:noFill/>
          <a:ln>
            <a:noFill/>
            <a:prstDash val="sysDash"/>
          </a:ln>
        </p:spPr>
        <p:txBody>
          <a:bodyPr wrap="square" rtlCol="0">
            <a:normAutofit/>
          </a:bodyPr>
          <a:lstStyle>
            <a:lvl1pPr marL="0" marR="0" algn="l" defTabSz="914400" rtl="0" eaLnBrk="1" fontAlgn="auto" latinLnBrk="0" hangingPunct="1">
              <a:lnSpc>
                <a:spcPct val="100000"/>
              </a:lnSpc>
              <a:buClrTx/>
              <a:buSzTx/>
              <a:buFontTx/>
              <a:buNone/>
              <a:defRPr kumimoji="0" lang="zh-CN" altLang="en-US" sz="2000" b="1" i="0" u="none" strike="noStrike" kern="1200" cap="none" spc="0" normalizeH="0" baseline="0" noProof="1" dirty="0">
                <a:solidFill>
                  <a:schemeClr val="tx1">
                    <a:lumMod val="85000"/>
                    <a:lumOff val="15000"/>
                  </a:schemeClr>
                </a:solidFill>
                <a:latin typeface="+mj-ea"/>
                <a:ea typeface="+mj-ea"/>
                <a:cs typeface="MiSans Normal" panose="00000500000000000000" charset="-122"/>
              </a:defRPr>
            </a:lvl1pPr>
          </a:lstStyle>
          <a:p>
            <a:pPr lvl="0"/>
            <a:r>
              <a:rPr dirty="0">
                <a:sym typeface="+mn-ea"/>
              </a:rPr>
              <a:t>单击此处编辑母版标题样式</a:t>
            </a:r>
            <a:endParaRPr dirty="0">
              <a:sym typeface="+mn-ea"/>
            </a:endParaRPr>
          </a:p>
        </p:txBody>
      </p:sp>
      <p:sp>
        <p:nvSpPr>
          <p:cNvPr id="10" name="标题"/>
          <p:cNvSpPr txBox="1">
            <a:spLocks noGrp="1"/>
          </p:cNvSpPr>
          <p:nvPr>
            <p:ph type="title" idx="1"/>
            <p:custDataLst>
              <p:tags r:id="rId6"/>
            </p:custDataLst>
          </p:nvPr>
        </p:nvSpPr>
        <p:spPr>
          <a:xfrm>
            <a:off x="608400" y="608400"/>
            <a:ext cx="10969200" cy="705600"/>
          </a:xfrm>
          <a:prstGeom prst="rect">
            <a:avLst/>
          </a:prstGeom>
          <a:noFill/>
          <a:ln>
            <a:noFill/>
            <a:prstDash val="sysDash"/>
          </a:ln>
        </p:spPr>
        <p:txBody>
          <a:bodyPr wrap="square" rtlCol="0">
            <a:normAutofit/>
          </a:bodyPr>
          <a:lstStyle>
            <a:lvl1pPr marL="0" marR="0" algn="l" defTabSz="914400" rtl="0" eaLnBrk="1" fontAlgn="auto" latinLnBrk="0" hangingPunct="1">
              <a:lnSpc>
                <a:spcPct val="100000"/>
              </a:lnSpc>
              <a:buClrTx/>
              <a:buSzTx/>
              <a:buFontTx/>
              <a:buNone/>
              <a:defRPr kumimoji="0" lang="zh-CN" altLang="en-US" sz="3600" b="0" i="0" u="none" strike="noStrike" kern="1200" cap="none" spc="300" normalizeH="0" baseline="0" noProof="1" dirty="0">
                <a:ln>
                  <a:noFill/>
                  <a:prstDash val="sysDot"/>
                </a:ln>
                <a:solidFill>
                  <a:schemeClr val="tx1">
                    <a:lumMod val="85000"/>
                    <a:lumOff val="15000"/>
                  </a:schemeClr>
                </a:solidFill>
                <a:latin typeface="+mj-ea"/>
                <a:ea typeface="+mj-ea"/>
                <a:cs typeface="+mj-ea"/>
              </a:defRPr>
            </a:lvl1pPr>
          </a:lstStyle>
          <a:p>
            <a:pPr lvl="0"/>
            <a:r>
              <a:rPr>
                <a:sym typeface="+mn-ea"/>
              </a:rPr>
              <a:t>单击此处编辑母版标题样式</a:t>
            </a:r>
            <a:endParaRPr>
              <a:sym typeface="+mn-ea"/>
            </a:endParaRPr>
          </a:p>
        </p:txBody>
      </p:sp>
      <p:sp>
        <p:nvSpPr>
          <p:cNvPr id="7" name="日期占位符 6"/>
          <p:cNvSpPr>
            <a:spLocks noGrp="1"/>
          </p:cNvSpPr>
          <p:nvPr>
            <p:ph type="dt" sz="half" idx="10"/>
            <p:custDataLst>
              <p:tags r:id="rId7"/>
            </p:custDataLst>
          </p:nvPr>
        </p:nvSpPr>
        <p:spPr>
          <a:xfrm>
            <a:off x="838200" y="6356350"/>
            <a:ext cx="2743200" cy="365125"/>
          </a:xfrm>
        </p:spPr>
        <p:txBody>
          <a:bodyPr/>
          <a:lstStyle/>
          <a:p>
            <a:fld id="{AFF1154F-E427-4513-B34B-94E36374A1AB}" type="datetimeFigureOut">
              <a:rPr lang="zh-CN" altLang="en-US" smtClean="0"/>
            </a:fld>
            <a:endParaRPr lang="zh-CN" altLang="en-US"/>
          </a:p>
        </p:txBody>
      </p:sp>
      <p:sp>
        <p:nvSpPr>
          <p:cNvPr id="8" name="页脚占位符 7"/>
          <p:cNvSpPr>
            <a:spLocks noGrp="1"/>
          </p:cNvSpPr>
          <p:nvPr>
            <p:ph type="ftr" sz="quarter" idx="11"/>
            <p:custDataLst>
              <p:tags r:id="rId8"/>
            </p:custDataLst>
          </p:nvPr>
        </p:nvSpPr>
        <p:spPr>
          <a:xfrm>
            <a:off x="4038600" y="6356350"/>
            <a:ext cx="4114800" cy="365125"/>
          </a:xfrm>
        </p:spPr>
        <p:txBody>
          <a:bodyPr/>
          <a:lstStyle/>
          <a:p>
            <a:endParaRPr lang="zh-CN" altLang="en-US"/>
          </a:p>
        </p:txBody>
      </p:sp>
      <p:sp>
        <p:nvSpPr>
          <p:cNvPr id="9" name="灯片编号占位符 8"/>
          <p:cNvSpPr>
            <a:spLocks noGrp="1"/>
          </p:cNvSpPr>
          <p:nvPr>
            <p:ph type="sldNum" sz="quarter" idx="12"/>
            <p:custDataLst>
              <p:tags r:id="rId9"/>
            </p:custDataLst>
          </p:nvPr>
        </p:nvSpPr>
        <p:spPr>
          <a:xfrm>
            <a:off x="8610600" y="6356350"/>
            <a:ext cx="2743200" cy="365125"/>
          </a:xfrm>
        </p:spPr>
        <p:txBody>
          <a:bodyPr/>
          <a:lstStyle/>
          <a:p>
            <a:fld id="{CFDA0808-8B01-405B-8ED6-12013DCE0AF6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2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仅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标题"/>
          <p:cNvSpPr txBox="1">
            <a:spLocks noGrp="1"/>
          </p:cNvSpPr>
          <p:nvPr>
            <p:ph type="title" idx="1"/>
            <p:custDataLst>
              <p:tags r:id="rId2"/>
            </p:custDataLst>
          </p:nvPr>
        </p:nvSpPr>
        <p:spPr>
          <a:xfrm>
            <a:off x="608400" y="608400"/>
            <a:ext cx="10969200" cy="705600"/>
          </a:xfrm>
          <a:prstGeom prst="rect">
            <a:avLst/>
          </a:prstGeom>
          <a:noFill/>
          <a:ln>
            <a:noFill/>
            <a:prstDash val="sysDash"/>
          </a:ln>
        </p:spPr>
        <p:txBody>
          <a:bodyPr wrap="square" rtlCol="0">
            <a:normAutofit/>
          </a:bodyPr>
          <a:lstStyle>
            <a:lvl1pPr marL="0" marR="0" algn="l" defTabSz="914400" rtl="0" eaLnBrk="1" fontAlgn="auto" latinLnBrk="0" hangingPunct="1">
              <a:lnSpc>
                <a:spcPct val="100000"/>
              </a:lnSpc>
              <a:buClrTx/>
              <a:buSzTx/>
              <a:buFontTx/>
              <a:buNone/>
              <a:defRPr kumimoji="0" lang="zh-CN" altLang="en-US" sz="3600" b="0" i="0" u="none" strike="noStrike" kern="1200" cap="none" spc="300" normalizeH="0" baseline="0" noProof="1" dirty="0">
                <a:ln>
                  <a:noFill/>
                  <a:prstDash val="sysDot"/>
                </a:ln>
                <a:solidFill>
                  <a:schemeClr val="tx1">
                    <a:lumMod val="85000"/>
                    <a:lumOff val="15000"/>
                  </a:schemeClr>
                </a:solidFill>
                <a:latin typeface="+mj-ea"/>
                <a:ea typeface="+mj-ea"/>
                <a:cs typeface="+mj-ea"/>
              </a:defRPr>
            </a:lvl1pPr>
          </a:lstStyle>
          <a:p>
            <a:pPr lvl="0"/>
            <a:r>
              <a:rPr>
                <a:sym typeface="+mn-ea"/>
              </a:rPr>
              <a:t>单击此处编辑母版标题样式</a:t>
            </a:r>
            <a:endParaRPr>
              <a:sym typeface="+mn-ea"/>
            </a:endParaRPr>
          </a:p>
        </p:txBody>
      </p:sp>
      <p:sp>
        <p:nvSpPr>
          <p:cNvPr id="3" name="日期占位符 2"/>
          <p:cNvSpPr>
            <a:spLocks noGrp="1"/>
          </p:cNvSpPr>
          <p:nvPr>
            <p:ph type="dt" sz="half" idx="10"/>
            <p:custDataLst>
              <p:tags r:id="rId3"/>
            </p:custDataLst>
          </p:nvPr>
        </p:nvSpPr>
        <p:spPr>
          <a:xfrm>
            <a:off x="838200" y="6356350"/>
            <a:ext cx="2743200" cy="365125"/>
          </a:xfrm>
        </p:spPr>
        <p:txBody>
          <a:bodyPr/>
          <a:lstStyle/>
          <a:p>
            <a:fld id="{AFF1154F-E427-4513-B34B-94E36374A1AB}" type="datetimeFigureOut">
              <a:rPr lang="zh-CN" altLang="en-US" smtClean="0"/>
            </a:fld>
            <a:endParaRPr lang="zh-CN" altLang="en-US"/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11"/>
            <p:custDataLst>
              <p:tags r:id="rId4"/>
            </p:custDataLst>
          </p:nvPr>
        </p:nvSpPr>
        <p:spPr>
          <a:xfrm>
            <a:off x="4038600" y="6356350"/>
            <a:ext cx="4114800" cy="365125"/>
          </a:xfrm>
        </p:spPr>
        <p:txBody>
          <a:bodyPr/>
          <a:lstStyle/>
          <a:p>
            <a:endParaRPr lang="zh-CN" altLang="en-US"/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  <p:custDataLst>
              <p:tags r:id="rId5"/>
            </p:custDataLst>
          </p:nvPr>
        </p:nvSpPr>
        <p:spPr>
          <a:xfrm>
            <a:off x="8610600" y="6356350"/>
            <a:ext cx="2743200" cy="365125"/>
          </a:xfrm>
        </p:spPr>
        <p:txBody>
          <a:bodyPr/>
          <a:lstStyle/>
          <a:p>
            <a:fld id="{CFDA0808-8B01-405B-8ED6-12013DCE0AF6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28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期占位符 1"/>
          <p:cNvSpPr>
            <a:spLocks noGrp="1"/>
          </p:cNvSpPr>
          <p:nvPr>
            <p:ph type="dt" sz="half" idx="10"/>
            <p:custDataLst>
              <p:tags r:id="rId2"/>
            </p:custDataLst>
          </p:nvPr>
        </p:nvSpPr>
        <p:spPr/>
        <p:txBody>
          <a:bodyPr/>
          <a:lstStyle/>
          <a:p>
            <a:fld id="{AFF1154F-E427-4513-B34B-94E36374A1AB}" type="datetimeFigureOut">
              <a:rPr lang="zh-CN" altLang="en-US" smtClean="0"/>
            </a:fld>
            <a:endParaRPr lang="zh-CN" altLang="en-US"/>
          </a:p>
        </p:txBody>
      </p:sp>
      <p:sp>
        <p:nvSpPr>
          <p:cNvPr id="3" name="页脚占位符 2"/>
          <p:cNvSpPr>
            <a:spLocks noGrp="1"/>
          </p:cNvSpPr>
          <p:nvPr>
            <p:ph type="ftr" sz="quarter" idx="11"/>
            <p:custDataLst>
              <p:tags r:id="rId3"/>
            </p:custDataLst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2"/>
            <p:custDataLst>
              <p:tags r:id="rId4"/>
            </p:custDataLst>
          </p:nvPr>
        </p:nvSpPr>
        <p:spPr/>
        <p:txBody>
          <a:bodyPr/>
          <a:lstStyle/>
          <a:p>
            <a:fld id="{CFDA0808-8B01-405B-8ED6-12013DCE0AF6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29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仅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正文" descr="7b0a20202020227461726765744d6f64756c65223a202270726f636573734f6e6c696e65466f6e7473220a7d0a"/>
          <p:cNvSpPr txBox="1">
            <a:spLocks noGrp="1"/>
          </p:cNvSpPr>
          <p:nvPr>
            <p:ph idx="1"/>
            <p:custDataLst>
              <p:tags r:id="rId2"/>
            </p:custDataLst>
          </p:nvPr>
        </p:nvSpPr>
        <p:spPr>
          <a:xfrm>
            <a:off x="695960" y="360045"/>
            <a:ext cx="10801985" cy="5817870"/>
          </a:xfrm>
          <a:prstGeom prst="rect">
            <a:avLst/>
          </a:prstGeom>
          <a:ln>
            <a:noFill/>
            <a:prstDash val="sysDash"/>
          </a:ln>
        </p:spPr>
        <p:txBody>
          <a:bodyPr vert="horz" lIns="90000" tIns="46800" rIns="90000" bIns="46800" rtlCol="0">
            <a:normAutofit/>
          </a:bodyPr>
          <a:lstStyle>
            <a:lvl1pPr marL="228600" marR="0" lvl="0" indent="-228600" algn="l" defTabSz="914400" rtl="0" eaLnBrk="1" fontAlgn="auto" latinLnBrk="0" hangingPunct="1">
              <a:lnSpc>
                <a:spcPct val="130000"/>
              </a:lnSpc>
              <a:spcBef>
                <a:spcPts val="0"/>
              </a:spcBef>
              <a:spcAft>
                <a:spcPts val="1000"/>
              </a:spcAft>
              <a:buClrTx/>
              <a:buSzTx/>
              <a:buFont typeface="Arial" panose="020B0604020202020204" pitchFamily="34" charset="0"/>
              <a:buChar char="●"/>
              <a:defRPr kumimoji="0" lang="zh-CN" altLang="en-US" sz="1800" b="0" i="0" u="none" strike="noStrike" kern="1200" cap="none" spc="150" normalizeH="0" baseline="0" noProof="1" dirty="0">
                <a:ln>
                  <a:noFill/>
                  <a:prstDash val="sysDot"/>
                </a:ln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MiSans Normal" panose="00000500000000000000" charset="-122"/>
                <a:ea typeface="MiSans Normal" panose="00000500000000000000" charset="-122"/>
                <a:cs typeface="MiSans Normal" panose="00000500000000000000" charset="-122"/>
                <a:sym typeface="+mn-ea"/>
              </a:defRPr>
            </a:lvl1pPr>
            <a:lvl2pPr marL="685800" marR="0" lvl="1" indent="-228600" fontAlgn="auto">
              <a:lnSpc>
                <a:spcPct val="120000"/>
              </a:lnSpc>
              <a:spcBef>
                <a:spcPts val="0"/>
              </a:spcBef>
              <a:spcAft>
                <a:spcPts val="600"/>
              </a:spcAft>
              <a:buFont typeface="Arial" panose="020B0604020202020204" pitchFamily="34" charset="0"/>
              <a:buChar char="●"/>
              <a:tabLst>
                <a:tab pos="1609725" algn="l"/>
              </a:tabLst>
              <a:defRPr kumimoji="0" sz="1600" b="0" i="0" u="none" strike="noStrike" cap="none" spc="150" normalizeH="0" baseline="0">
                <a:solidFill>
                  <a:schemeClr val="tx1">
                    <a:lumMod val="50000"/>
                    <a:lumOff val="50000"/>
                  </a:schemeClr>
                </a:solidFill>
                <a:uFillTx/>
                <a:latin typeface="+mn-ea"/>
                <a:ea typeface="+mn-ea"/>
              </a:defRPr>
            </a:lvl2pPr>
            <a:lvl3pPr marL="1143000" marR="0" lvl="2" indent="-228600" fontAlgn="auto">
              <a:lnSpc>
                <a:spcPct val="120000"/>
              </a:lnSpc>
              <a:spcBef>
                <a:spcPts val="0"/>
              </a:spcBef>
              <a:spcAft>
                <a:spcPts val="600"/>
              </a:spcAft>
              <a:buFont typeface="Arial" panose="020B0604020202020204" pitchFamily="34" charset="0"/>
              <a:buChar char="●"/>
              <a:defRPr kumimoji="0" sz="1600" b="0" i="0" u="none" strike="noStrike" cap="none" spc="150" normalizeH="0" baseline="0">
                <a:solidFill>
                  <a:schemeClr val="tx1">
                    <a:lumMod val="50000"/>
                    <a:lumOff val="50000"/>
                  </a:schemeClr>
                </a:solidFill>
                <a:uFillTx/>
                <a:latin typeface="+mn-ea"/>
                <a:ea typeface="+mn-ea"/>
              </a:defRPr>
            </a:lvl3pPr>
            <a:lvl4pPr marL="1600200" marR="0" lvl="3" indent="-228600" fontAlgn="auto">
              <a:lnSpc>
                <a:spcPct val="120000"/>
              </a:lnSpc>
              <a:spcBef>
                <a:spcPts val="0"/>
              </a:spcBef>
              <a:spcAft>
                <a:spcPts val="300"/>
              </a:spcAft>
              <a:buFont typeface="Wingdings" panose="05000000000000000000" charset="0"/>
              <a:buChar char=""/>
              <a:defRPr kumimoji="0" sz="1400" b="0" i="0" u="none" strike="noStrike" cap="none" spc="150" normalizeH="0" baseline="0">
                <a:solidFill>
                  <a:schemeClr val="tx1">
                    <a:lumMod val="50000"/>
                    <a:lumOff val="50000"/>
                  </a:schemeClr>
                </a:solidFill>
                <a:uFillTx/>
                <a:latin typeface="+mn-ea"/>
                <a:ea typeface="+mn-ea"/>
              </a:defRPr>
            </a:lvl4pPr>
            <a:lvl5pPr marL="2057400" marR="0" lvl="4" indent="-228600" fontAlgn="auto">
              <a:lnSpc>
                <a:spcPct val="12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Char char="•"/>
              <a:defRPr kumimoji="0" sz="1400" b="0" i="0" u="none" strike="noStrike" cap="none" spc="150" normalizeH="0" baseline="0">
                <a:solidFill>
                  <a:schemeClr val="tx1">
                    <a:lumMod val="50000"/>
                    <a:lumOff val="50000"/>
                  </a:schemeClr>
                </a:solidFill>
                <a:uFillTx/>
                <a:latin typeface="+mn-ea"/>
                <a:ea typeface="+mn-ea"/>
              </a:defRPr>
            </a:lvl5pPr>
            <a:lvl6pPr indent="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</a:lvl6pPr>
            <a:lvl7pPr marL="29718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7pPr>
            <a:lvl8pPr marL="34290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8pPr>
            <a:lvl9pPr marL="38862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9pPr>
          </a:lstStyle>
          <a:p>
            <a:pPr lvl="0">
              <a:spcBef>
                <a:spcPts val="1200"/>
              </a:spcBef>
              <a:spcAft>
                <a:spcPts val="0"/>
              </a:spcAft>
              <a:buClr>
                <a:srgbClr val="548235"/>
              </a:buClr>
            </a:pPr>
            <a:r>
              <a:rPr dirty="0">
                <a:sym typeface="+mn-ea"/>
              </a:rPr>
              <a:t>单击此处编辑母版文本样式</a:t>
            </a:r>
            <a:endParaRPr dirty="0">
              <a:sym typeface="+mn-ea"/>
            </a:endParaRPr>
          </a:p>
          <a:p>
            <a:pPr lvl="1">
              <a:spcBef>
                <a:spcPts val="1200"/>
              </a:spcBef>
              <a:spcAft>
                <a:spcPts val="0"/>
              </a:spcAft>
              <a:buClr>
                <a:srgbClr val="548235"/>
              </a:buClr>
            </a:pPr>
            <a:r>
              <a:rPr dirty="0">
                <a:sym typeface="+mn-ea"/>
              </a:rPr>
              <a:t>第二级</a:t>
            </a:r>
            <a:endParaRPr dirty="0">
              <a:sym typeface="+mn-ea"/>
            </a:endParaRPr>
          </a:p>
          <a:p>
            <a:pPr lvl="2">
              <a:spcBef>
                <a:spcPts val="1200"/>
              </a:spcBef>
              <a:spcAft>
                <a:spcPts val="0"/>
              </a:spcAft>
              <a:buClr>
                <a:srgbClr val="548235"/>
              </a:buClr>
            </a:pPr>
            <a:r>
              <a:rPr dirty="0">
                <a:sym typeface="+mn-ea"/>
              </a:rPr>
              <a:t>第三级</a:t>
            </a:r>
            <a:endParaRPr dirty="0">
              <a:sym typeface="+mn-ea"/>
            </a:endParaRPr>
          </a:p>
          <a:p>
            <a:pPr lvl="3">
              <a:spcBef>
                <a:spcPts val="1200"/>
              </a:spcBef>
              <a:spcAft>
                <a:spcPts val="0"/>
              </a:spcAft>
              <a:buClr>
                <a:srgbClr val="548235"/>
              </a:buClr>
            </a:pPr>
            <a:r>
              <a:rPr dirty="0">
                <a:sym typeface="+mn-ea"/>
              </a:rPr>
              <a:t>第四级</a:t>
            </a:r>
            <a:endParaRPr dirty="0">
              <a:sym typeface="+mn-ea"/>
            </a:endParaRPr>
          </a:p>
          <a:p>
            <a:pPr lvl="4">
              <a:spcBef>
                <a:spcPts val="1200"/>
              </a:spcBef>
              <a:spcAft>
                <a:spcPts val="0"/>
              </a:spcAft>
              <a:buClr>
                <a:srgbClr val="548235"/>
              </a:buClr>
            </a:pPr>
            <a:r>
              <a:rPr dirty="0">
                <a:sym typeface="+mn-ea"/>
              </a:rPr>
              <a:t>第五级</a:t>
            </a:r>
            <a:endParaRPr dirty="0">
              <a:sym typeface="+mn-ea"/>
            </a:endParaRPr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  <p:custDataLst>
              <p:tags r:id="rId3"/>
            </p:custDataLst>
          </p:nvPr>
        </p:nvSpPr>
        <p:spPr>
          <a:xfrm>
            <a:off x="838200" y="6356350"/>
            <a:ext cx="2743200" cy="365125"/>
          </a:xfrm>
        </p:spPr>
        <p:txBody>
          <a:bodyPr/>
          <a:lstStyle/>
          <a:p>
            <a:fld id="{AFF1154F-E427-4513-B34B-94E36374A1AB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  <p:custDataLst>
              <p:tags r:id="rId4"/>
            </p:custDataLst>
          </p:nvPr>
        </p:nvSpPr>
        <p:spPr>
          <a:xfrm>
            <a:off x="4038600" y="6356350"/>
            <a:ext cx="4114800" cy="365125"/>
          </a:xfrm>
        </p:spPr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  <p:custDataLst>
              <p:tags r:id="rId5"/>
            </p:custDataLst>
          </p:nvPr>
        </p:nvSpPr>
        <p:spPr>
          <a:xfrm>
            <a:off x="8610600" y="6356350"/>
            <a:ext cx="2743200" cy="365125"/>
          </a:xfrm>
        </p:spPr>
        <p:txBody>
          <a:bodyPr/>
          <a:lstStyle/>
          <a:p>
            <a:fld id="{CFDA0808-8B01-405B-8ED6-12013DCE0AF6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30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标题和副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副标题"/>
          <p:cNvSpPr txBox="1">
            <a:spLocks noGrp="1"/>
          </p:cNvSpPr>
          <p:nvPr>
            <p:ph type="body" idx="2" hasCustomPrompt="1"/>
            <p:custDataLst>
              <p:tags r:id="rId2"/>
            </p:custDataLst>
          </p:nvPr>
        </p:nvSpPr>
        <p:spPr>
          <a:xfrm>
            <a:off x="695960" y="1301750"/>
            <a:ext cx="10799088" cy="405553"/>
          </a:xfrm>
          <a:prstGeom prst="rect">
            <a:avLst/>
          </a:prstGeom>
          <a:noFill/>
          <a:ln>
            <a:noFill/>
            <a:prstDash val="sysDash"/>
          </a:ln>
        </p:spPr>
        <p:txBody>
          <a:bodyPr wrap="square" rtlCol="0">
            <a:normAutofit/>
          </a:bodyPr>
          <a:lstStyle>
            <a:lvl1pPr marL="0" marR="0" algn="l" defTabSz="914400" rtl="0" eaLnBrk="1" fontAlgn="auto" latinLnBrk="0" hangingPunct="1">
              <a:lnSpc>
                <a:spcPct val="100000"/>
              </a:lnSpc>
              <a:buClrTx/>
              <a:buSzTx/>
              <a:buFontTx/>
              <a:buNone/>
              <a:defRPr kumimoji="0" lang="zh-CN" altLang="en-US" sz="2000" b="0" i="0" u="none" strike="noStrike" kern="1200" cap="none" spc="300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latin typeface="+mj-ea"/>
                <a:ea typeface="+mj-ea"/>
                <a:cs typeface="MiSans Normal" panose="00000500000000000000" charset="-122"/>
              </a:defRPr>
            </a:lvl1pPr>
          </a:lstStyle>
          <a:p>
            <a:pPr lvl="0" algn="l"/>
            <a:r>
              <a:rPr dirty="0">
                <a:sym typeface="+mn-ea"/>
              </a:rPr>
              <a:t>单击此处编辑母版副标题样式</a:t>
            </a:r>
            <a:endParaRPr dirty="0">
              <a:sym typeface="+mn-ea"/>
            </a:endParaRPr>
          </a:p>
        </p:txBody>
      </p:sp>
      <p:sp>
        <p:nvSpPr>
          <p:cNvPr id="6" name="标题"/>
          <p:cNvSpPr txBox="1">
            <a:spLocks noGrp="1"/>
          </p:cNvSpPr>
          <p:nvPr>
            <p:ph type="title" idx="1"/>
            <p:custDataLst>
              <p:tags r:id="rId3"/>
            </p:custDataLst>
          </p:nvPr>
        </p:nvSpPr>
        <p:spPr>
          <a:xfrm>
            <a:off x="608400" y="608400"/>
            <a:ext cx="10969200" cy="705600"/>
          </a:xfrm>
          <a:prstGeom prst="rect">
            <a:avLst/>
          </a:prstGeom>
          <a:noFill/>
          <a:ln>
            <a:noFill/>
            <a:prstDash val="sysDash"/>
          </a:ln>
        </p:spPr>
        <p:txBody>
          <a:bodyPr wrap="square" rtlCol="0">
            <a:normAutofit/>
          </a:bodyPr>
          <a:lstStyle>
            <a:lvl1pPr marL="0" marR="0" algn="l" defTabSz="914400" rtl="0" eaLnBrk="1" fontAlgn="auto" latinLnBrk="0" hangingPunct="1">
              <a:lnSpc>
                <a:spcPct val="100000"/>
              </a:lnSpc>
              <a:buClrTx/>
              <a:buSzTx/>
              <a:buFontTx/>
              <a:buNone/>
              <a:defRPr kumimoji="0" lang="zh-CN" altLang="en-US" sz="3600" b="0" i="0" u="none" strike="noStrike" kern="1200" cap="none" spc="300" normalizeH="0" baseline="0" noProof="1" dirty="0">
                <a:ln>
                  <a:noFill/>
                  <a:prstDash val="sysDot"/>
                </a:ln>
                <a:solidFill>
                  <a:schemeClr val="tx1">
                    <a:lumMod val="85000"/>
                    <a:lumOff val="15000"/>
                  </a:schemeClr>
                </a:solidFill>
                <a:latin typeface="+mj-ea"/>
                <a:ea typeface="+mj-ea"/>
                <a:cs typeface="+mj-ea"/>
              </a:defRPr>
            </a:lvl1pPr>
          </a:lstStyle>
          <a:p>
            <a:pPr lvl="0"/>
            <a:r>
              <a:rPr>
                <a:sym typeface="+mn-ea"/>
              </a:rPr>
              <a:t>单击此处编辑母版标题样式</a:t>
            </a:r>
            <a:endParaRPr>
              <a:sym typeface="+mn-ea"/>
            </a:endParaRPr>
          </a:p>
        </p:txBody>
      </p:sp>
      <p:sp>
        <p:nvSpPr>
          <p:cNvPr id="3" name="日期占位符 2"/>
          <p:cNvSpPr>
            <a:spLocks noGrp="1"/>
          </p:cNvSpPr>
          <p:nvPr>
            <p:ph type="dt" sz="half" idx="10"/>
            <p:custDataLst>
              <p:tags r:id="rId4"/>
            </p:custDataLst>
          </p:nvPr>
        </p:nvSpPr>
        <p:spPr>
          <a:xfrm>
            <a:off x="838200" y="6356350"/>
            <a:ext cx="2743200" cy="365125"/>
          </a:xfrm>
        </p:spPr>
        <p:txBody>
          <a:bodyPr/>
          <a:lstStyle/>
          <a:p>
            <a:fld id="{AFF1154F-E427-4513-B34B-94E36374A1AB}" type="datetimeFigureOut">
              <a:rPr lang="zh-CN" altLang="en-US" smtClean="0"/>
            </a:fld>
            <a:endParaRPr lang="zh-CN" altLang="en-US"/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11"/>
            <p:custDataLst>
              <p:tags r:id="rId5"/>
            </p:custDataLst>
          </p:nvPr>
        </p:nvSpPr>
        <p:spPr>
          <a:xfrm>
            <a:off x="4038600" y="6356350"/>
            <a:ext cx="4114800" cy="365125"/>
          </a:xfrm>
        </p:spPr>
        <p:txBody>
          <a:bodyPr/>
          <a:lstStyle/>
          <a:p>
            <a:endParaRPr lang="zh-CN" altLang="en-US"/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  <p:custDataLst>
              <p:tags r:id="rId6"/>
            </p:custDataLst>
          </p:nvPr>
        </p:nvSpPr>
        <p:spPr>
          <a:xfrm>
            <a:off x="8610600" y="6356350"/>
            <a:ext cx="2743200" cy="365125"/>
          </a:xfrm>
        </p:spPr>
        <p:txBody>
          <a:bodyPr/>
          <a:lstStyle/>
          <a:p>
            <a:fld id="{CFDA0808-8B01-405B-8ED6-12013DCE0AF6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3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showMasterSp="0" userDrawn="1">
  <p:cSld name="封面页_1_4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任意多边形: 形状 37"/>
          <p:cNvSpPr/>
          <p:nvPr>
            <p:custDataLst>
              <p:tags r:id="rId2"/>
            </p:custDataLst>
          </p:nvPr>
        </p:nvSpPr>
        <p:spPr>
          <a:xfrm flipH="1" flipV="1">
            <a:off x="0" y="-4767"/>
            <a:ext cx="6517640" cy="6856095"/>
          </a:xfrm>
          <a:custGeom>
            <a:avLst/>
            <a:gdLst>
              <a:gd name="connsiteX0" fmla="*/ 11073245 w 11073245"/>
              <a:gd name="connsiteY0" fmla="*/ 7199311 h 7199311"/>
              <a:gd name="connsiteX1" fmla="*/ 0 w 11073245"/>
              <a:gd name="connsiteY1" fmla="*/ 7199311 h 7199311"/>
              <a:gd name="connsiteX2" fmla="*/ 0 w 11073245"/>
              <a:gd name="connsiteY2" fmla="*/ 0 h 7199311"/>
              <a:gd name="connsiteX3" fmla="*/ 11073245 w 11073245"/>
              <a:gd name="connsiteY3" fmla="*/ 0 h 719931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11073245" h="7199311">
                <a:moveTo>
                  <a:pt x="11073245" y="7199311"/>
                </a:moveTo>
                <a:lnTo>
                  <a:pt x="0" y="7199311"/>
                </a:lnTo>
                <a:lnTo>
                  <a:pt x="0" y="0"/>
                </a:lnTo>
                <a:lnTo>
                  <a:pt x="11073245" y="0"/>
                </a:lnTo>
                <a:close/>
              </a:path>
            </a:pathLst>
          </a:custGeom>
          <a:gradFill flip="none" rotWithShape="1">
            <a:gsLst>
              <a:gs pos="0">
                <a:schemeClr val="accent1">
                  <a:alpha val="50000"/>
                </a:schemeClr>
              </a:gs>
              <a:gs pos="47000">
                <a:schemeClr val="accent1">
                  <a:lumMod val="20000"/>
                  <a:lumOff val="80000"/>
                  <a:alpha val="0"/>
                </a:schemeClr>
              </a:gs>
            </a:gsLst>
            <a:path path="circle">
              <a:fillToRect l="100000" b="100000"/>
            </a:path>
            <a:tileRect t="-100000" r="-100000"/>
          </a:gra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rgbClr val="0099FF">
              <a:shade val="50000"/>
            </a:srgbClr>
          </a:lnRef>
          <a:fillRef idx="1">
            <a:srgbClr val="0099FF"/>
          </a:fillRef>
          <a:effectRef idx="0">
            <a:srgbClr val="0099FF"/>
          </a:effectRef>
          <a:fontRef idx="minor">
            <a:sysClr val="window" lastClr="FFFFFF"/>
          </a:fontRef>
        </p:style>
        <p:txBody>
          <a:bodyPr wrap="square" rtlCol="0" anchor="ctr">
            <a:noAutofit/>
          </a:bodyPr>
          <a:lstStyle/>
          <a:p>
            <a:pPr algn="ctr"/>
            <a:endParaRPr lang="zh-CN" altLang="en-US">
              <a:cs typeface="MiSans Normal" panose="00000500000000000000" charset="-122"/>
            </a:endParaRPr>
          </a:p>
        </p:txBody>
      </p:sp>
      <p:sp>
        <p:nvSpPr>
          <p:cNvPr id="16" name="椭圆 15"/>
          <p:cNvSpPr/>
          <p:nvPr>
            <p:custDataLst>
              <p:tags r:id="rId3"/>
            </p:custDataLst>
          </p:nvPr>
        </p:nvSpPr>
        <p:spPr>
          <a:xfrm>
            <a:off x="9721215" y="1270"/>
            <a:ext cx="2416810" cy="2159635"/>
          </a:xfrm>
          <a:prstGeom prst="ellipse">
            <a:avLst/>
          </a:prstGeom>
          <a:gradFill>
            <a:gsLst>
              <a:gs pos="0">
                <a:schemeClr val="accent1">
                  <a:lumMod val="40000"/>
                  <a:lumOff val="60000"/>
                </a:schemeClr>
              </a:gs>
              <a:gs pos="100000">
                <a:schemeClr val="accent2">
                  <a:lumMod val="75000"/>
                </a:schemeClr>
              </a:gs>
            </a:gsLst>
            <a:lin ang="7200000" scaled="0"/>
          </a:gradFill>
          <a:ln>
            <a:noFill/>
          </a:ln>
          <a:effectLst>
            <a:softEdge rad="850900"/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>
              <a:cs typeface="MiSans Normal" panose="00000500000000000000" charset="-122"/>
            </a:endParaRPr>
          </a:p>
        </p:txBody>
      </p:sp>
      <p:sp>
        <p:nvSpPr>
          <p:cNvPr id="11" name="椭圆 10"/>
          <p:cNvSpPr/>
          <p:nvPr>
            <p:custDataLst>
              <p:tags r:id="rId4"/>
            </p:custDataLst>
          </p:nvPr>
        </p:nvSpPr>
        <p:spPr>
          <a:xfrm rot="20622537">
            <a:off x="2338705" y="2000885"/>
            <a:ext cx="7515225" cy="2039620"/>
          </a:xfrm>
          <a:prstGeom prst="ellipse">
            <a:avLst/>
          </a:prstGeom>
          <a:noFill/>
          <a:ln w="63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>
              <a:cs typeface="MiSans Normal" panose="00000500000000000000" charset="-122"/>
            </a:endParaRPr>
          </a:p>
        </p:txBody>
      </p:sp>
      <p:pic>
        <p:nvPicPr>
          <p:cNvPr id="10" name="图形 12"/>
          <p:cNvPicPr>
            <a:picLocks noChangeAspect="1"/>
          </p:cNvPicPr>
          <p:nvPr>
            <p:custDataLst>
              <p:tags r:id="rId5"/>
            </p:custDataLst>
          </p:nvPr>
        </p:nvPicPr>
        <p:blipFill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 rot="2700000">
            <a:off x="7799705" y="1013460"/>
            <a:ext cx="1157605" cy="1157605"/>
          </a:xfrm>
          <a:prstGeom prst="rect">
            <a:avLst/>
          </a:prstGeom>
        </p:spPr>
      </p:pic>
      <p:pic>
        <p:nvPicPr>
          <p:cNvPr id="19" name="图形 16"/>
          <p:cNvPicPr>
            <a:picLocks noChangeAspect="1"/>
          </p:cNvPicPr>
          <p:nvPr>
            <p:custDataLst>
              <p:tags r:id="rId8"/>
            </p:custDataLst>
          </p:nvPr>
        </p:nvPicPr>
        <p:blipFill>
          <a:blip r:embed="rId9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 flipH="1">
            <a:off x="10212943" y="5334181"/>
            <a:ext cx="1427948" cy="1427948"/>
          </a:xfrm>
          <a:prstGeom prst="rect">
            <a:avLst/>
          </a:prstGeom>
        </p:spPr>
      </p:pic>
      <p:sp>
        <p:nvSpPr>
          <p:cNvPr id="6" name="日期占位符 3"/>
          <p:cNvSpPr>
            <a:spLocks noGrp="1"/>
          </p:cNvSpPr>
          <p:nvPr>
            <p:ph type="dt" sz="half" idx="16385"/>
            <p:custDataLst>
              <p:tags r:id="rId11"/>
            </p:custDataLst>
          </p:nvPr>
        </p:nvSpPr>
        <p:spPr>
          <a:xfrm>
            <a:off x="838200" y="6356350"/>
            <a:ext cx="2743200" cy="365125"/>
          </a:xfrm>
        </p:spPr>
        <p:txBody>
          <a:bodyPr/>
          <a:lstStyle/>
          <a:p>
            <a:fld id="{AFF1154F-E427-4513-B34B-94E36374A1AB}" type="datetimeFigureOut">
              <a:rPr lang="zh-CN" altLang="en-US" smtClean="0"/>
            </a:fld>
            <a:endParaRPr lang="zh-CN" altLang="en-US"/>
          </a:p>
        </p:txBody>
      </p:sp>
      <p:sp>
        <p:nvSpPr>
          <p:cNvPr id="13" name="页脚占位符 4"/>
          <p:cNvSpPr>
            <a:spLocks noGrp="1"/>
          </p:cNvSpPr>
          <p:nvPr>
            <p:ph type="ftr" sz="quarter" idx="16386"/>
            <p:custDataLst>
              <p:tags r:id="rId12"/>
            </p:custDataLst>
          </p:nvPr>
        </p:nvSpPr>
        <p:spPr>
          <a:xfrm>
            <a:off x="4038600" y="6356350"/>
            <a:ext cx="4114800" cy="365125"/>
          </a:xfrm>
        </p:spPr>
        <p:txBody>
          <a:bodyPr/>
          <a:lstStyle/>
          <a:p>
            <a:endParaRPr lang="zh-CN" altLang="en-US"/>
          </a:p>
        </p:txBody>
      </p:sp>
      <p:sp>
        <p:nvSpPr>
          <p:cNvPr id="17" name="Text Placeholder 16"/>
          <p:cNvSpPr>
            <a:spLocks noGrp="1"/>
          </p:cNvSpPr>
          <p:nvPr>
            <p:ph type="body" idx="16389" hasCustomPrompt="1"/>
            <p:custDataLst>
              <p:tags r:id="rId13"/>
            </p:custDataLst>
          </p:nvPr>
        </p:nvSpPr>
        <p:spPr>
          <a:xfrm>
            <a:off x="2145771" y="1981200"/>
            <a:ext cx="7875058" cy="457200"/>
          </a:xfrm>
          <a:noFill/>
        </p:spPr>
        <p:txBody>
          <a:bodyPr vert="horz" lIns="0" tIns="0" rIns="0" bIns="0" anchor="t">
            <a:normAutofit/>
          </a:bodyPr>
          <a:lstStyle>
            <a:lvl1pPr marL="0" indent="0" algn="ctr">
              <a:lnSpc>
                <a:spcPct val="125000"/>
              </a:lnSpc>
              <a:spcBef>
                <a:spcPct val="0"/>
              </a:spcBef>
              <a:spcAft>
                <a:spcPct val="0"/>
              </a:spcAft>
              <a:buNone/>
              <a:defRPr sz="2400" b="0" spc="0">
                <a:solidFill>
                  <a:schemeClr val="accent1"/>
                </a:solidFill>
              </a:defRPr>
            </a:lvl1pPr>
          </a:lstStyle>
          <a:p>
            <a:pPr lvl="0"/>
            <a:r>
              <a:rPr lang="zh-CN" altLang="en-US" smtClean="0"/>
              <a:t>20XX YEAR</a:t>
            </a:r>
            <a:endParaRPr lang="zh-CN" altLang="en-US" smtClean="0"/>
          </a:p>
        </p:txBody>
      </p:sp>
      <p:sp>
        <p:nvSpPr>
          <p:cNvPr id="14" name="灯片编号占位符 5"/>
          <p:cNvSpPr>
            <a:spLocks noGrp="1"/>
          </p:cNvSpPr>
          <p:nvPr>
            <p:ph type="sldNum" sz="quarter" idx="16387"/>
            <p:custDataLst>
              <p:tags r:id="rId14"/>
            </p:custDataLst>
          </p:nvPr>
        </p:nvSpPr>
        <p:spPr>
          <a:xfrm>
            <a:off x="8610600" y="6356350"/>
            <a:ext cx="2743200" cy="365125"/>
          </a:xfrm>
        </p:spPr>
        <p:txBody>
          <a:bodyPr/>
          <a:lstStyle/>
          <a:p>
            <a:fld id="{CFDA0808-8B01-405B-8ED6-12013DCE0AF6}" type="slidenum">
              <a:rPr lang="zh-CN" altLang="en-US" smtClean="0"/>
            </a:fld>
            <a:endParaRPr lang="zh-CN" altLang="en-US"/>
          </a:p>
        </p:txBody>
      </p:sp>
      <p:sp>
        <p:nvSpPr>
          <p:cNvPr id="9" name="标题" descr="7b0a20202020227461726765744d6f64756c65223a202270726f636573734f6e6c696e65466f6e7473220a7d0a"/>
          <p:cNvSpPr txBox="1">
            <a:spLocks noGrp="1"/>
          </p:cNvSpPr>
          <p:nvPr>
            <p:ph type="title" idx="16388" hasCustomPrompt="1"/>
            <p:custDataLst>
              <p:tags r:id="rId15"/>
            </p:custDataLst>
          </p:nvPr>
        </p:nvSpPr>
        <p:spPr>
          <a:xfrm>
            <a:off x="1903677" y="2489200"/>
            <a:ext cx="8384646" cy="1879600"/>
          </a:xfrm>
          <a:prstGeom prst="rect">
            <a:avLst/>
          </a:prstGeom>
          <a:noFill/>
        </p:spPr>
        <p:txBody>
          <a:bodyPr vert="horz" wrap="square" lIns="0" tIns="0" rIns="0" bIns="0" rtlCol="0" anchor="t" anchorCtr="0">
            <a:normAutofit/>
          </a:bodyPr>
          <a:lstStyle>
            <a:lvl1pPr marL="0" marR="0" lvl="0" indent="0" algn="ctr" defTabSz="914400" rtl="0" eaLnBrk="1" fontAlgn="auto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 kumimoji="0" lang="zh-CN" altLang="en-US" sz="6000" b="0" i="0" u="none" strike="noStrike" kern="1200" cap="none" spc="0" normalizeH="0" baseline="0" noProof="1" dirty="0">
                <a:solidFill>
                  <a:schemeClr val="tx1"/>
                </a:solidFill>
                <a:latin typeface="+mj-ea"/>
                <a:ea typeface="+mj-ea"/>
                <a:cs typeface="MiSans Normal" panose="00000500000000000000" charset="-122"/>
                <a:sym typeface="+mn-ea"/>
              </a:defRPr>
            </a:lvl1pPr>
          </a:lstStyle>
          <a:p>
            <a:pPr lvl="0" algn="ctr">
              <a:buClrTx/>
              <a:buSzTx/>
              <a:buFontTx/>
            </a:pPr>
            <a:r>
              <a:rPr dirty="0">
                <a:sym typeface="+mn-ea"/>
              </a:rPr>
              <a:t>单击此处添加文档标题</a:t>
            </a:r>
            <a:endParaRPr dirty="0">
              <a:sym typeface="+mn-ea"/>
            </a:endParaRPr>
          </a:p>
        </p:txBody>
      </p:sp>
      <p:sp>
        <p:nvSpPr>
          <p:cNvPr id="8" name="副标题" descr="7b0a20202020227461726765744d6f64756c65223a202270726f636573734f6e6c696e65466f6e7473220a7d0a"/>
          <p:cNvSpPr txBox="1">
            <a:spLocks noGrp="1"/>
          </p:cNvSpPr>
          <p:nvPr>
            <p:ph type="body" idx="16390" hasCustomPrompt="1"/>
            <p:custDataLst>
              <p:tags r:id="rId16"/>
            </p:custDataLst>
          </p:nvPr>
        </p:nvSpPr>
        <p:spPr>
          <a:xfrm>
            <a:off x="4812859" y="4419600"/>
            <a:ext cx="2540882" cy="533400"/>
          </a:xfrm>
          <a:prstGeom prst="rect">
            <a:avLst/>
          </a:prstGeom>
          <a:noFill/>
        </p:spPr>
        <p:txBody>
          <a:bodyPr vert="horz" wrap="square" lIns="0" tIns="0" rIns="0" bIns="0" rtlCol="0" anchor="ctr" anchorCtr="0">
            <a:normAutofit/>
          </a:bodyPr>
          <a:lstStyle>
            <a:lvl1pPr marL="0" marR="0" lvl="0" indent="0" algn="ctr" defTabSz="914400" rtl="0" eaLnBrk="1" fontAlgn="auto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 kumimoji="0" lang="zh-CN" altLang="en-US" sz="2000" b="0" i="0" u="none" strike="noStrike" kern="1200" cap="none" spc="0" normalizeH="0" baseline="0" noProof="1" dirty="0">
                <a:solidFill>
                  <a:schemeClr val="tx1"/>
                </a:solidFill>
                <a:latin typeface="+mj-ea"/>
                <a:ea typeface="+mj-ea"/>
                <a:cs typeface="MiSans Normal" panose="00000500000000000000" charset="-122"/>
                <a:sym typeface="+mn-ea"/>
              </a:defRPr>
            </a:lvl1pPr>
          </a:lstStyle>
          <a:p>
            <a:pPr lvl="0" algn="l">
              <a:buClrTx/>
              <a:buSzTx/>
              <a:buFontTx/>
            </a:pPr>
            <a:r>
              <a:rPr dirty="0">
                <a:sym typeface="+mn-ea"/>
              </a:rPr>
              <a:t>BY WPS</a:t>
            </a:r>
            <a:endParaRPr dirty="0">
              <a:sym typeface="+mn-ea"/>
            </a:endParaRPr>
          </a:p>
        </p:txBody>
      </p:sp>
    </p:spTree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3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showMasterSp="0" userDrawn="1">
  <p:cSld name="章节页_1_3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椭圆 9"/>
          <p:cNvSpPr/>
          <p:nvPr>
            <p:custDataLst>
              <p:tags r:id="rId2"/>
            </p:custDataLst>
          </p:nvPr>
        </p:nvSpPr>
        <p:spPr>
          <a:xfrm>
            <a:off x="635" y="2720975"/>
            <a:ext cx="4062095" cy="4137025"/>
          </a:xfrm>
          <a:prstGeom prst="ellipse">
            <a:avLst/>
          </a:prstGeom>
          <a:solidFill>
            <a:schemeClr val="accent1">
              <a:lumMod val="60000"/>
              <a:lumOff val="40000"/>
              <a:alpha val="50000"/>
            </a:schemeClr>
          </a:solidFill>
          <a:ln>
            <a:noFill/>
          </a:ln>
          <a:effectLst>
            <a:softEdge rad="1155700"/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>
              <a:solidFill>
                <a:schemeClr val="lt1">
                  <a:alpha val="0"/>
                </a:schemeClr>
              </a:solidFill>
              <a:cs typeface="MiSans Normal" panose="00000500000000000000" charset="-122"/>
            </a:endParaRPr>
          </a:p>
        </p:txBody>
      </p:sp>
      <p:sp>
        <p:nvSpPr>
          <p:cNvPr id="9" name="椭圆 8"/>
          <p:cNvSpPr/>
          <p:nvPr>
            <p:custDataLst>
              <p:tags r:id="rId3"/>
            </p:custDataLst>
          </p:nvPr>
        </p:nvSpPr>
        <p:spPr>
          <a:xfrm>
            <a:off x="9669780" y="635"/>
            <a:ext cx="2522855" cy="2348865"/>
          </a:xfrm>
          <a:prstGeom prst="ellipse">
            <a:avLst/>
          </a:prstGeom>
          <a:gradFill>
            <a:gsLst>
              <a:gs pos="0">
                <a:schemeClr val="accent1">
                  <a:lumMod val="40000"/>
                  <a:lumOff val="60000"/>
                </a:schemeClr>
              </a:gs>
              <a:gs pos="100000">
                <a:schemeClr val="accent1"/>
              </a:gs>
            </a:gsLst>
            <a:lin ang="7200000" scaled="0"/>
          </a:gradFill>
          <a:ln>
            <a:noFill/>
          </a:ln>
          <a:effectLst>
            <a:softEdge rad="850900"/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>
              <a:cs typeface="MiSans Normal" panose="00000500000000000000" charset="-122"/>
            </a:endParaRPr>
          </a:p>
        </p:txBody>
      </p:sp>
      <p:pic>
        <p:nvPicPr>
          <p:cNvPr id="13" name="图形 10"/>
          <p:cNvPicPr>
            <a:picLocks noChangeAspect="1"/>
          </p:cNvPicPr>
          <p:nvPr>
            <p:custDataLst>
              <p:tags r:id="rId4"/>
            </p:custDataLst>
          </p:nvPr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8205136" y="3207049"/>
            <a:ext cx="2155313" cy="352463"/>
          </a:xfrm>
          <a:prstGeom prst="rect">
            <a:avLst/>
          </a:prstGeom>
        </p:spPr>
      </p:pic>
      <p:sp>
        <p:nvSpPr>
          <p:cNvPr id="6" name="日期占位符 3"/>
          <p:cNvSpPr>
            <a:spLocks noGrp="1"/>
          </p:cNvSpPr>
          <p:nvPr>
            <p:ph type="dt" sz="half" idx="16385"/>
            <p:custDataLst>
              <p:tags r:id="rId7"/>
            </p:custDataLst>
          </p:nvPr>
        </p:nvSpPr>
        <p:spPr>
          <a:xfrm>
            <a:off x="838200" y="6356350"/>
            <a:ext cx="2743200" cy="365125"/>
          </a:xfrm>
        </p:spPr>
        <p:txBody>
          <a:bodyPr/>
          <a:lstStyle/>
          <a:p>
            <a:fld id="{AFF1154F-E427-4513-B34B-94E36374A1AB}" type="datetimeFigureOut">
              <a:rPr lang="zh-CN" altLang="en-US" smtClean="0"/>
            </a:fld>
            <a:endParaRPr lang="zh-CN" altLang="en-US"/>
          </a:p>
        </p:txBody>
      </p:sp>
      <p:sp>
        <p:nvSpPr>
          <p:cNvPr id="11" name="页脚占位符 4"/>
          <p:cNvSpPr>
            <a:spLocks noGrp="1"/>
          </p:cNvSpPr>
          <p:nvPr>
            <p:ph type="ftr" sz="quarter" idx="16386"/>
            <p:custDataLst>
              <p:tags r:id="rId8"/>
            </p:custDataLst>
          </p:nvPr>
        </p:nvSpPr>
        <p:spPr>
          <a:xfrm>
            <a:off x="4038600" y="6356350"/>
            <a:ext cx="4114800" cy="365125"/>
          </a:xfrm>
        </p:spPr>
        <p:txBody>
          <a:bodyPr/>
          <a:lstStyle/>
          <a:p>
            <a:endParaRPr lang="zh-CN" altLang="en-US"/>
          </a:p>
        </p:txBody>
      </p:sp>
      <p:sp>
        <p:nvSpPr>
          <p:cNvPr id="12" name="灯片编号占位符 5"/>
          <p:cNvSpPr>
            <a:spLocks noGrp="1"/>
          </p:cNvSpPr>
          <p:nvPr>
            <p:ph type="sldNum" sz="quarter" idx="16387"/>
            <p:custDataLst>
              <p:tags r:id="rId9"/>
            </p:custDataLst>
          </p:nvPr>
        </p:nvSpPr>
        <p:spPr>
          <a:xfrm>
            <a:off x="8610600" y="6356350"/>
            <a:ext cx="2743200" cy="365125"/>
          </a:xfrm>
        </p:spPr>
        <p:txBody>
          <a:bodyPr/>
          <a:lstStyle/>
          <a:p>
            <a:fld id="{CFDA0808-8B01-405B-8ED6-12013DCE0AF6}" type="slidenum">
              <a:rPr lang="zh-CN" altLang="en-US" smtClean="0"/>
            </a:fld>
            <a:endParaRPr lang="zh-CN" altLang="en-US"/>
          </a:p>
        </p:txBody>
      </p:sp>
      <p:sp>
        <p:nvSpPr>
          <p:cNvPr id="7" name="标题"/>
          <p:cNvSpPr txBox="1">
            <a:spLocks noGrp="1"/>
          </p:cNvSpPr>
          <p:nvPr>
            <p:ph type="title" idx="16388" hasCustomPrompt="1"/>
            <p:custDataLst>
              <p:tags r:id="rId10"/>
            </p:custDataLst>
          </p:nvPr>
        </p:nvSpPr>
        <p:spPr>
          <a:xfrm>
            <a:off x="1016000" y="3530600"/>
            <a:ext cx="6352117" cy="1524000"/>
          </a:xfrm>
          <a:prstGeom prst="rect">
            <a:avLst/>
          </a:prstGeom>
          <a:noFill/>
        </p:spPr>
        <p:txBody>
          <a:bodyPr vert="horz" wrap="square" lIns="0" tIns="0" rIns="0" bIns="0" rtlCol="0" anchor="t" anchorCtr="0">
            <a:normAutofit/>
          </a:bodyPr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 kumimoji="0" lang="zh-CN" altLang="en-US" sz="4800" b="0" i="0" u="none" strike="noStrike" kern="1200" cap="none" spc="0" normalizeH="0" baseline="0" noProof="1" dirty="0">
                <a:solidFill>
                  <a:schemeClr val="tx1"/>
                </a:solidFill>
                <a:latin typeface="+mj-ea"/>
                <a:ea typeface="+mj-ea"/>
                <a:cs typeface="MiSans Normal" panose="00000500000000000000" charset="-122"/>
                <a:sym typeface="+mn-ea"/>
              </a:defRPr>
            </a:lvl1pPr>
          </a:lstStyle>
          <a:p>
            <a:pPr lvl="0"/>
            <a:r>
              <a:rPr>
                <a:sym typeface="+mn-ea"/>
              </a:rPr>
              <a:t>单击此处添加章节标题</a:t>
            </a:r>
            <a:endParaRPr>
              <a:sym typeface="+mn-ea"/>
            </a:endParaRPr>
          </a:p>
        </p:txBody>
      </p:sp>
      <p:sp>
        <p:nvSpPr>
          <p:cNvPr id="8" name="节编号"/>
          <p:cNvSpPr txBox="1">
            <a:spLocks noGrp="1"/>
          </p:cNvSpPr>
          <p:nvPr>
            <p:ph type="body" idx="16389" hasCustomPrompt="1"/>
            <p:custDataLst>
              <p:tags r:id="rId11"/>
            </p:custDataLst>
          </p:nvPr>
        </p:nvSpPr>
        <p:spPr>
          <a:xfrm>
            <a:off x="1016000" y="1905000"/>
            <a:ext cx="1527175" cy="1524000"/>
          </a:xfrm>
          <a:prstGeom prst="rect">
            <a:avLst/>
          </a:prstGeom>
          <a:noFill/>
        </p:spPr>
        <p:txBody>
          <a:bodyPr vert="horz" wrap="square" lIns="0" tIns="0" rIns="0" bIns="0" rtlCol="0" anchor="ctr" anchorCtr="0">
            <a:normAutofit/>
          </a:bodyPr>
          <a:lstStyle>
            <a:lvl1pPr marL="0" marR="0" lvl="0" indent="0" algn="l" defTabSz="914400" rtl="0" eaLnBrk="1" fontAlgn="auto" latinLnBrk="0" hangingPunct="1">
              <a:lnSpc>
                <a:spcPct val="109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 kumimoji="0" lang="en-US" altLang="zh-CN" sz="7200" b="0" i="0" u="none" strike="noStrike" kern="1200" cap="none" spc="0" normalizeH="0" baseline="0" noProof="1" dirty="0">
                <a:ln>
                  <a:solidFill>
                    <a:schemeClr val="accent1"/>
                  </a:solidFill>
                </a:ln>
                <a:noFill/>
                <a:latin typeface="+mj-ea"/>
                <a:ea typeface="+mj-ea"/>
                <a:cs typeface="MiSans Normal" panose="00000500000000000000" charset="-122"/>
                <a:sym typeface="+mn-ea"/>
              </a:defRPr>
            </a:lvl1pPr>
          </a:lstStyle>
          <a:p>
            <a:pPr lvl="0" algn="l">
              <a:buClrTx/>
              <a:buSzTx/>
              <a:buFontTx/>
            </a:pPr>
            <a:r>
              <a:rPr dirty="0">
                <a:sym typeface="+mn-ea"/>
              </a:rPr>
              <a:t>01</a:t>
            </a:r>
            <a:endParaRPr dirty="0">
              <a:sym typeface="+mn-ea"/>
            </a:endParaRPr>
          </a:p>
        </p:txBody>
      </p:sp>
    </p:spTree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3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showMasterSp="0" userDrawn="1">
  <p:cSld name="结束页_1_4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椭圆 11"/>
          <p:cNvSpPr/>
          <p:nvPr userDrawn="1">
            <p:custDataLst>
              <p:tags r:id="rId2"/>
            </p:custDataLst>
          </p:nvPr>
        </p:nvSpPr>
        <p:spPr>
          <a:xfrm>
            <a:off x="9721215" y="1270"/>
            <a:ext cx="2470785" cy="2159635"/>
          </a:xfrm>
          <a:prstGeom prst="ellipse">
            <a:avLst/>
          </a:prstGeom>
          <a:gradFill>
            <a:gsLst>
              <a:gs pos="0">
                <a:schemeClr val="accent1">
                  <a:lumMod val="40000"/>
                  <a:lumOff val="60000"/>
                </a:schemeClr>
              </a:gs>
              <a:gs pos="100000">
                <a:schemeClr val="accent2">
                  <a:lumMod val="75000"/>
                </a:schemeClr>
              </a:gs>
            </a:gsLst>
            <a:lin ang="7200000" scaled="0"/>
          </a:gradFill>
          <a:ln>
            <a:noFill/>
          </a:ln>
          <a:effectLst>
            <a:softEdge rad="850900"/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9" name="任意多边形: 形状 37"/>
          <p:cNvSpPr/>
          <p:nvPr userDrawn="1">
            <p:custDataLst>
              <p:tags r:id="rId3"/>
            </p:custDataLst>
          </p:nvPr>
        </p:nvSpPr>
        <p:spPr>
          <a:xfrm flipH="1" flipV="1">
            <a:off x="0" y="1905"/>
            <a:ext cx="6517640" cy="6856095"/>
          </a:xfrm>
          <a:custGeom>
            <a:avLst/>
            <a:gdLst>
              <a:gd name="connsiteX0" fmla="*/ 11073245 w 11073245"/>
              <a:gd name="connsiteY0" fmla="*/ 7199311 h 7199311"/>
              <a:gd name="connsiteX1" fmla="*/ 0 w 11073245"/>
              <a:gd name="connsiteY1" fmla="*/ 7199311 h 7199311"/>
              <a:gd name="connsiteX2" fmla="*/ 0 w 11073245"/>
              <a:gd name="connsiteY2" fmla="*/ 0 h 7199311"/>
              <a:gd name="connsiteX3" fmla="*/ 11073245 w 11073245"/>
              <a:gd name="connsiteY3" fmla="*/ 0 h 719931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11073245" h="7199311">
                <a:moveTo>
                  <a:pt x="11073245" y="7199311"/>
                </a:moveTo>
                <a:lnTo>
                  <a:pt x="0" y="7199311"/>
                </a:lnTo>
                <a:lnTo>
                  <a:pt x="0" y="0"/>
                </a:lnTo>
                <a:lnTo>
                  <a:pt x="11073245" y="0"/>
                </a:lnTo>
                <a:close/>
              </a:path>
            </a:pathLst>
          </a:custGeom>
          <a:gradFill flip="none" rotWithShape="1">
            <a:gsLst>
              <a:gs pos="0">
                <a:schemeClr val="accent1">
                  <a:alpha val="50000"/>
                </a:schemeClr>
              </a:gs>
              <a:gs pos="47000">
                <a:schemeClr val="accent1">
                  <a:lumMod val="20000"/>
                  <a:lumOff val="80000"/>
                  <a:alpha val="0"/>
                </a:schemeClr>
              </a:gs>
            </a:gsLst>
            <a:path path="circle">
              <a:fillToRect l="100000" b="100000"/>
            </a:path>
            <a:tileRect t="-100000" r="-100000"/>
          </a:gra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rgbClr val="0099FF">
              <a:shade val="50000"/>
            </a:srgbClr>
          </a:lnRef>
          <a:fillRef idx="1">
            <a:srgbClr val="0099FF"/>
          </a:fillRef>
          <a:effectRef idx="0">
            <a:srgbClr val="0099FF"/>
          </a:effectRef>
          <a:fontRef idx="minor">
            <a:sysClr val="window" lastClr="FFFFFF"/>
          </a:fontRef>
        </p:style>
        <p:txBody>
          <a:bodyPr wrap="square" rtlCol="0" anchor="ctr">
            <a:noAutofit/>
          </a:bodyPr>
          <a:lstStyle/>
          <a:p>
            <a:pPr algn="ctr"/>
            <a:endParaRPr lang="zh-CN" altLang="en-US"/>
          </a:p>
        </p:txBody>
      </p:sp>
      <p:sp>
        <p:nvSpPr>
          <p:cNvPr id="10" name="椭圆 9"/>
          <p:cNvSpPr/>
          <p:nvPr userDrawn="1">
            <p:custDataLst>
              <p:tags r:id="rId4"/>
            </p:custDataLst>
          </p:nvPr>
        </p:nvSpPr>
        <p:spPr>
          <a:xfrm rot="20622537">
            <a:off x="2338705" y="2000885"/>
            <a:ext cx="7515225" cy="2039620"/>
          </a:xfrm>
          <a:prstGeom prst="ellipse">
            <a:avLst/>
          </a:prstGeom>
          <a:noFill/>
          <a:ln w="63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>
              <a:cs typeface="MiSans Normal" panose="00000500000000000000" charset="-122"/>
            </a:endParaRPr>
          </a:p>
        </p:txBody>
      </p:sp>
      <p:sp>
        <p:nvSpPr>
          <p:cNvPr id="6" name="日期占位符 3"/>
          <p:cNvSpPr>
            <a:spLocks noGrp="1"/>
          </p:cNvSpPr>
          <p:nvPr>
            <p:ph type="dt" sz="half" idx="16385"/>
            <p:custDataLst>
              <p:tags r:id="rId5"/>
            </p:custDataLst>
          </p:nvPr>
        </p:nvSpPr>
        <p:spPr>
          <a:xfrm>
            <a:off x="838200" y="6356350"/>
            <a:ext cx="2743200" cy="365125"/>
          </a:xfrm>
        </p:spPr>
        <p:txBody>
          <a:bodyPr/>
          <a:lstStyle/>
          <a:p>
            <a:fld id="{AFF1154F-E427-4513-B34B-94E36374A1AB}" type="datetimeFigureOut">
              <a:rPr lang="zh-CN" altLang="en-US" smtClean="0"/>
            </a:fld>
            <a:endParaRPr lang="zh-CN" altLang="en-US"/>
          </a:p>
        </p:txBody>
      </p:sp>
      <p:sp>
        <p:nvSpPr>
          <p:cNvPr id="11" name="页脚占位符 4"/>
          <p:cNvSpPr>
            <a:spLocks noGrp="1"/>
          </p:cNvSpPr>
          <p:nvPr>
            <p:ph type="ftr" sz="quarter" idx="16386"/>
            <p:custDataLst>
              <p:tags r:id="rId6"/>
            </p:custDataLst>
          </p:nvPr>
        </p:nvSpPr>
        <p:spPr>
          <a:xfrm>
            <a:off x="4038600" y="6356350"/>
            <a:ext cx="4114800" cy="365125"/>
          </a:xfrm>
        </p:spPr>
        <p:txBody>
          <a:bodyPr/>
          <a:lstStyle/>
          <a:p>
            <a:endParaRPr lang="zh-CN" altLang="en-US"/>
          </a:p>
        </p:txBody>
      </p:sp>
      <p:sp>
        <p:nvSpPr>
          <p:cNvPr id="13" name="灯片编号占位符 5"/>
          <p:cNvSpPr>
            <a:spLocks noGrp="1"/>
          </p:cNvSpPr>
          <p:nvPr>
            <p:ph type="sldNum" sz="quarter" idx="16387"/>
            <p:custDataLst>
              <p:tags r:id="rId7"/>
            </p:custDataLst>
          </p:nvPr>
        </p:nvSpPr>
        <p:spPr>
          <a:xfrm>
            <a:off x="8610600" y="6356350"/>
            <a:ext cx="2743200" cy="365125"/>
          </a:xfrm>
        </p:spPr>
        <p:txBody>
          <a:bodyPr/>
          <a:lstStyle/>
          <a:p>
            <a:fld id="{CFDA0808-8B01-405B-8ED6-12013DCE0AF6}" type="slidenum">
              <a:rPr lang="zh-CN" altLang="en-US" smtClean="0"/>
            </a:fld>
            <a:endParaRPr lang="zh-CN" altLang="en-US"/>
          </a:p>
        </p:txBody>
      </p:sp>
      <p:pic>
        <p:nvPicPr>
          <p:cNvPr id="14" name="图形 12"/>
          <p:cNvPicPr>
            <a:picLocks noChangeAspect="1"/>
          </p:cNvPicPr>
          <p:nvPr userDrawn="1">
            <p:custDataLst>
              <p:tags r:id="rId8"/>
            </p:custDataLst>
          </p:nvPr>
        </p:nvPicPr>
        <p:blipFill>
          <a:blip r:embed="rId9" cstate="print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 rot="2700000">
            <a:off x="7799705" y="1013460"/>
            <a:ext cx="1157605" cy="1157605"/>
          </a:xfrm>
          <a:prstGeom prst="rect">
            <a:avLst/>
          </a:prstGeom>
        </p:spPr>
      </p:pic>
      <p:pic>
        <p:nvPicPr>
          <p:cNvPr id="15" name="图形 16"/>
          <p:cNvPicPr>
            <a:picLocks noChangeAspect="1"/>
          </p:cNvPicPr>
          <p:nvPr userDrawn="1">
            <p:custDataLst>
              <p:tags r:id="rId11"/>
            </p:custDataLst>
          </p:nvPr>
        </p:nvPicPr>
        <p:blipFill>
          <a:blip r:embed="rId12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3"/>
              </a:ext>
            </a:extLst>
          </a:blip>
          <a:stretch>
            <a:fillRect/>
          </a:stretch>
        </p:blipFill>
        <p:spPr>
          <a:xfrm flipH="1">
            <a:off x="10212943" y="5334181"/>
            <a:ext cx="1427948" cy="1427948"/>
          </a:xfrm>
          <a:prstGeom prst="rect">
            <a:avLst/>
          </a:prstGeom>
        </p:spPr>
      </p:pic>
      <p:sp>
        <p:nvSpPr>
          <p:cNvPr id="17" name="Subtitle 16"/>
          <p:cNvSpPr>
            <a:spLocks noGrp="1"/>
          </p:cNvSpPr>
          <p:nvPr>
            <p:ph type="body" idx="16389" hasCustomPrompt="1"/>
            <p:custDataLst>
              <p:tags r:id="rId14"/>
            </p:custDataLst>
          </p:nvPr>
        </p:nvSpPr>
        <p:spPr>
          <a:xfrm>
            <a:off x="3364971" y="2667000"/>
            <a:ext cx="5449358" cy="457200"/>
          </a:xfrm>
          <a:noFill/>
        </p:spPr>
        <p:txBody>
          <a:bodyPr vert="horz" lIns="0" tIns="0" rIns="0" bIns="0" anchor="t">
            <a:normAutofit/>
          </a:bodyPr>
          <a:lstStyle>
            <a:lvl1pPr marL="0" indent="0" algn="ctr">
              <a:lnSpc>
                <a:spcPct val="125000"/>
              </a:lnSpc>
              <a:spcBef>
                <a:spcPct val="0"/>
              </a:spcBef>
              <a:spcAft>
                <a:spcPct val="0"/>
              </a:spcAft>
              <a:buNone/>
              <a:defRPr sz="2400" b="0" spc="0">
                <a:solidFill>
                  <a:schemeClr val="tx1"/>
                </a:solidFill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zh-CN" altLang="en-US"/>
              <a:t>THE END</a:t>
            </a:r>
            <a:endParaRPr lang="zh-CN" altLang="en-US"/>
          </a:p>
        </p:txBody>
      </p:sp>
      <p:sp>
        <p:nvSpPr>
          <p:cNvPr id="8" name="标题"/>
          <p:cNvSpPr txBox="1">
            <a:spLocks noGrp="1"/>
          </p:cNvSpPr>
          <p:nvPr>
            <p:ph type="title" idx="16388" hasCustomPrompt="1"/>
            <p:custDataLst>
              <p:tags r:id="rId15"/>
            </p:custDataLst>
          </p:nvPr>
        </p:nvSpPr>
        <p:spPr>
          <a:xfrm>
            <a:off x="3364089" y="3175000"/>
            <a:ext cx="5451122" cy="1016000"/>
          </a:xfrm>
          <a:prstGeom prst="rect">
            <a:avLst/>
          </a:prstGeom>
          <a:noFill/>
        </p:spPr>
        <p:txBody>
          <a:bodyPr vert="horz" wrap="square" lIns="0" tIns="0" rIns="0" bIns="0" rtlCol="0" anchor="t" anchorCtr="0">
            <a:normAutofit/>
          </a:bodyPr>
          <a:lstStyle>
            <a:lvl1pPr marL="0" marR="0" lvl="0" indent="0" algn="ctr" defTabSz="914400" rtl="0" eaLnBrk="1" fontAlgn="auto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 kumimoji="0" lang="zh-CN" altLang="en-US" sz="6400" b="0" i="0" u="none" strike="noStrike" kern="1200" cap="none" spc="0" normalizeH="0" baseline="0" noProof="1" dirty="0">
                <a:solidFill>
                  <a:schemeClr val="tx1"/>
                </a:solidFill>
                <a:latin typeface="+mj-ea"/>
                <a:ea typeface="+mj-ea"/>
                <a:cs typeface="MiSans Normal" panose="00000500000000000000" charset="-122"/>
                <a:sym typeface="+mn-ea"/>
              </a:defRPr>
            </a:lvl1pPr>
          </a:lstStyle>
          <a:p>
            <a:pPr lvl="0" algn="ctr">
              <a:buClrTx/>
              <a:buSzTx/>
              <a:buFontTx/>
            </a:pPr>
            <a:r>
              <a:rPr dirty="0">
                <a:sym typeface="+mn-ea"/>
              </a:rPr>
              <a:t>谢谢观看</a:t>
            </a:r>
            <a:endParaRPr dirty="0">
              <a:sym typeface="+mn-ea"/>
            </a:endParaRPr>
          </a:p>
        </p:txBody>
      </p:sp>
    </p:spTree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3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目录页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日期占位符 3"/>
          <p:cNvSpPr>
            <a:spLocks noGrp="1"/>
          </p:cNvSpPr>
          <p:nvPr>
            <p:ph type="dt" sz="half" idx="10"/>
            <p:custDataLst>
              <p:tags r:id="rId2"/>
            </p:custDataLst>
          </p:nvPr>
        </p:nvSpPr>
        <p:spPr>
          <a:xfrm>
            <a:off x="838200" y="6356350"/>
            <a:ext cx="2743200" cy="365125"/>
          </a:xfrm>
        </p:spPr>
        <p:txBody>
          <a:bodyPr/>
          <a:lstStyle/>
          <a:p>
            <a:fld id="{AFF1154F-E427-4513-B34B-94E36374A1AB}" type="datetimeFigureOut">
              <a:rPr lang="zh-CN" altLang="en-US" smtClean="0"/>
            </a:fld>
            <a:endParaRPr lang="zh-CN" altLang="en-US"/>
          </a:p>
        </p:txBody>
      </p:sp>
      <p:sp>
        <p:nvSpPr>
          <p:cNvPr id="9" name="页脚占位符 4"/>
          <p:cNvSpPr>
            <a:spLocks noGrp="1"/>
          </p:cNvSpPr>
          <p:nvPr>
            <p:ph type="ftr" sz="quarter" idx="11"/>
            <p:custDataLst>
              <p:tags r:id="rId3"/>
            </p:custDataLst>
          </p:nvPr>
        </p:nvSpPr>
        <p:spPr>
          <a:xfrm>
            <a:off x="4038600" y="6356350"/>
            <a:ext cx="4114800" cy="365125"/>
          </a:xfrm>
        </p:spPr>
        <p:txBody>
          <a:bodyPr/>
          <a:lstStyle/>
          <a:p>
            <a:endParaRPr lang="zh-CN" altLang="en-US"/>
          </a:p>
        </p:txBody>
      </p:sp>
      <p:sp>
        <p:nvSpPr>
          <p:cNvPr id="10" name="灯片编号占位符 5"/>
          <p:cNvSpPr>
            <a:spLocks noGrp="1"/>
          </p:cNvSpPr>
          <p:nvPr>
            <p:ph type="sldNum" sz="quarter" idx="12"/>
            <p:custDataLst>
              <p:tags r:id="rId4"/>
            </p:custDataLst>
          </p:nvPr>
        </p:nvSpPr>
        <p:spPr>
          <a:xfrm>
            <a:off x="8610600" y="6356350"/>
            <a:ext cx="2743200" cy="365125"/>
          </a:xfrm>
        </p:spPr>
        <p:txBody>
          <a:bodyPr/>
          <a:lstStyle/>
          <a:p>
            <a:fld id="{CFDA0808-8B01-405B-8ED6-12013DCE0AF6}" type="slidenum">
              <a:rPr lang="zh-CN" altLang="en-US" smtClean="0"/>
            </a:fld>
            <a:endParaRPr lang="zh-CN" altLang="en-US"/>
          </a:p>
        </p:txBody>
      </p:sp>
      <p:sp>
        <p:nvSpPr>
          <p:cNvPr id="11" name="Subtitle 10"/>
          <p:cNvSpPr>
            <a:spLocks noGrp="1"/>
          </p:cNvSpPr>
          <p:nvPr>
            <p:ph type="subTitle" idx="17826305" hasCustomPrompt="1"/>
            <p:custDataLst>
              <p:tags r:id="rId5"/>
            </p:custDataLst>
          </p:nvPr>
        </p:nvSpPr>
        <p:spPr>
          <a:xfrm>
            <a:off x="761471" y="2667000"/>
            <a:ext cx="2363258" cy="457200"/>
          </a:xfrm>
          <a:noFill/>
        </p:spPr>
        <p:txBody>
          <a:bodyPr lIns="0" tIns="0" rIns="0" bIns="0" anchor="t">
            <a:normAutofit/>
          </a:bodyPr>
          <a:lstStyle>
            <a:lvl1pPr marL="0" indent="0" algn="ctr">
              <a:lnSpc>
                <a:spcPct val="125000"/>
              </a:lnSpc>
              <a:spcBef>
                <a:spcPct val="0"/>
              </a:spcBef>
              <a:spcAft>
                <a:spcPct val="0"/>
              </a:spcAft>
              <a:buNone/>
              <a:defRPr sz="2400" b="0" spc="0">
                <a:solidFill>
                  <a:schemeClr val="tx1"/>
                </a:solidFill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zh-CN" altLang="en-US"/>
              <a:t>CONTENTS</a:t>
            </a:r>
            <a:endParaRPr lang="zh-CN" altLang="en-US"/>
          </a:p>
        </p:txBody>
      </p:sp>
      <p:sp>
        <p:nvSpPr>
          <p:cNvPr id="12" name="Title 11"/>
          <p:cNvSpPr>
            <a:spLocks noGrp="1"/>
          </p:cNvSpPr>
          <p:nvPr>
            <p:ph type="ctrTitle" idx="17826049" hasCustomPrompt="1"/>
            <p:custDataLst>
              <p:tags r:id="rId6"/>
            </p:custDataLst>
          </p:nvPr>
        </p:nvSpPr>
        <p:spPr>
          <a:xfrm>
            <a:off x="760942" y="3175000"/>
            <a:ext cx="2364317" cy="762000"/>
          </a:xfrm>
          <a:noFill/>
        </p:spPr>
        <p:txBody>
          <a:bodyPr lIns="0" tIns="0" rIns="0" bIns="0" anchor="t">
            <a:normAutofit/>
          </a:bodyPr>
          <a:lstStyle>
            <a:lvl1pPr marL="0" indent="0" algn="ctr">
              <a:lnSpc>
                <a:spcPct val="104000"/>
              </a:lnSpc>
              <a:spcBef>
                <a:spcPct val="0"/>
              </a:spcBef>
              <a:spcAft>
                <a:spcPct val="0"/>
              </a:spcAft>
              <a:buNone/>
              <a:defRPr sz="4800" b="1" spc="0">
                <a:solidFill>
                  <a:schemeClr val="tx1"/>
                </a:solidFill>
              </a:defRPr>
            </a:lvl1pPr>
          </a:lstStyle>
          <a:p>
            <a:r>
              <a:rPr lang="zh-CN" altLang="en-US"/>
              <a:t>目录</a:t>
            </a:r>
            <a:endParaRPr lang="zh-CN" altLang="en-US"/>
          </a:p>
        </p:txBody>
      </p:sp>
      <p:sp>
        <p:nvSpPr>
          <p:cNvPr id="13" name="Text Placeholder 12"/>
          <p:cNvSpPr>
            <a:spLocks noGrp="1"/>
          </p:cNvSpPr>
          <p:nvPr>
            <p:ph type="body" idx="319883777" hasCustomPrompt="1"/>
            <p:custDataLst>
              <p:tags r:id="rId7"/>
            </p:custDataLst>
          </p:nvPr>
        </p:nvSpPr>
        <p:spPr>
          <a:xfrm>
            <a:off x="4070350" y="2286000"/>
            <a:ext cx="596900" cy="508000"/>
          </a:xfrm>
          <a:noFill/>
        </p:spPr>
        <p:txBody>
          <a:bodyPr wrap="none" lIns="0" tIns="0" rIns="0" bIns="0" anchor="ctr">
            <a:noAutofit/>
          </a:bodyPr>
          <a:lstStyle>
            <a:lvl1pPr marL="0" indent="0" algn="ctr">
              <a:lnSpc>
                <a:spcPct val="109000"/>
              </a:lnSpc>
              <a:spcBef>
                <a:spcPct val="0"/>
              </a:spcBef>
              <a:spcAft>
                <a:spcPct val="0"/>
              </a:spcAft>
              <a:buNone/>
              <a:defRPr sz="4000" b="0" spc="0">
                <a:solidFill>
                  <a:schemeClr val="accent1"/>
                </a:solidFill>
              </a:defRPr>
            </a:lvl1pPr>
          </a:lstStyle>
          <a:p>
            <a:pPr lvl="0"/>
            <a:r>
              <a:rPr lang="zh-CN" altLang="en-US" smtClean="0"/>
              <a:t>01</a:t>
            </a:r>
            <a:endParaRPr lang="zh-CN" altLang="en-US" smtClean="0"/>
          </a:p>
        </p:txBody>
      </p:sp>
      <p:sp>
        <p:nvSpPr>
          <p:cNvPr id="14" name="装饰  3"/>
          <p:cNvSpPr>
            <a:spLocks noGrp="1"/>
          </p:cNvSpPr>
          <p:nvPr>
            <p:ph type="body" idx="319883522" hasCustomPrompt="1"/>
            <p:custDataLst>
              <p:tags r:id="rId8"/>
            </p:custDataLst>
          </p:nvPr>
        </p:nvSpPr>
        <p:spPr>
          <a:xfrm>
            <a:off x="4851400" y="2209800"/>
            <a:ext cx="25400" cy="762000"/>
          </a:xfrm>
          <a:custGeom>
            <a:avLst/>
            <a:gdLst>
              <a:gd name="connisteX0" fmla="*/ 0 w 25400"/>
              <a:gd name="connsiteY0" fmla="*/ 12700 h 762000"/>
              <a:gd name="connisteX1" fmla="*/ 12700 w 25400"/>
              <a:gd name="connsiteY1" fmla="*/ 0 h 762000"/>
              <a:gd name="connisteX2" fmla="*/ 12700 w 25400"/>
              <a:gd name="connsiteY2" fmla="*/ 0 h 762000"/>
              <a:gd name="connisteX3" fmla="*/ 25400 w 25400"/>
              <a:gd name="connsiteY3" fmla="*/ 12700 h 762000"/>
              <a:gd name="connisteX4" fmla="*/ 25400 w 25400"/>
              <a:gd name="connsiteY4" fmla="*/ 749300 h 762000"/>
              <a:gd name="connisteX5" fmla="*/ 12700 w 25400"/>
              <a:gd name="connsiteY5" fmla="*/ 762000 h 762000"/>
              <a:gd name="connisteX6" fmla="*/ 12700 w 25400"/>
              <a:gd name="connsiteY6" fmla="*/ 762000 h 762000"/>
              <a:gd name="connisteX7" fmla="*/ 0 w 25400"/>
              <a:gd name="connsiteY7" fmla="*/ 749300 h 762000"/>
              <a:gd name="connisteX8" fmla="*/ 0 w 25400"/>
              <a:gd name="connsiteY8" fmla="*/ 12700 h 762000"/>
            </a:gdLst>
            <a:ahLst/>
            <a:cxnLst>
              <a:cxn ang="0">
                <a:pos x="connisteX0" y="connsiteY0"/>
              </a:cxn>
              <a:cxn ang="0">
                <a:pos x="connisteX1" y="connsiteY1"/>
              </a:cxn>
              <a:cxn ang="0">
                <a:pos x="connisteX2" y="connsiteY2"/>
              </a:cxn>
              <a:cxn ang="0">
                <a:pos x="connisteX3" y="connsiteY3"/>
              </a:cxn>
              <a:cxn ang="0">
                <a:pos x="connisteX4" y="connsiteY4"/>
              </a:cxn>
              <a:cxn ang="0">
                <a:pos x="connisteX5" y="connsiteY5"/>
              </a:cxn>
              <a:cxn ang="0">
                <a:pos x="connisteX6" y="connsiteY6"/>
              </a:cxn>
              <a:cxn ang="0">
                <a:pos x="connisteX7" y="connsiteY7"/>
              </a:cxn>
              <a:cxn ang="0">
                <a:pos x="connisteX8" y="connsiteY8"/>
              </a:cxn>
            </a:cxnLst>
            <a:pathLst>
              <a:path w="25400" h="762000">
                <a:moveTo>
                  <a:pt x="0" y="12700"/>
                </a:moveTo>
                <a:cubicBezTo>
                  <a:pt x="0" y="5686"/>
                  <a:pt x="5686" y="0"/>
                  <a:pt x="12700" y="0"/>
                </a:cubicBezTo>
                <a:lnTo>
                  <a:pt x="12700" y="0"/>
                </a:lnTo>
                <a:cubicBezTo>
                  <a:pt x="19714" y="0"/>
                  <a:pt x="25400" y="5686"/>
                  <a:pt x="25400" y="12700"/>
                </a:cubicBezTo>
                <a:lnTo>
                  <a:pt x="25400" y="749300"/>
                </a:lnTo>
                <a:cubicBezTo>
                  <a:pt x="25400" y="756314"/>
                  <a:pt x="19714" y="762000"/>
                  <a:pt x="12700" y="762000"/>
                </a:cubicBezTo>
                <a:lnTo>
                  <a:pt x="12700" y="762000"/>
                </a:lnTo>
                <a:cubicBezTo>
                  <a:pt x="5686" y="762000"/>
                  <a:pt x="0" y="756314"/>
                  <a:pt x="0" y="749300"/>
                </a:cubicBezTo>
                <a:lnTo>
                  <a:pt x="0" y="12700"/>
                </a:lnTo>
                <a:close/>
              </a:path>
            </a:pathLst>
          </a:custGeom>
          <a:solidFill>
            <a:schemeClr val="accent1">
              <a:alpha val="50000"/>
            </a:schemeClr>
          </a:solidFill>
          <a:ln>
            <a:solidFill>
              <a:prstClr val="black">
                <a:alpha val="0"/>
              </a:prstClr>
            </a:solidFill>
            <a:prstDash val="solid"/>
          </a:ln>
        </p:spPr>
        <p:txBody>
          <a:bodyPr>
            <a:noAutofit/>
          </a:bodyPr>
          <a:lstStyle>
            <a:lvl1pPr>
              <a:buNone/>
              <a:defRPr/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zh-CN" altLang="en-US" smtClean="0"/>
              <a:t> </a:t>
            </a:r>
            <a:endParaRPr lang="zh-CN" altLang="en-US" smtClean="0"/>
          </a:p>
        </p:txBody>
      </p:sp>
      <p:sp>
        <p:nvSpPr>
          <p:cNvPr id="15" name="Text Placeholder 14"/>
          <p:cNvSpPr>
            <a:spLocks noGrp="1"/>
          </p:cNvSpPr>
          <p:nvPr>
            <p:ph type="body" idx="51446017" hasCustomPrompt="1"/>
            <p:custDataLst>
              <p:tags r:id="rId9"/>
            </p:custDataLst>
          </p:nvPr>
        </p:nvSpPr>
        <p:spPr>
          <a:xfrm>
            <a:off x="5080000" y="2133600"/>
            <a:ext cx="2324100" cy="914400"/>
          </a:xfrm>
          <a:noFill/>
        </p:spPr>
        <p:txBody>
          <a:bodyPr lIns="0" tIns="0" rIns="0" bIns="0" anchor="ctr">
            <a:normAutofit/>
          </a:bodyPr>
          <a:lstStyle>
            <a:lvl1pPr marL="0" indent="0" algn="l">
              <a:lnSpc>
                <a:spcPct val="118000"/>
              </a:lnSpc>
              <a:spcBef>
                <a:spcPct val="0"/>
              </a:spcBef>
              <a:spcAft>
                <a:spcPct val="0"/>
              </a:spcAft>
              <a:buNone/>
              <a:defRPr sz="2400" b="0" spc="0">
                <a:solidFill>
                  <a:schemeClr val="tx1"/>
                </a:solidFill>
              </a:defRPr>
            </a:lvl1pPr>
          </a:lstStyle>
          <a:p>
            <a:pPr lvl="0"/>
            <a:r>
              <a:rPr lang="zh-CN" altLang="en-US" smtClean="0"/>
              <a:t>单击此处添加项标题</a:t>
            </a:r>
            <a:endParaRPr lang="zh-CN" altLang="en-US" smtClean="0"/>
          </a:p>
        </p:txBody>
      </p:sp>
      <p:sp>
        <p:nvSpPr>
          <p:cNvPr id="16" name="Text Placeholder 15"/>
          <p:cNvSpPr>
            <a:spLocks noGrp="1"/>
          </p:cNvSpPr>
          <p:nvPr>
            <p:ph type="body" idx="319949313" hasCustomPrompt="1"/>
            <p:custDataLst>
              <p:tags r:id="rId10"/>
            </p:custDataLst>
          </p:nvPr>
        </p:nvSpPr>
        <p:spPr>
          <a:xfrm>
            <a:off x="7994650" y="2286000"/>
            <a:ext cx="596900" cy="508000"/>
          </a:xfrm>
          <a:noFill/>
        </p:spPr>
        <p:txBody>
          <a:bodyPr wrap="none" lIns="0" tIns="0" rIns="0" bIns="0" anchor="ctr">
            <a:noAutofit/>
          </a:bodyPr>
          <a:lstStyle>
            <a:lvl1pPr marL="0" indent="0" algn="ctr">
              <a:lnSpc>
                <a:spcPct val="109000"/>
              </a:lnSpc>
              <a:spcBef>
                <a:spcPct val="0"/>
              </a:spcBef>
              <a:spcAft>
                <a:spcPct val="0"/>
              </a:spcAft>
              <a:buNone/>
              <a:defRPr sz="4000" b="0" spc="0">
                <a:solidFill>
                  <a:schemeClr val="accent1"/>
                </a:solidFill>
              </a:defRPr>
            </a:lvl1pPr>
          </a:lstStyle>
          <a:p>
            <a:pPr lvl="0"/>
            <a:r>
              <a:rPr lang="zh-CN" altLang="en-US" smtClean="0"/>
              <a:t>02</a:t>
            </a:r>
            <a:endParaRPr lang="zh-CN" altLang="en-US" smtClean="0"/>
          </a:p>
        </p:txBody>
      </p:sp>
      <p:sp>
        <p:nvSpPr>
          <p:cNvPr id="17" name="装饰  6"/>
          <p:cNvSpPr>
            <a:spLocks noGrp="1"/>
          </p:cNvSpPr>
          <p:nvPr>
            <p:ph type="body" idx="319949058" hasCustomPrompt="1"/>
            <p:custDataLst>
              <p:tags r:id="rId11"/>
            </p:custDataLst>
          </p:nvPr>
        </p:nvSpPr>
        <p:spPr>
          <a:xfrm>
            <a:off x="8775700" y="2209800"/>
            <a:ext cx="25400" cy="762000"/>
          </a:xfrm>
          <a:custGeom>
            <a:avLst/>
            <a:gdLst>
              <a:gd name="connisteX0" fmla="*/ 0 w 25400"/>
              <a:gd name="connsiteY0" fmla="*/ 12700 h 762000"/>
              <a:gd name="connisteX1" fmla="*/ 12700 w 25400"/>
              <a:gd name="connsiteY1" fmla="*/ 0 h 762000"/>
              <a:gd name="connisteX2" fmla="*/ 12700 w 25400"/>
              <a:gd name="connsiteY2" fmla="*/ 0 h 762000"/>
              <a:gd name="connisteX3" fmla="*/ 25400 w 25400"/>
              <a:gd name="connsiteY3" fmla="*/ 12700 h 762000"/>
              <a:gd name="connisteX4" fmla="*/ 25400 w 25400"/>
              <a:gd name="connsiteY4" fmla="*/ 749300 h 762000"/>
              <a:gd name="connisteX5" fmla="*/ 12700 w 25400"/>
              <a:gd name="connsiteY5" fmla="*/ 762000 h 762000"/>
              <a:gd name="connisteX6" fmla="*/ 12700 w 25400"/>
              <a:gd name="connsiteY6" fmla="*/ 762000 h 762000"/>
              <a:gd name="connisteX7" fmla="*/ 0 w 25400"/>
              <a:gd name="connsiteY7" fmla="*/ 749300 h 762000"/>
              <a:gd name="connisteX8" fmla="*/ 0 w 25400"/>
              <a:gd name="connsiteY8" fmla="*/ 12700 h 762000"/>
            </a:gdLst>
            <a:ahLst/>
            <a:cxnLst>
              <a:cxn ang="0">
                <a:pos x="connisteX0" y="connsiteY0"/>
              </a:cxn>
              <a:cxn ang="0">
                <a:pos x="connisteX1" y="connsiteY1"/>
              </a:cxn>
              <a:cxn ang="0">
                <a:pos x="connisteX2" y="connsiteY2"/>
              </a:cxn>
              <a:cxn ang="0">
                <a:pos x="connisteX3" y="connsiteY3"/>
              </a:cxn>
              <a:cxn ang="0">
                <a:pos x="connisteX4" y="connsiteY4"/>
              </a:cxn>
              <a:cxn ang="0">
                <a:pos x="connisteX5" y="connsiteY5"/>
              </a:cxn>
              <a:cxn ang="0">
                <a:pos x="connisteX6" y="connsiteY6"/>
              </a:cxn>
              <a:cxn ang="0">
                <a:pos x="connisteX7" y="connsiteY7"/>
              </a:cxn>
              <a:cxn ang="0">
                <a:pos x="connisteX8" y="connsiteY8"/>
              </a:cxn>
            </a:cxnLst>
            <a:pathLst>
              <a:path w="25400" h="762000">
                <a:moveTo>
                  <a:pt x="0" y="12700"/>
                </a:moveTo>
                <a:cubicBezTo>
                  <a:pt x="0" y="5686"/>
                  <a:pt x="5686" y="0"/>
                  <a:pt x="12700" y="0"/>
                </a:cubicBezTo>
                <a:lnTo>
                  <a:pt x="12700" y="0"/>
                </a:lnTo>
                <a:cubicBezTo>
                  <a:pt x="19714" y="0"/>
                  <a:pt x="25400" y="5686"/>
                  <a:pt x="25400" y="12700"/>
                </a:cubicBezTo>
                <a:lnTo>
                  <a:pt x="25400" y="749300"/>
                </a:lnTo>
                <a:cubicBezTo>
                  <a:pt x="25400" y="756314"/>
                  <a:pt x="19714" y="762000"/>
                  <a:pt x="12700" y="762000"/>
                </a:cubicBezTo>
                <a:lnTo>
                  <a:pt x="12700" y="762000"/>
                </a:lnTo>
                <a:cubicBezTo>
                  <a:pt x="5686" y="762000"/>
                  <a:pt x="0" y="756314"/>
                  <a:pt x="0" y="749300"/>
                </a:cubicBezTo>
                <a:lnTo>
                  <a:pt x="0" y="12700"/>
                </a:lnTo>
                <a:close/>
              </a:path>
            </a:pathLst>
          </a:custGeom>
          <a:solidFill>
            <a:schemeClr val="accent1">
              <a:alpha val="50000"/>
            </a:schemeClr>
          </a:solidFill>
          <a:ln>
            <a:solidFill>
              <a:prstClr val="black">
                <a:alpha val="0"/>
              </a:prstClr>
            </a:solidFill>
            <a:prstDash val="solid"/>
          </a:ln>
        </p:spPr>
        <p:txBody>
          <a:bodyPr>
            <a:noAutofit/>
          </a:bodyPr>
          <a:lstStyle>
            <a:lvl1pPr>
              <a:buNone/>
              <a:defRPr/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zh-CN" altLang="en-US" smtClean="0"/>
              <a:t> </a:t>
            </a:r>
            <a:endParaRPr lang="zh-CN" altLang="en-US" smtClean="0"/>
          </a:p>
        </p:txBody>
      </p:sp>
      <p:sp>
        <p:nvSpPr>
          <p:cNvPr id="18" name="Text Placeholder 17"/>
          <p:cNvSpPr>
            <a:spLocks noGrp="1"/>
          </p:cNvSpPr>
          <p:nvPr>
            <p:ph type="body" idx="51511553" hasCustomPrompt="1"/>
            <p:custDataLst>
              <p:tags r:id="rId12"/>
            </p:custDataLst>
          </p:nvPr>
        </p:nvSpPr>
        <p:spPr>
          <a:xfrm>
            <a:off x="9004300" y="2133600"/>
            <a:ext cx="2324100" cy="914400"/>
          </a:xfrm>
          <a:noFill/>
        </p:spPr>
        <p:txBody>
          <a:bodyPr lIns="0" tIns="0" rIns="0" bIns="0" anchor="ctr">
            <a:normAutofit/>
          </a:bodyPr>
          <a:lstStyle>
            <a:lvl1pPr marL="0" indent="0" algn="l">
              <a:lnSpc>
                <a:spcPct val="118000"/>
              </a:lnSpc>
              <a:spcBef>
                <a:spcPct val="0"/>
              </a:spcBef>
              <a:spcAft>
                <a:spcPct val="0"/>
              </a:spcAft>
              <a:buNone/>
              <a:defRPr sz="2400" b="0" spc="0">
                <a:solidFill>
                  <a:schemeClr val="tx1"/>
                </a:solidFill>
              </a:defRPr>
            </a:lvl1pPr>
          </a:lstStyle>
          <a:p>
            <a:pPr lvl="0"/>
            <a:r>
              <a:rPr lang="zh-CN" altLang="en-US" smtClean="0"/>
              <a:t>单击此处添加项标题</a:t>
            </a:r>
            <a:endParaRPr lang="zh-CN" altLang="en-US" smtClean="0"/>
          </a:p>
        </p:txBody>
      </p:sp>
      <p:sp>
        <p:nvSpPr>
          <p:cNvPr id="19" name="Text Placeholder 18"/>
          <p:cNvSpPr>
            <a:spLocks noGrp="1"/>
          </p:cNvSpPr>
          <p:nvPr>
            <p:ph type="body" idx="320014849" hasCustomPrompt="1"/>
            <p:custDataLst>
              <p:tags r:id="rId13"/>
            </p:custDataLst>
          </p:nvPr>
        </p:nvSpPr>
        <p:spPr>
          <a:xfrm>
            <a:off x="4070350" y="3962400"/>
            <a:ext cx="596900" cy="508000"/>
          </a:xfrm>
          <a:noFill/>
        </p:spPr>
        <p:txBody>
          <a:bodyPr wrap="none" lIns="0" tIns="0" rIns="0" bIns="0" anchor="ctr">
            <a:noAutofit/>
          </a:bodyPr>
          <a:lstStyle>
            <a:lvl1pPr marL="0" indent="0" algn="ctr">
              <a:lnSpc>
                <a:spcPct val="109000"/>
              </a:lnSpc>
              <a:spcBef>
                <a:spcPct val="0"/>
              </a:spcBef>
              <a:spcAft>
                <a:spcPct val="0"/>
              </a:spcAft>
              <a:buNone/>
              <a:defRPr sz="4000" b="0" spc="0">
                <a:solidFill>
                  <a:schemeClr val="accent1"/>
                </a:solidFill>
              </a:defRPr>
            </a:lvl1pPr>
          </a:lstStyle>
          <a:p>
            <a:pPr lvl="0"/>
            <a:r>
              <a:rPr lang="zh-CN" altLang="en-US" smtClean="0"/>
              <a:t>03</a:t>
            </a:r>
            <a:endParaRPr lang="zh-CN" altLang="en-US" smtClean="0"/>
          </a:p>
        </p:txBody>
      </p:sp>
      <p:sp>
        <p:nvSpPr>
          <p:cNvPr id="20" name="装饰  9"/>
          <p:cNvSpPr>
            <a:spLocks noGrp="1"/>
          </p:cNvSpPr>
          <p:nvPr>
            <p:ph type="body" idx="320014594" hasCustomPrompt="1"/>
            <p:custDataLst>
              <p:tags r:id="rId14"/>
            </p:custDataLst>
          </p:nvPr>
        </p:nvSpPr>
        <p:spPr>
          <a:xfrm>
            <a:off x="4851400" y="3886200"/>
            <a:ext cx="25400" cy="762000"/>
          </a:xfrm>
          <a:custGeom>
            <a:avLst/>
            <a:gdLst>
              <a:gd name="connisteX0" fmla="*/ 0 w 25400"/>
              <a:gd name="connsiteY0" fmla="*/ 12700 h 762000"/>
              <a:gd name="connisteX1" fmla="*/ 12700 w 25400"/>
              <a:gd name="connsiteY1" fmla="*/ 0 h 762000"/>
              <a:gd name="connisteX2" fmla="*/ 12700 w 25400"/>
              <a:gd name="connsiteY2" fmla="*/ 0 h 762000"/>
              <a:gd name="connisteX3" fmla="*/ 25400 w 25400"/>
              <a:gd name="connsiteY3" fmla="*/ 12700 h 762000"/>
              <a:gd name="connisteX4" fmla="*/ 25400 w 25400"/>
              <a:gd name="connsiteY4" fmla="*/ 749300 h 762000"/>
              <a:gd name="connisteX5" fmla="*/ 12700 w 25400"/>
              <a:gd name="connsiteY5" fmla="*/ 762000 h 762000"/>
              <a:gd name="connisteX6" fmla="*/ 12700 w 25400"/>
              <a:gd name="connsiteY6" fmla="*/ 762000 h 762000"/>
              <a:gd name="connisteX7" fmla="*/ 0 w 25400"/>
              <a:gd name="connsiteY7" fmla="*/ 749300 h 762000"/>
              <a:gd name="connisteX8" fmla="*/ 0 w 25400"/>
              <a:gd name="connsiteY8" fmla="*/ 12700 h 762000"/>
            </a:gdLst>
            <a:ahLst/>
            <a:cxnLst>
              <a:cxn ang="0">
                <a:pos x="connisteX0" y="connsiteY0"/>
              </a:cxn>
              <a:cxn ang="0">
                <a:pos x="connisteX1" y="connsiteY1"/>
              </a:cxn>
              <a:cxn ang="0">
                <a:pos x="connisteX2" y="connsiteY2"/>
              </a:cxn>
              <a:cxn ang="0">
                <a:pos x="connisteX3" y="connsiteY3"/>
              </a:cxn>
              <a:cxn ang="0">
                <a:pos x="connisteX4" y="connsiteY4"/>
              </a:cxn>
              <a:cxn ang="0">
                <a:pos x="connisteX5" y="connsiteY5"/>
              </a:cxn>
              <a:cxn ang="0">
                <a:pos x="connisteX6" y="connsiteY6"/>
              </a:cxn>
              <a:cxn ang="0">
                <a:pos x="connisteX7" y="connsiteY7"/>
              </a:cxn>
              <a:cxn ang="0">
                <a:pos x="connisteX8" y="connsiteY8"/>
              </a:cxn>
            </a:cxnLst>
            <a:pathLst>
              <a:path w="25400" h="762000">
                <a:moveTo>
                  <a:pt x="0" y="12700"/>
                </a:moveTo>
                <a:cubicBezTo>
                  <a:pt x="0" y="5686"/>
                  <a:pt x="5686" y="0"/>
                  <a:pt x="12700" y="0"/>
                </a:cubicBezTo>
                <a:lnTo>
                  <a:pt x="12700" y="0"/>
                </a:lnTo>
                <a:cubicBezTo>
                  <a:pt x="19714" y="0"/>
                  <a:pt x="25400" y="5686"/>
                  <a:pt x="25400" y="12700"/>
                </a:cubicBezTo>
                <a:lnTo>
                  <a:pt x="25400" y="749300"/>
                </a:lnTo>
                <a:cubicBezTo>
                  <a:pt x="25400" y="756314"/>
                  <a:pt x="19714" y="762000"/>
                  <a:pt x="12700" y="762000"/>
                </a:cubicBezTo>
                <a:lnTo>
                  <a:pt x="12700" y="762000"/>
                </a:lnTo>
                <a:cubicBezTo>
                  <a:pt x="5686" y="762000"/>
                  <a:pt x="0" y="756314"/>
                  <a:pt x="0" y="749300"/>
                </a:cubicBezTo>
                <a:lnTo>
                  <a:pt x="0" y="12700"/>
                </a:lnTo>
                <a:close/>
              </a:path>
            </a:pathLst>
          </a:custGeom>
          <a:solidFill>
            <a:schemeClr val="accent1">
              <a:alpha val="50000"/>
            </a:schemeClr>
          </a:solidFill>
          <a:ln>
            <a:solidFill>
              <a:prstClr val="black">
                <a:alpha val="0"/>
              </a:prstClr>
            </a:solidFill>
            <a:prstDash val="solid"/>
          </a:ln>
        </p:spPr>
        <p:txBody>
          <a:bodyPr>
            <a:noAutofit/>
          </a:bodyPr>
          <a:lstStyle>
            <a:lvl1pPr>
              <a:buNone/>
              <a:defRPr/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zh-CN" altLang="en-US" smtClean="0"/>
              <a:t> </a:t>
            </a:r>
            <a:endParaRPr lang="zh-CN" altLang="en-US" smtClean="0"/>
          </a:p>
        </p:txBody>
      </p:sp>
      <p:sp>
        <p:nvSpPr>
          <p:cNvPr id="21" name="Text Placeholder 20"/>
          <p:cNvSpPr>
            <a:spLocks noGrp="1"/>
          </p:cNvSpPr>
          <p:nvPr>
            <p:ph type="body" idx="51577089" hasCustomPrompt="1"/>
            <p:custDataLst>
              <p:tags r:id="rId15"/>
            </p:custDataLst>
          </p:nvPr>
        </p:nvSpPr>
        <p:spPr>
          <a:xfrm>
            <a:off x="5080000" y="3810000"/>
            <a:ext cx="2324100" cy="914400"/>
          </a:xfrm>
          <a:noFill/>
        </p:spPr>
        <p:txBody>
          <a:bodyPr lIns="0" tIns="0" rIns="0" bIns="0" anchor="ctr">
            <a:normAutofit/>
          </a:bodyPr>
          <a:lstStyle>
            <a:lvl1pPr marL="0" indent="0" algn="l">
              <a:lnSpc>
                <a:spcPct val="118000"/>
              </a:lnSpc>
              <a:spcBef>
                <a:spcPct val="0"/>
              </a:spcBef>
              <a:spcAft>
                <a:spcPct val="0"/>
              </a:spcAft>
              <a:buNone/>
              <a:defRPr sz="2400" b="0" spc="0">
                <a:solidFill>
                  <a:schemeClr val="tx1"/>
                </a:solidFill>
              </a:defRPr>
            </a:lvl1pPr>
          </a:lstStyle>
          <a:p>
            <a:pPr lvl="0"/>
            <a:r>
              <a:rPr lang="zh-CN" altLang="en-US" smtClean="0"/>
              <a:t>单击此处添加项标题</a:t>
            </a:r>
            <a:endParaRPr lang="zh-CN" altLang="en-US" smtClean="0"/>
          </a:p>
        </p:txBody>
      </p:sp>
      <p:sp>
        <p:nvSpPr>
          <p:cNvPr id="22" name="Text Placeholder 21"/>
          <p:cNvSpPr>
            <a:spLocks noGrp="1"/>
          </p:cNvSpPr>
          <p:nvPr>
            <p:ph type="body" idx="320080385" hasCustomPrompt="1"/>
            <p:custDataLst>
              <p:tags r:id="rId16"/>
            </p:custDataLst>
          </p:nvPr>
        </p:nvSpPr>
        <p:spPr>
          <a:xfrm>
            <a:off x="7994650" y="3962400"/>
            <a:ext cx="596900" cy="508000"/>
          </a:xfrm>
          <a:noFill/>
        </p:spPr>
        <p:txBody>
          <a:bodyPr wrap="none" lIns="0" tIns="0" rIns="0" bIns="0" anchor="ctr">
            <a:noAutofit/>
          </a:bodyPr>
          <a:lstStyle>
            <a:lvl1pPr marL="0" indent="0" algn="ctr">
              <a:lnSpc>
                <a:spcPct val="109000"/>
              </a:lnSpc>
              <a:spcBef>
                <a:spcPct val="0"/>
              </a:spcBef>
              <a:spcAft>
                <a:spcPct val="0"/>
              </a:spcAft>
              <a:buNone/>
              <a:defRPr sz="4000" b="0" spc="0">
                <a:solidFill>
                  <a:schemeClr val="accent1"/>
                </a:solidFill>
              </a:defRPr>
            </a:lvl1pPr>
          </a:lstStyle>
          <a:p>
            <a:pPr lvl="0"/>
            <a:r>
              <a:rPr lang="zh-CN" altLang="en-US" smtClean="0"/>
              <a:t>04</a:t>
            </a:r>
            <a:endParaRPr lang="zh-CN" altLang="en-US" smtClean="0"/>
          </a:p>
        </p:txBody>
      </p:sp>
      <p:sp>
        <p:nvSpPr>
          <p:cNvPr id="23" name="装饰  2"/>
          <p:cNvSpPr>
            <a:spLocks noGrp="1"/>
          </p:cNvSpPr>
          <p:nvPr>
            <p:ph type="body" idx="320080130" hasCustomPrompt="1"/>
            <p:custDataLst>
              <p:tags r:id="rId17"/>
            </p:custDataLst>
          </p:nvPr>
        </p:nvSpPr>
        <p:spPr>
          <a:xfrm>
            <a:off x="8775700" y="3886200"/>
            <a:ext cx="25400" cy="762000"/>
          </a:xfrm>
          <a:custGeom>
            <a:avLst/>
            <a:gdLst>
              <a:gd name="connisteX0" fmla="*/ 0 w 25400"/>
              <a:gd name="connsiteY0" fmla="*/ 12700 h 762000"/>
              <a:gd name="connisteX1" fmla="*/ 12700 w 25400"/>
              <a:gd name="connsiteY1" fmla="*/ 0 h 762000"/>
              <a:gd name="connisteX2" fmla="*/ 12700 w 25400"/>
              <a:gd name="connsiteY2" fmla="*/ 0 h 762000"/>
              <a:gd name="connisteX3" fmla="*/ 25400 w 25400"/>
              <a:gd name="connsiteY3" fmla="*/ 12700 h 762000"/>
              <a:gd name="connisteX4" fmla="*/ 25400 w 25400"/>
              <a:gd name="connsiteY4" fmla="*/ 749300 h 762000"/>
              <a:gd name="connisteX5" fmla="*/ 12700 w 25400"/>
              <a:gd name="connsiteY5" fmla="*/ 762000 h 762000"/>
              <a:gd name="connisteX6" fmla="*/ 12700 w 25400"/>
              <a:gd name="connsiteY6" fmla="*/ 762000 h 762000"/>
              <a:gd name="connisteX7" fmla="*/ 0 w 25400"/>
              <a:gd name="connsiteY7" fmla="*/ 749300 h 762000"/>
              <a:gd name="connisteX8" fmla="*/ 0 w 25400"/>
              <a:gd name="connsiteY8" fmla="*/ 12700 h 762000"/>
            </a:gdLst>
            <a:ahLst/>
            <a:cxnLst>
              <a:cxn ang="0">
                <a:pos x="connisteX0" y="connsiteY0"/>
              </a:cxn>
              <a:cxn ang="0">
                <a:pos x="connisteX1" y="connsiteY1"/>
              </a:cxn>
              <a:cxn ang="0">
                <a:pos x="connisteX2" y="connsiteY2"/>
              </a:cxn>
              <a:cxn ang="0">
                <a:pos x="connisteX3" y="connsiteY3"/>
              </a:cxn>
              <a:cxn ang="0">
                <a:pos x="connisteX4" y="connsiteY4"/>
              </a:cxn>
              <a:cxn ang="0">
                <a:pos x="connisteX5" y="connsiteY5"/>
              </a:cxn>
              <a:cxn ang="0">
                <a:pos x="connisteX6" y="connsiteY6"/>
              </a:cxn>
              <a:cxn ang="0">
                <a:pos x="connisteX7" y="connsiteY7"/>
              </a:cxn>
              <a:cxn ang="0">
                <a:pos x="connisteX8" y="connsiteY8"/>
              </a:cxn>
            </a:cxnLst>
            <a:pathLst>
              <a:path w="25400" h="762000">
                <a:moveTo>
                  <a:pt x="0" y="12700"/>
                </a:moveTo>
                <a:cubicBezTo>
                  <a:pt x="0" y="5686"/>
                  <a:pt x="5686" y="0"/>
                  <a:pt x="12700" y="0"/>
                </a:cubicBezTo>
                <a:lnTo>
                  <a:pt x="12700" y="0"/>
                </a:lnTo>
                <a:cubicBezTo>
                  <a:pt x="19714" y="0"/>
                  <a:pt x="25400" y="5686"/>
                  <a:pt x="25400" y="12700"/>
                </a:cubicBezTo>
                <a:lnTo>
                  <a:pt x="25400" y="749300"/>
                </a:lnTo>
                <a:cubicBezTo>
                  <a:pt x="25400" y="756314"/>
                  <a:pt x="19714" y="762000"/>
                  <a:pt x="12700" y="762000"/>
                </a:cubicBezTo>
                <a:lnTo>
                  <a:pt x="12700" y="762000"/>
                </a:lnTo>
                <a:cubicBezTo>
                  <a:pt x="5686" y="762000"/>
                  <a:pt x="0" y="756314"/>
                  <a:pt x="0" y="749300"/>
                </a:cubicBezTo>
                <a:lnTo>
                  <a:pt x="0" y="12700"/>
                </a:lnTo>
                <a:close/>
              </a:path>
            </a:pathLst>
          </a:custGeom>
          <a:solidFill>
            <a:schemeClr val="accent1">
              <a:alpha val="50000"/>
            </a:schemeClr>
          </a:solidFill>
          <a:ln>
            <a:solidFill>
              <a:prstClr val="black">
                <a:alpha val="0"/>
              </a:prstClr>
            </a:solidFill>
            <a:prstDash val="solid"/>
          </a:ln>
        </p:spPr>
        <p:txBody>
          <a:bodyPr>
            <a:noAutofit/>
          </a:bodyPr>
          <a:lstStyle>
            <a:lvl1pPr>
              <a:buNone/>
              <a:defRPr/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zh-CN" altLang="en-US" smtClean="0"/>
              <a:t> </a:t>
            </a:r>
            <a:endParaRPr lang="zh-CN" altLang="en-US" smtClean="0"/>
          </a:p>
        </p:txBody>
      </p:sp>
      <p:sp>
        <p:nvSpPr>
          <p:cNvPr id="24" name="Text Placeholder 23"/>
          <p:cNvSpPr>
            <a:spLocks noGrp="1"/>
          </p:cNvSpPr>
          <p:nvPr>
            <p:ph type="body" idx="51642625" hasCustomPrompt="1"/>
            <p:custDataLst>
              <p:tags r:id="rId18"/>
            </p:custDataLst>
          </p:nvPr>
        </p:nvSpPr>
        <p:spPr>
          <a:xfrm>
            <a:off x="9004300" y="3810000"/>
            <a:ext cx="2324100" cy="914400"/>
          </a:xfrm>
          <a:noFill/>
        </p:spPr>
        <p:txBody>
          <a:bodyPr lIns="0" tIns="0" rIns="0" bIns="0" anchor="ctr">
            <a:normAutofit/>
          </a:bodyPr>
          <a:lstStyle>
            <a:lvl1pPr marL="0" indent="0" algn="l">
              <a:lnSpc>
                <a:spcPct val="118000"/>
              </a:lnSpc>
              <a:spcBef>
                <a:spcPct val="0"/>
              </a:spcBef>
              <a:spcAft>
                <a:spcPct val="0"/>
              </a:spcAft>
              <a:buNone/>
              <a:defRPr sz="2400" b="0" spc="0">
                <a:solidFill>
                  <a:schemeClr val="tx1"/>
                </a:solidFill>
              </a:defRPr>
            </a:lvl1pPr>
          </a:lstStyle>
          <a:p>
            <a:pPr lvl="0"/>
            <a:r>
              <a:rPr lang="zh-CN" altLang="en-US" smtClean="0"/>
              <a:t>单击此处添加项标题</a:t>
            </a:r>
            <a:endParaRPr lang="zh-CN" altLang="en-US" smtClean="0"/>
          </a:p>
        </p:txBody>
      </p:sp>
    </p:spTree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3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正文页-51_16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日期占位符 5"/>
          <p:cNvSpPr>
            <a:spLocks noGrp="1"/>
          </p:cNvSpPr>
          <p:nvPr>
            <p:ph type="dt" sz="half" idx="10"/>
            <p:custDataLst>
              <p:tags r:id="rId2"/>
            </p:custDataLst>
          </p:nvPr>
        </p:nvSpPr>
        <p:spPr>
          <a:xfrm>
            <a:off x="838200" y="6356350"/>
            <a:ext cx="2743200" cy="365125"/>
          </a:xfrm>
        </p:spPr>
        <p:txBody>
          <a:bodyPr/>
          <a:lstStyle/>
          <a:p>
            <a:fld id="{AFF1154F-E427-4513-B34B-94E36374A1AB}" type="datetimeFigureOut">
              <a:rPr lang="zh-CN" altLang="en-US" smtClean="0"/>
            </a:fld>
            <a:endParaRPr lang="zh-CN" altLang="en-US"/>
          </a:p>
        </p:txBody>
      </p:sp>
      <p:sp>
        <p:nvSpPr>
          <p:cNvPr id="9" name="页脚占位符 8"/>
          <p:cNvSpPr>
            <a:spLocks noGrp="1"/>
          </p:cNvSpPr>
          <p:nvPr>
            <p:ph type="ftr" sz="quarter" idx="11"/>
            <p:custDataLst>
              <p:tags r:id="rId3"/>
            </p:custDataLst>
          </p:nvPr>
        </p:nvSpPr>
        <p:spPr>
          <a:xfrm>
            <a:off x="4038600" y="6356350"/>
            <a:ext cx="4114800" cy="365125"/>
          </a:xfrm>
        </p:spPr>
        <p:txBody>
          <a:bodyPr/>
          <a:lstStyle/>
          <a:p>
            <a:endParaRPr lang="zh-CN" altLang="en-US"/>
          </a:p>
        </p:txBody>
      </p:sp>
      <p:sp>
        <p:nvSpPr>
          <p:cNvPr id="10" name="灯片编号占位符 9"/>
          <p:cNvSpPr>
            <a:spLocks noGrp="1"/>
          </p:cNvSpPr>
          <p:nvPr>
            <p:ph type="sldNum" sz="quarter" idx="12"/>
            <p:custDataLst>
              <p:tags r:id="rId4"/>
            </p:custDataLst>
          </p:nvPr>
        </p:nvSpPr>
        <p:spPr>
          <a:xfrm>
            <a:off x="8610600" y="6356350"/>
            <a:ext cx="2743200" cy="365125"/>
          </a:xfrm>
        </p:spPr>
        <p:txBody>
          <a:bodyPr/>
          <a:lstStyle/>
          <a:p>
            <a:fld id="{CFDA0808-8B01-405B-8ED6-12013DCE0AF6}" type="slidenum">
              <a:rPr lang="zh-CN" altLang="en-US" smtClean="0"/>
            </a:fld>
            <a:endParaRPr lang="zh-CN" altLang="en-US"/>
          </a:p>
        </p:txBody>
      </p:sp>
      <p:sp>
        <p:nvSpPr>
          <p:cNvPr id="11" name="标题 10"/>
          <p:cNvSpPr>
            <a:spLocks noGrp="1"/>
          </p:cNvSpPr>
          <p:nvPr>
            <p:ph type="ctrTitle" idx="16385" hasCustomPrompt="1"/>
            <p:custDataLst>
              <p:tags r:id="rId5"/>
            </p:custDataLst>
          </p:nvPr>
        </p:nvSpPr>
        <p:spPr>
          <a:xfrm>
            <a:off x="609600" y="3479800"/>
            <a:ext cx="10972800" cy="609600"/>
          </a:xfrm>
          <a:noFill/>
        </p:spPr>
        <p:txBody>
          <a:bodyPr lIns="0" tIns="0" rIns="0" bIns="0" anchor="t">
            <a:normAutofit/>
          </a:bodyPr>
          <a:lstStyle>
            <a:lvl1pPr marL="0" indent="0" algn="l">
              <a:lnSpc>
                <a:spcPct val="111000"/>
              </a:lnSpc>
              <a:spcBef>
                <a:spcPct val="0"/>
              </a:spcBef>
              <a:spcAft>
                <a:spcPct val="0"/>
              </a:spcAft>
              <a:buNone/>
              <a:defRPr sz="3600" b="0" spc="0">
                <a:solidFill>
                  <a:schemeClr val="tx1"/>
                </a:solidFill>
              </a:defRPr>
            </a:lvl1pPr>
          </a:lstStyle>
          <a:p>
            <a:r>
              <a:rPr lang="zh-CN" altLang="en-US"/>
              <a:t>单击此处添加标题</a:t>
            </a:r>
            <a:endParaRPr lang="zh-CN" altLang="en-US"/>
          </a:p>
        </p:txBody>
      </p:sp>
      <p:sp>
        <p:nvSpPr>
          <p:cNvPr id="12" name="内容占位符 11"/>
          <p:cNvSpPr>
            <a:spLocks noGrp="1"/>
          </p:cNvSpPr>
          <p:nvPr>
            <p:ph idx="16392" hasCustomPrompt="1"/>
            <p:custDataLst>
              <p:tags r:id="rId6"/>
            </p:custDataLst>
          </p:nvPr>
        </p:nvSpPr>
        <p:spPr>
          <a:xfrm>
            <a:off x="609600" y="609600"/>
            <a:ext cx="10972800" cy="2336800"/>
          </a:xfrm>
          <a:custGeom>
            <a:avLst/>
            <a:gdLst>
              <a:gd name="connisteX0" fmla="*/ 0 w 10972800"/>
              <a:gd name="connsiteY0" fmla="*/ 203200 h 2336800"/>
              <a:gd name="connisteX1" fmla="*/ 203200 w 10972800"/>
              <a:gd name="connsiteY1" fmla="*/ 0 h 2336800"/>
              <a:gd name="connisteX2" fmla="*/ 10769600 w 10972800"/>
              <a:gd name="connsiteY2" fmla="*/ 0 h 2336800"/>
              <a:gd name="connisteX3" fmla="*/ 10972800 w 10972800"/>
              <a:gd name="connsiteY3" fmla="*/ 203200 h 2336800"/>
              <a:gd name="connisteX4" fmla="*/ 10972800 w 10972800"/>
              <a:gd name="connsiteY4" fmla="*/ 2133600 h 2336800"/>
              <a:gd name="connisteX5" fmla="*/ 10769600 w 10972800"/>
              <a:gd name="connsiteY5" fmla="*/ 2336800 h 2336800"/>
              <a:gd name="connisteX6" fmla="*/ 203200 w 10972800"/>
              <a:gd name="connsiteY6" fmla="*/ 2336800 h 2336800"/>
              <a:gd name="connisteX7" fmla="*/ 0 w 10972800"/>
              <a:gd name="connsiteY7" fmla="*/ 2133600 h 2336800"/>
              <a:gd name="connisteX8" fmla="*/ 0 w 10972800"/>
              <a:gd name="connsiteY8" fmla="*/ 203200 h 2336800"/>
            </a:gdLst>
            <a:ahLst/>
            <a:cxnLst>
              <a:cxn ang="0">
                <a:pos x="connisteX0" y="connsiteY0"/>
              </a:cxn>
              <a:cxn ang="0">
                <a:pos x="connisteX1" y="connsiteY1"/>
              </a:cxn>
              <a:cxn ang="0">
                <a:pos x="connisteX2" y="connsiteY2"/>
              </a:cxn>
              <a:cxn ang="0">
                <a:pos x="connisteX3" y="connsiteY3"/>
              </a:cxn>
              <a:cxn ang="0">
                <a:pos x="connisteX4" y="connsiteY4"/>
              </a:cxn>
              <a:cxn ang="0">
                <a:pos x="connisteX5" y="connsiteY5"/>
              </a:cxn>
              <a:cxn ang="0">
                <a:pos x="connisteX6" y="connsiteY6"/>
              </a:cxn>
              <a:cxn ang="0">
                <a:pos x="connisteX7" y="connsiteY7"/>
              </a:cxn>
              <a:cxn ang="0">
                <a:pos x="connisteX8" y="connsiteY8"/>
              </a:cxn>
            </a:cxnLst>
            <a:pathLst>
              <a:path w="10972800" h="2336800">
                <a:moveTo>
                  <a:pt x="0" y="203200"/>
                </a:moveTo>
                <a:cubicBezTo>
                  <a:pt x="0" y="90976"/>
                  <a:pt x="90976" y="0"/>
                  <a:pt x="203200" y="0"/>
                </a:cubicBezTo>
                <a:lnTo>
                  <a:pt x="10769600" y="0"/>
                </a:lnTo>
                <a:cubicBezTo>
                  <a:pt x="10881824" y="0"/>
                  <a:pt x="10972800" y="90976"/>
                  <a:pt x="10972800" y="203200"/>
                </a:cubicBezTo>
                <a:lnTo>
                  <a:pt x="10972800" y="2133600"/>
                </a:lnTo>
                <a:cubicBezTo>
                  <a:pt x="10972800" y="2245824"/>
                  <a:pt x="10881824" y="2336800"/>
                  <a:pt x="10769600" y="2336800"/>
                </a:cubicBezTo>
                <a:lnTo>
                  <a:pt x="203200" y="2336800"/>
                </a:lnTo>
                <a:cubicBezTo>
                  <a:pt x="90976" y="2336800"/>
                  <a:pt x="0" y="2245824"/>
                  <a:pt x="0" y="2133600"/>
                </a:cubicBezTo>
                <a:lnTo>
                  <a:pt x="0" y="203200"/>
                </a:lnTo>
                <a:close/>
              </a:path>
            </a:pathLst>
          </a:custGeom>
          <a:solidFill>
            <a:srgbClr val="DDDDDD"/>
          </a:solidFill>
          <a:ln>
            <a:noFill/>
          </a:ln>
        </p:spPr>
        <p:txBody>
          <a:bodyPr>
            <a:normAutofit/>
          </a:bodyPr>
          <a:lstStyle>
            <a:lvl1pPr>
              <a:buNone/>
              <a:defRPr/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zh-CN" altLang="en-US" smtClean="0"/>
              <a:t> </a:t>
            </a:r>
            <a:endParaRPr lang="zh-CN" altLang="en-US" smtClean="0"/>
          </a:p>
        </p:txBody>
      </p:sp>
      <p:sp>
        <p:nvSpPr>
          <p:cNvPr id="13" name="文本占位符 12"/>
          <p:cNvSpPr>
            <a:spLocks noGrp="1"/>
          </p:cNvSpPr>
          <p:nvPr>
            <p:ph type="body" idx="16386" hasCustomPrompt="1"/>
            <p:custDataLst>
              <p:tags r:id="rId7"/>
            </p:custDataLst>
          </p:nvPr>
        </p:nvSpPr>
        <p:spPr>
          <a:xfrm>
            <a:off x="609600" y="4470400"/>
            <a:ext cx="3251200" cy="406400"/>
          </a:xfrm>
          <a:noFill/>
        </p:spPr>
        <p:txBody>
          <a:bodyPr lIns="0" tIns="0" rIns="0" bIns="0" anchor="t">
            <a:normAutofit/>
          </a:bodyPr>
          <a:lstStyle>
            <a:lvl1pPr marL="0" indent="0" algn="l">
              <a:lnSpc>
                <a:spcPct val="111000"/>
              </a:lnSpc>
              <a:spcBef>
                <a:spcPct val="0"/>
              </a:spcBef>
              <a:spcAft>
                <a:spcPct val="0"/>
              </a:spcAft>
              <a:buNone/>
              <a:defRPr sz="2400" b="0" spc="0">
                <a:solidFill>
                  <a:schemeClr val="tx1"/>
                </a:solidFill>
              </a:defRPr>
            </a:lvl1pPr>
          </a:lstStyle>
          <a:p>
            <a:pPr lvl="0"/>
            <a:r>
              <a:rPr lang="zh-CN" altLang="en-US" smtClean="0"/>
              <a:t>单击此处添加项标题</a:t>
            </a:r>
            <a:endParaRPr lang="zh-CN" altLang="en-US" smtClean="0"/>
          </a:p>
        </p:txBody>
      </p:sp>
      <p:sp>
        <p:nvSpPr>
          <p:cNvPr id="14" name="文本占位符 13"/>
          <p:cNvSpPr>
            <a:spLocks noGrp="1"/>
          </p:cNvSpPr>
          <p:nvPr>
            <p:ph type="body" idx="16387" hasCustomPrompt="1"/>
            <p:custDataLst>
              <p:tags r:id="rId8"/>
            </p:custDataLst>
          </p:nvPr>
        </p:nvSpPr>
        <p:spPr>
          <a:xfrm>
            <a:off x="609600" y="5029200"/>
            <a:ext cx="3251200" cy="1219200"/>
          </a:xfrm>
          <a:noFill/>
        </p:spPr>
        <p:txBody>
          <a:bodyPr lIns="0" tIns="0" rIns="0" bIns="0" anchor="t">
            <a:normAutofit/>
          </a:bodyPr>
          <a:lstStyle>
            <a:lvl1pPr marL="0" indent="0" algn="l">
              <a:lnSpc>
                <a:spcPct val="125000"/>
              </a:lnSpc>
              <a:spcBef>
                <a:spcPct val="0"/>
              </a:spcBef>
              <a:spcAft>
                <a:spcPct val="0"/>
              </a:spcAft>
              <a:buNone/>
              <a:defRPr sz="1600" b="0" spc="0">
                <a:solidFill>
                  <a:schemeClr val="tx1"/>
                </a:solidFill>
              </a:defRPr>
            </a:lvl1pPr>
          </a:lstStyle>
          <a:p>
            <a:pPr lvl="0"/>
            <a:r>
              <a:rPr lang="zh-CN" altLang="en-US" smtClean="0"/>
              <a:t>单击此处添加项正文</a:t>
            </a:r>
            <a:endParaRPr lang="zh-CN" altLang="en-US" smtClean="0"/>
          </a:p>
        </p:txBody>
      </p:sp>
      <p:sp>
        <p:nvSpPr>
          <p:cNvPr id="15" name="文本占位符 14"/>
          <p:cNvSpPr>
            <a:spLocks noGrp="1"/>
          </p:cNvSpPr>
          <p:nvPr>
            <p:ph type="body" idx="16388" hasCustomPrompt="1"/>
            <p:custDataLst>
              <p:tags r:id="rId9"/>
            </p:custDataLst>
          </p:nvPr>
        </p:nvSpPr>
        <p:spPr>
          <a:xfrm>
            <a:off x="4470400" y="4470400"/>
            <a:ext cx="3251200" cy="406400"/>
          </a:xfrm>
          <a:noFill/>
        </p:spPr>
        <p:txBody>
          <a:bodyPr lIns="0" tIns="0" rIns="0" bIns="0" anchor="t">
            <a:normAutofit/>
          </a:bodyPr>
          <a:lstStyle>
            <a:lvl1pPr marL="0" indent="0" algn="l">
              <a:lnSpc>
                <a:spcPct val="111000"/>
              </a:lnSpc>
              <a:spcBef>
                <a:spcPct val="0"/>
              </a:spcBef>
              <a:spcAft>
                <a:spcPct val="0"/>
              </a:spcAft>
              <a:buNone/>
              <a:defRPr sz="2400" b="0" spc="0">
                <a:solidFill>
                  <a:schemeClr val="tx1"/>
                </a:solidFill>
              </a:defRPr>
            </a:lvl1pPr>
          </a:lstStyle>
          <a:p>
            <a:pPr lvl="0"/>
            <a:r>
              <a:rPr lang="zh-CN" altLang="en-US" smtClean="0"/>
              <a:t>单击此处添加项标题</a:t>
            </a:r>
            <a:endParaRPr lang="zh-CN" altLang="en-US" smtClean="0"/>
          </a:p>
        </p:txBody>
      </p:sp>
      <p:sp>
        <p:nvSpPr>
          <p:cNvPr id="16" name="文本占位符 15"/>
          <p:cNvSpPr>
            <a:spLocks noGrp="1"/>
          </p:cNvSpPr>
          <p:nvPr>
            <p:ph type="body" idx="16389" hasCustomPrompt="1"/>
            <p:custDataLst>
              <p:tags r:id="rId10"/>
            </p:custDataLst>
          </p:nvPr>
        </p:nvSpPr>
        <p:spPr>
          <a:xfrm>
            <a:off x="4470400" y="5029200"/>
            <a:ext cx="3251200" cy="1219200"/>
          </a:xfrm>
          <a:noFill/>
        </p:spPr>
        <p:txBody>
          <a:bodyPr lIns="0" tIns="0" rIns="0" bIns="0" anchor="t">
            <a:normAutofit/>
          </a:bodyPr>
          <a:lstStyle>
            <a:lvl1pPr marL="0" indent="0" algn="l">
              <a:lnSpc>
                <a:spcPct val="125000"/>
              </a:lnSpc>
              <a:spcBef>
                <a:spcPct val="0"/>
              </a:spcBef>
              <a:spcAft>
                <a:spcPct val="0"/>
              </a:spcAft>
              <a:buNone/>
              <a:defRPr sz="1600" b="0" spc="0">
                <a:solidFill>
                  <a:schemeClr val="tx1"/>
                </a:solidFill>
              </a:defRPr>
            </a:lvl1pPr>
          </a:lstStyle>
          <a:p>
            <a:pPr lvl="0"/>
            <a:r>
              <a:rPr lang="zh-CN" altLang="en-US" smtClean="0"/>
              <a:t>单击此处添加项正文</a:t>
            </a:r>
            <a:endParaRPr lang="zh-CN" altLang="en-US" smtClean="0"/>
          </a:p>
        </p:txBody>
      </p:sp>
      <p:sp>
        <p:nvSpPr>
          <p:cNvPr id="17" name="文本占位符 16"/>
          <p:cNvSpPr>
            <a:spLocks noGrp="1"/>
          </p:cNvSpPr>
          <p:nvPr>
            <p:ph type="body" idx="16390" hasCustomPrompt="1"/>
            <p:custDataLst>
              <p:tags r:id="rId11"/>
            </p:custDataLst>
          </p:nvPr>
        </p:nvSpPr>
        <p:spPr>
          <a:xfrm>
            <a:off x="8331200" y="4470400"/>
            <a:ext cx="3251200" cy="406400"/>
          </a:xfrm>
          <a:noFill/>
        </p:spPr>
        <p:txBody>
          <a:bodyPr lIns="0" tIns="0" rIns="0" bIns="0" anchor="t">
            <a:normAutofit/>
          </a:bodyPr>
          <a:lstStyle>
            <a:lvl1pPr marL="0" indent="0" algn="l">
              <a:lnSpc>
                <a:spcPct val="111000"/>
              </a:lnSpc>
              <a:spcBef>
                <a:spcPct val="0"/>
              </a:spcBef>
              <a:spcAft>
                <a:spcPct val="0"/>
              </a:spcAft>
              <a:buNone/>
              <a:defRPr sz="2400" b="0" spc="0">
                <a:solidFill>
                  <a:schemeClr val="tx1"/>
                </a:solidFill>
              </a:defRPr>
            </a:lvl1pPr>
          </a:lstStyle>
          <a:p>
            <a:pPr lvl="0"/>
            <a:r>
              <a:rPr lang="zh-CN" altLang="en-US" smtClean="0"/>
              <a:t>单击此处添加项标题</a:t>
            </a:r>
            <a:endParaRPr lang="zh-CN" altLang="en-US" smtClean="0"/>
          </a:p>
        </p:txBody>
      </p:sp>
      <p:sp>
        <p:nvSpPr>
          <p:cNvPr id="18" name="文本占位符 17"/>
          <p:cNvSpPr>
            <a:spLocks noGrp="1"/>
          </p:cNvSpPr>
          <p:nvPr>
            <p:ph type="body" idx="16391" hasCustomPrompt="1"/>
            <p:custDataLst>
              <p:tags r:id="rId12"/>
            </p:custDataLst>
          </p:nvPr>
        </p:nvSpPr>
        <p:spPr>
          <a:xfrm>
            <a:off x="8331200" y="5029200"/>
            <a:ext cx="3251200" cy="1219200"/>
          </a:xfrm>
          <a:noFill/>
        </p:spPr>
        <p:txBody>
          <a:bodyPr lIns="0" tIns="0" rIns="0" bIns="0" anchor="t">
            <a:normAutofit/>
          </a:bodyPr>
          <a:lstStyle>
            <a:lvl1pPr marL="0" indent="0" algn="l">
              <a:lnSpc>
                <a:spcPct val="125000"/>
              </a:lnSpc>
              <a:spcBef>
                <a:spcPct val="0"/>
              </a:spcBef>
              <a:spcAft>
                <a:spcPct val="0"/>
              </a:spcAft>
              <a:buNone/>
              <a:defRPr sz="1600" b="0" spc="0">
                <a:solidFill>
                  <a:schemeClr val="tx1"/>
                </a:solidFill>
              </a:defRPr>
            </a:lvl1pPr>
          </a:lstStyle>
          <a:p>
            <a:pPr lvl="0"/>
            <a:r>
              <a:rPr lang="zh-CN" altLang="en-US" smtClean="0"/>
              <a:t>单击此处添加项正文</a:t>
            </a:r>
            <a:endParaRPr lang="zh-CN" altLang="en-US" smtClean="0"/>
          </a:p>
        </p:txBody>
      </p:sp>
    </p:spTree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3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正文页-10003_16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日期占位符 5"/>
          <p:cNvSpPr>
            <a:spLocks noGrp="1"/>
          </p:cNvSpPr>
          <p:nvPr>
            <p:ph type="dt" sz="half" idx="10"/>
            <p:custDataLst>
              <p:tags r:id="rId2"/>
            </p:custDataLst>
          </p:nvPr>
        </p:nvSpPr>
        <p:spPr>
          <a:xfrm>
            <a:off x="838200" y="6356350"/>
            <a:ext cx="2743200" cy="365125"/>
          </a:xfrm>
        </p:spPr>
        <p:txBody>
          <a:bodyPr/>
          <a:lstStyle/>
          <a:p>
            <a:fld id="{AFF1154F-E427-4513-B34B-94E36374A1AB}" type="datetimeFigureOut">
              <a:rPr lang="zh-CN" altLang="en-US" smtClean="0"/>
            </a:fld>
            <a:endParaRPr lang="zh-CN" altLang="en-US"/>
          </a:p>
        </p:txBody>
      </p:sp>
      <p:sp>
        <p:nvSpPr>
          <p:cNvPr id="9" name="页脚占位符 8"/>
          <p:cNvSpPr>
            <a:spLocks noGrp="1"/>
          </p:cNvSpPr>
          <p:nvPr>
            <p:ph type="ftr" sz="quarter" idx="11"/>
            <p:custDataLst>
              <p:tags r:id="rId3"/>
            </p:custDataLst>
          </p:nvPr>
        </p:nvSpPr>
        <p:spPr>
          <a:xfrm>
            <a:off x="4038600" y="6356350"/>
            <a:ext cx="4114800" cy="365125"/>
          </a:xfrm>
        </p:spPr>
        <p:txBody>
          <a:bodyPr/>
          <a:lstStyle/>
          <a:p>
            <a:endParaRPr lang="zh-CN" altLang="en-US"/>
          </a:p>
        </p:txBody>
      </p:sp>
      <p:sp>
        <p:nvSpPr>
          <p:cNvPr id="10" name="灯片编号占位符 9"/>
          <p:cNvSpPr>
            <a:spLocks noGrp="1"/>
          </p:cNvSpPr>
          <p:nvPr>
            <p:ph type="sldNum" sz="quarter" idx="12"/>
            <p:custDataLst>
              <p:tags r:id="rId4"/>
            </p:custDataLst>
          </p:nvPr>
        </p:nvSpPr>
        <p:spPr>
          <a:xfrm>
            <a:off x="8610600" y="6356350"/>
            <a:ext cx="2743200" cy="365125"/>
          </a:xfrm>
        </p:spPr>
        <p:txBody>
          <a:bodyPr/>
          <a:lstStyle/>
          <a:p>
            <a:fld id="{CFDA0808-8B01-405B-8ED6-12013DCE0AF6}" type="slidenum">
              <a:rPr lang="zh-CN" altLang="en-US" smtClean="0"/>
            </a:fld>
            <a:endParaRPr lang="zh-CN" altLang="en-US"/>
          </a:p>
        </p:txBody>
      </p:sp>
      <p:sp>
        <p:nvSpPr>
          <p:cNvPr id="11" name="标题 10"/>
          <p:cNvSpPr>
            <a:spLocks noGrp="1"/>
          </p:cNvSpPr>
          <p:nvPr>
            <p:ph type="ctrTitle" idx="16385" hasCustomPrompt="1"/>
            <p:custDataLst>
              <p:tags r:id="rId5"/>
            </p:custDataLst>
          </p:nvPr>
        </p:nvSpPr>
        <p:spPr>
          <a:xfrm>
            <a:off x="609600" y="533400"/>
            <a:ext cx="10972800" cy="609600"/>
          </a:xfrm>
          <a:noFill/>
        </p:spPr>
        <p:txBody>
          <a:bodyPr lIns="0" tIns="0" rIns="0" bIns="0" anchor="t">
            <a:normAutofit/>
          </a:bodyPr>
          <a:lstStyle>
            <a:lvl1pPr marL="0" indent="0" algn="l">
              <a:lnSpc>
                <a:spcPct val="111000"/>
              </a:lnSpc>
              <a:spcBef>
                <a:spcPct val="0"/>
              </a:spcBef>
              <a:spcAft>
                <a:spcPct val="0"/>
              </a:spcAft>
              <a:buNone/>
              <a:defRPr sz="3600" b="0" spc="0">
                <a:solidFill>
                  <a:schemeClr val="tx1"/>
                </a:solidFill>
              </a:defRPr>
            </a:lvl1pPr>
          </a:lstStyle>
          <a:p>
            <a:r>
              <a:rPr lang="zh-CN" altLang="en-US"/>
              <a:t>单击此处添加标题</a:t>
            </a:r>
            <a:endParaRPr lang="zh-CN" altLang="en-US"/>
          </a:p>
        </p:txBody>
      </p:sp>
      <p:sp>
        <p:nvSpPr>
          <p:cNvPr id="12" name="文本占位符 11"/>
          <p:cNvSpPr>
            <a:spLocks noGrp="1"/>
          </p:cNvSpPr>
          <p:nvPr>
            <p:ph type="body" idx="16386" hasCustomPrompt="1"/>
            <p:custDataLst>
              <p:tags r:id="rId6"/>
            </p:custDataLst>
          </p:nvPr>
        </p:nvSpPr>
        <p:spPr>
          <a:xfrm>
            <a:off x="609600" y="1727200"/>
            <a:ext cx="3454400" cy="406400"/>
          </a:xfrm>
          <a:noFill/>
        </p:spPr>
        <p:txBody>
          <a:bodyPr lIns="0" tIns="0" rIns="0" bIns="0" anchor="t">
            <a:normAutofit/>
          </a:bodyPr>
          <a:lstStyle>
            <a:lvl1pPr marL="0" indent="0" algn="ctr">
              <a:lnSpc>
                <a:spcPct val="111000"/>
              </a:lnSpc>
              <a:spcBef>
                <a:spcPct val="0"/>
              </a:spcBef>
              <a:spcAft>
                <a:spcPct val="0"/>
              </a:spcAft>
              <a:buNone/>
              <a:defRPr sz="2400" b="0" spc="0">
                <a:solidFill>
                  <a:schemeClr val="tx1"/>
                </a:solidFill>
              </a:defRPr>
            </a:lvl1pPr>
          </a:lstStyle>
          <a:p>
            <a:pPr lvl="0"/>
            <a:r>
              <a:rPr lang="zh-CN" altLang="en-US" smtClean="0"/>
              <a:t>单击此处添加项标题</a:t>
            </a:r>
            <a:endParaRPr lang="zh-CN" altLang="en-US" smtClean="0"/>
          </a:p>
        </p:txBody>
      </p:sp>
      <p:sp>
        <p:nvSpPr>
          <p:cNvPr id="13" name="装饰  2"/>
          <p:cNvSpPr>
            <a:spLocks noGrp="1"/>
          </p:cNvSpPr>
          <p:nvPr>
            <p:ph type="body" idx="16392" hasCustomPrompt="1"/>
            <p:custDataLst>
              <p:tags r:id="rId7"/>
            </p:custDataLst>
          </p:nvPr>
        </p:nvSpPr>
        <p:spPr>
          <a:xfrm>
            <a:off x="609600" y="2286000"/>
            <a:ext cx="3454400" cy="3759200"/>
          </a:xfrm>
          <a:custGeom>
            <a:avLst/>
            <a:gdLst>
              <a:gd name="connisteX0" fmla="*/ 0 w 3454400"/>
              <a:gd name="connsiteY0" fmla="*/ 203200 h 3759200"/>
              <a:gd name="connisteX1" fmla="*/ 203200 w 3454400"/>
              <a:gd name="connsiteY1" fmla="*/ 0 h 3759200"/>
              <a:gd name="connisteX2" fmla="*/ 3251200 w 3454400"/>
              <a:gd name="connsiteY2" fmla="*/ 0 h 3759200"/>
              <a:gd name="connisteX3" fmla="*/ 3454400 w 3454400"/>
              <a:gd name="connsiteY3" fmla="*/ 203200 h 3759200"/>
              <a:gd name="connisteX4" fmla="*/ 3454400 w 3454400"/>
              <a:gd name="connsiteY4" fmla="*/ 3556000 h 3759200"/>
              <a:gd name="connisteX5" fmla="*/ 3251200 w 3454400"/>
              <a:gd name="connsiteY5" fmla="*/ 3759200 h 3759200"/>
              <a:gd name="connisteX6" fmla="*/ 203200 w 3454400"/>
              <a:gd name="connsiteY6" fmla="*/ 3759200 h 3759200"/>
              <a:gd name="connisteX7" fmla="*/ 0 w 3454400"/>
              <a:gd name="connsiteY7" fmla="*/ 3556000 h 3759200"/>
              <a:gd name="connisteX8" fmla="*/ 0 w 3454400"/>
              <a:gd name="connsiteY8" fmla="*/ 203200 h 3759200"/>
            </a:gdLst>
            <a:ahLst/>
            <a:cxnLst>
              <a:cxn ang="0">
                <a:pos x="connisteX0" y="connsiteY0"/>
              </a:cxn>
              <a:cxn ang="0">
                <a:pos x="connisteX1" y="connsiteY1"/>
              </a:cxn>
              <a:cxn ang="0">
                <a:pos x="connisteX2" y="connsiteY2"/>
              </a:cxn>
              <a:cxn ang="0">
                <a:pos x="connisteX3" y="connsiteY3"/>
              </a:cxn>
              <a:cxn ang="0">
                <a:pos x="connisteX4" y="connsiteY4"/>
              </a:cxn>
              <a:cxn ang="0">
                <a:pos x="connisteX5" y="connsiteY5"/>
              </a:cxn>
              <a:cxn ang="0">
                <a:pos x="connisteX6" y="connsiteY6"/>
              </a:cxn>
              <a:cxn ang="0">
                <a:pos x="connisteX7" y="connsiteY7"/>
              </a:cxn>
              <a:cxn ang="0">
                <a:pos x="connisteX8" y="connsiteY8"/>
              </a:cxn>
            </a:cxnLst>
            <a:pathLst>
              <a:path w="3454400" h="3759200">
                <a:moveTo>
                  <a:pt x="0" y="203200"/>
                </a:moveTo>
                <a:cubicBezTo>
                  <a:pt x="0" y="90976"/>
                  <a:pt x="90976" y="0"/>
                  <a:pt x="203200" y="0"/>
                </a:cubicBezTo>
                <a:lnTo>
                  <a:pt x="3251200" y="0"/>
                </a:lnTo>
                <a:cubicBezTo>
                  <a:pt x="3363424" y="0"/>
                  <a:pt x="3454400" y="90976"/>
                  <a:pt x="3454400" y="203200"/>
                </a:cubicBezTo>
                <a:lnTo>
                  <a:pt x="3454400" y="3556000"/>
                </a:lnTo>
                <a:cubicBezTo>
                  <a:pt x="3454400" y="3668224"/>
                  <a:pt x="3363424" y="3759200"/>
                  <a:pt x="3251200" y="3759200"/>
                </a:cubicBezTo>
                <a:lnTo>
                  <a:pt x="203200" y="3759200"/>
                </a:lnTo>
                <a:cubicBezTo>
                  <a:pt x="90976" y="3759200"/>
                  <a:pt x="0" y="3668224"/>
                  <a:pt x="0" y="3556000"/>
                </a:cubicBezTo>
                <a:lnTo>
                  <a:pt x="0" y="203200"/>
                </a:lnTo>
                <a:close/>
              </a:path>
            </a:pathLst>
          </a:custGeom>
          <a:gradFill>
            <a:gsLst>
              <a:gs pos="0">
                <a:schemeClr val="accent1">
                  <a:lumMod val="10000"/>
                  <a:lumOff val="90000"/>
                </a:schemeClr>
              </a:gs>
              <a:gs pos="100000">
                <a:schemeClr val="accent1">
                  <a:lumMod val="10000"/>
                  <a:lumOff val="90000"/>
                </a:schemeClr>
              </a:gs>
            </a:gsLst>
            <a:lin ang="5400000"/>
          </a:gradFill>
          <a:ln>
            <a:solidFill>
              <a:prstClr val="black">
                <a:alpha val="0"/>
              </a:prstClr>
            </a:solidFill>
            <a:prstDash val="solid"/>
          </a:ln>
        </p:spPr>
        <p:txBody>
          <a:bodyPr>
            <a:noAutofit/>
          </a:bodyPr>
          <a:lstStyle>
            <a:lvl1pPr>
              <a:buNone/>
              <a:defRPr/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zh-CN" altLang="en-US" smtClean="0"/>
              <a:t> </a:t>
            </a:r>
            <a:endParaRPr lang="zh-CN" altLang="en-US" smtClean="0"/>
          </a:p>
        </p:txBody>
      </p:sp>
      <p:sp>
        <p:nvSpPr>
          <p:cNvPr id="14" name="文本占位符 13"/>
          <p:cNvSpPr>
            <a:spLocks noGrp="1"/>
          </p:cNvSpPr>
          <p:nvPr>
            <p:ph type="body" idx="16387" hasCustomPrompt="1"/>
            <p:custDataLst>
              <p:tags r:id="rId8"/>
            </p:custDataLst>
          </p:nvPr>
        </p:nvSpPr>
        <p:spPr>
          <a:xfrm>
            <a:off x="914400" y="2946400"/>
            <a:ext cx="2844800" cy="2438400"/>
          </a:xfrm>
          <a:noFill/>
        </p:spPr>
        <p:txBody>
          <a:bodyPr lIns="0" tIns="0" rIns="0" bIns="0" anchor="t">
            <a:normAutofit/>
          </a:bodyPr>
          <a:lstStyle>
            <a:lvl1pPr marL="0" indent="0" algn="l">
              <a:lnSpc>
                <a:spcPct val="125000"/>
              </a:lnSpc>
              <a:spcBef>
                <a:spcPct val="0"/>
              </a:spcBef>
              <a:spcAft>
                <a:spcPct val="0"/>
              </a:spcAft>
              <a:buNone/>
              <a:defRPr sz="1600" b="0" spc="0">
                <a:solidFill>
                  <a:schemeClr val="tx1"/>
                </a:solidFill>
              </a:defRPr>
            </a:lvl1pPr>
          </a:lstStyle>
          <a:p>
            <a:pPr lvl="0"/>
            <a:r>
              <a:rPr lang="zh-CN" altLang="en-US" smtClean="0"/>
              <a:t>单击此处添加项正文</a:t>
            </a:r>
            <a:endParaRPr lang="zh-CN" altLang="en-US" smtClean="0"/>
          </a:p>
        </p:txBody>
      </p:sp>
      <p:sp>
        <p:nvSpPr>
          <p:cNvPr id="15" name="文本占位符 14"/>
          <p:cNvSpPr>
            <a:spLocks noGrp="1"/>
          </p:cNvSpPr>
          <p:nvPr>
            <p:ph type="body" idx="16388" hasCustomPrompt="1"/>
            <p:custDataLst>
              <p:tags r:id="rId9"/>
            </p:custDataLst>
          </p:nvPr>
        </p:nvSpPr>
        <p:spPr>
          <a:xfrm>
            <a:off x="4368800" y="1727200"/>
            <a:ext cx="3454400" cy="406400"/>
          </a:xfrm>
          <a:noFill/>
        </p:spPr>
        <p:txBody>
          <a:bodyPr lIns="0" tIns="0" rIns="0" bIns="0" anchor="t">
            <a:normAutofit/>
          </a:bodyPr>
          <a:lstStyle>
            <a:lvl1pPr marL="0" indent="0" algn="ctr">
              <a:lnSpc>
                <a:spcPct val="111000"/>
              </a:lnSpc>
              <a:spcBef>
                <a:spcPct val="0"/>
              </a:spcBef>
              <a:spcAft>
                <a:spcPct val="0"/>
              </a:spcAft>
              <a:buNone/>
              <a:defRPr sz="2400" b="0" spc="0">
                <a:solidFill>
                  <a:schemeClr val="tx1"/>
                </a:solidFill>
              </a:defRPr>
            </a:lvl1pPr>
          </a:lstStyle>
          <a:p>
            <a:pPr lvl="0"/>
            <a:r>
              <a:rPr lang="zh-CN" altLang="en-US" smtClean="0"/>
              <a:t>单击此处添加项标题</a:t>
            </a:r>
            <a:endParaRPr lang="zh-CN" altLang="en-US" smtClean="0"/>
          </a:p>
        </p:txBody>
      </p:sp>
      <p:sp>
        <p:nvSpPr>
          <p:cNvPr id="16" name="装饰  5"/>
          <p:cNvSpPr>
            <a:spLocks noGrp="1"/>
          </p:cNvSpPr>
          <p:nvPr>
            <p:ph type="body" idx="16393" hasCustomPrompt="1"/>
            <p:custDataLst>
              <p:tags r:id="rId10"/>
            </p:custDataLst>
          </p:nvPr>
        </p:nvSpPr>
        <p:spPr>
          <a:xfrm>
            <a:off x="4368800" y="2286000"/>
            <a:ext cx="3454400" cy="3759200"/>
          </a:xfrm>
          <a:custGeom>
            <a:avLst/>
            <a:gdLst>
              <a:gd name="connisteX0" fmla="*/ 0 w 3454400"/>
              <a:gd name="connsiteY0" fmla="*/ 203200 h 3759200"/>
              <a:gd name="connisteX1" fmla="*/ 203200 w 3454400"/>
              <a:gd name="connsiteY1" fmla="*/ 0 h 3759200"/>
              <a:gd name="connisteX2" fmla="*/ 3251200 w 3454400"/>
              <a:gd name="connsiteY2" fmla="*/ 0 h 3759200"/>
              <a:gd name="connisteX3" fmla="*/ 3454400 w 3454400"/>
              <a:gd name="connsiteY3" fmla="*/ 203200 h 3759200"/>
              <a:gd name="connisteX4" fmla="*/ 3454400 w 3454400"/>
              <a:gd name="connsiteY4" fmla="*/ 3556000 h 3759200"/>
              <a:gd name="connisteX5" fmla="*/ 3251200 w 3454400"/>
              <a:gd name="connsiteY5" fmla="*/ 3759200 h 3759200"/>
              <a:gd name="connisteX6" fmla="*/ 203200 w 3454400"/>
              <a:gd name="connsiteY6" fmla="*/ 3759200 h 3759200"/>
              <a:gd name="connisteX7" fmla="*/ 0 w 3454400"/>
              <a:gd name="connsiteY7" fmla="*/ 3556000 h 3759200"/>
              <a:gd name="connisteX8" fmla="*/ 0 w 3454400"/>
              <a:gd name="connsiteY8" fmla="*/ 203200 h 3759200"/>
            </a:gdLst>
            <a:ahLst/>
            <a:cxnLst>
              <a:cxn ang="0">
                <a:pos x="connisteX0" y="connsiteY0"/>
              </a:cxn>
              <a:cxn ang="0">
                <a:pos x="connisteX1" y="connsiteY1"/>
              </a:cxn>
              <a:cxn ang="0">
                <a:pos x="connisteX2" y="connsiteY2"/>
              </a:cxn>
              <a:cxn ang="0">
                <a:pos x="connisteX3" y="connsiteY3"/>
              </a:cxn>
              <a:cxn ang="0">
                <a:pos x="connisteX4" y="connsiteY4"/>
              </a:cxn>
              <a:cxn ang="0">
                <a:pos x="connisteX5" y="connsiteY5"/>
              </a:cxn>
              <a:cxn ang="0">
                <a:pos x="connisteX6" y="connsiteY6"/>
              </a:cxn>
              <a:cxn ang="0">
                <a:pos x="connisteX7" y="connsiteY7"/>
              </a:cxn>
              <a:cxn ang="0">
                <a:pos x="connisteX8" y="connsiteY8"/>
              </a:cxn>
            </a:cxnLst>
            <a:pathLst>
              <a:path w="3454400" h="3759200">
                <a:moveTo>
                  <a:pt x="0" y="203200"/>
                </a:moveTo>
                <a:cubicBezTo>
                  <a:pt x="0" y="90976"/>
                  <a:pt x="90976" y="0"/>
                  <a:pt x="203200" y="0"/>
                </a:cubicBezTo>
                <a:lnTo>
                  <a:pt x="3251200" y="0"/>
                </a:lnTo>
                <a:cubicBezTo>
                  <a:pt x="3363424" y="0"/>
                  <a:pt x="3454400" y="90976"/>
                  <a:pt x="3454400" y="203200"/>
                </a:cubicBezTo>
                <a:lnTo>
                  <a:pt x="3454400" y="3556000"/>
                </a:lnTo>
                <a:cubicBezTo>
                  <a:pt x="3454400" y="3668224"/>
                  <a:pt x="3363424" y="3759200"/>
                  <a:pt x="3251200" y="3759200"/>
                </a:cubicBezTo>
                <a:lnTo>
                  <a:pt x="203200" y="3759200"/>
                </a:lnTo>
                <a:cubicBezTo>
                  <a:pt x="90976" y="3759200"/>
                  <a:pt x="0" y="3668224"/>
                  <a:pt x="0" y="3556000"/>
                </a:cubicBezTo>
                <a:lnTo>
                  <a:pt x="0" y="203200"/>
                </a:lnTo>
                <a:close/>
              </a:path>
            </a:pathLst>
          </a:custGeom>
          <a:gradFill>
            <a:gsLst>
              <a:gs pos="0">
                <a:schemeClr val="accent1">
                  <a:lumMod val="10000"/>
                  <a:lumOff val="90000"/>
                </a:schemeClr>
              </a:gs>
              <a:gs pos="100000">
                <a:schemeClr val="accent1">
                  <a:lumMod val="10000"/>
                  <a:lumOff val="90000"/>
                </a:schemeClr>
              </a:gs>
            </a:gsLst>
            <a:lin ang="5400000"/>
          </a:gradFill>
          <a:ln>
            <a:solidFill>
              <a:prstClr val="black">
                <a:alpha val="0"/>
              </a:prstClr>
            </a:solidFill>
            <a:prstDash val="solid"/>
          </a:ln>
        </p:spPr>
        <p:txBody>
          <a:bodyPr>
            <a:noAutofit/>
          </a:bodyPr>
          <a:lstStyle>
            <a:lvl1pPr>
              <a:buNone/>
              <a:defRPr/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zh-CN" altLang="en-US" smtClean="0"/>
              <a:t> </a:t>
            </a:r>
            <a:endParaRPr lang="zh-CN" altLang="en-US" smtClean="0"/>
          </a:p>
        </p:txBody>
      </p:sp>
      <p:sp>
        <p:nvSpPr>
          <p:cNvPr id="17" name="文本占位符 16"/>
          <p:cNvSpPr>
            <a:spLocks noGrp="1"/>
          </p:cNvSpPr>
          <p:nvPr>
            <p:ph type="body" idx="16389" hasCustomPrompt="1"/>
            <p:custDataLst>
              <p:tags r:id="rId11"/>
            </p:custDataLst>
          </p:nvPr>
        </p:nvSpPr>
        <p:spPr>
          <a:xfrm>
            <a:off x="4673600" y="2946400"/>
            <a:ext cx="2844800" cy="2438400"/>
          </a:xfrm>
          <a:noFill/>
        </p:spPr>
        <p:txBody>
          <a:bodyPr lIns="0" tIns="0" rIns="0" bIns="0" anchor="t">
            <a:normAutofit/>
          </a:bodyPr>
          <a:lstStyle>
            <a:lvl1pPr marL="0" indent="0" algn="l">
              <a:lnSpc>
                <a:spcPct val="125000"/>
              </a:lnSpc>
              <a:spcBef>
                <a:spcPct val="0"/>
              </a:spcBef>
              <a:spcAft>
                <a:spcPct val="0"/>
              </a:spcAft>
              <a:buNone/>
              <a:defRPr sz="1600" b="0" spc="0">
                <a:solidFill>
                  <a:schemeClr val="tx1"/>
                </a:solidFill>
              </a:defRPr>
            </a:lvl1pPr>
          </a:lstStyle>
          <a:p>
            <a:pPr lvl="0"/>
            <a:r>
              <a:rPr lang="zh-CN" altLang="en-US" smtClean="0"/>
              <a:t>单击此处添加项正文</a:t>
            </a:r>
            <a:endParaRPr lang="zh-CN" altLang="en-US" smtClean="0"/>
          </a:p>
        </p:txBody>
      </p:sp>
      <p:sp>
        <p:nvSpPr>
          <p:cNvPr id="18" name="文本占位符 17"/>
          <p:cNvSpPr>
            <a:spLocks noGrp="1"/>
          </p:cNvSpPr>
          <p:nvPr>
            <p:ph type="body" idx="16390" hasCustomPrompt="1"/>
            <p:custDataLst>
              <p:tags r:id="rId12"/>
            </p:custDataLst>
          </p:nvPr>
        </p:nvSpPr>
        <p:spPr>
          <a:xfrm>
            <a:off x="8128000" y="1727200"/>
            <a:ext cx="3454400" cy="406400"/>
          </a:xfrm>
          <a:noFill/>
        </p:spPr>
        <p:txBody>
          <a:bodyPr lIns="0" tIns="0" rIns="0" bIns="0" anchor="t">
            <a:normAutofit/>
          </a:bodyPr>
          <a:lstStyle>
            <a:lvl1pPr marL="0" indent="0" algn="ctr">
              <a:lnSpc>
                <a:spcPct val="111000"/>
              </a:lnSpc>
              <a:spcBef>
                <a:spcPct val="0"/>
              </a:spcBef>
              <a:spcAft>
                <a:spcPct val="0"/>
              </a:spcAft>
              <a:buNone/>
              <a:defRPr sz="2400" b="0" spc="0">
                <a:solidFill>
                  <a:schemeClr val="tx1"/>
                </a:solidFill>
              </a:defRPr>
            </a:lvl1pPr>
          </a:lstStyle>
          <a:p>
            <a:pPr lvl="0"/>
            <a:r>
              <a:rPr lang="zh-CN" altLang="en-US" smtClean="0"/>
              <a:t>单击此处添加项标题</a:t>
            </a:r>
            <a:endParaRPr lang="zh-CN" altLang="en-US" smtClean="0"/>
          </a:p>
        </p:txBody>
      </p:sp>
      <p:sp>
        <p:nvSpPr>
          <p:cNvPr id="19" name="装饰  8"/>
          <p:cNvSpPr>
            <a:spLocks noGrp="1"/>
          </p:cNvSpPr>
          <p:nvPr>
            <p:ph type="body" idx="16394" hasCustomPrompt="1"/>
            <p:custDataLst>
              <p:tags r:id="rId13"/>
            </p:custDataLst>
          </p:nvPr>
        </p:nvSpPr>
        <p:spPr>
          <a:xfrm>
            <a:off x="8128000" y="2286000"/>
            <a:ext cx="3454400" cy="3759200"/>
          </a:xfrm>
          <a:custGeom>
            <a:avLst/>
            <a:gdLst>
              <a:gd name="connisteX0" fmla="*/ 0 w 3454400"/>
              <a:gd name="connsiteY0" fmla="*/ 203200 h 3759200"/>
              <a:gd name="connisteX1" fmla="*/ 203200 w 3454400"/>
              <a:gd name="connsiteY1" fmla="*/ 0 h 3759200"/>
              <a:gd name="connisteX2" fmla="*/ 3251200 w 3454400"/>
              <a:gd name="connsiteY2" fmla="*/ 0 h 3759200"/>
              <a:gd name="connisteX3" fmla="*/ 3454400 w 3454400"/>
              <a:gd name="connsiteY3" fmla="*/ 203200 h 3759200"/>
              <a:gd name="connisteX4" fmla="*/ 3454400 w 3454400"/>
              <a:gd name="connsiteY4" fmla="*/ 3556000 h 3759200"/>
              <a:gd name="connisteX5" fmla="*/ 3251200 w 3454400"/>
              <a:gd name="connsiteY5" fmla="*/ 3759200 h 3759200"/>
              <a:gd name="connisteX6" fmla="*/ 203200 w 3454400"/>
              <a:gd name="connsiteY6" fmla="*/ 3759200 h 3759200"/>
              <a:gd name="connisteX7" fmla="*/ 0 w 3454400"/>
              <a:gd name="connsiteY7" fmla="*/ 3556000 h 3759200"/>
              <a:gd name="connisteX8" fmla="*/ 0 w 3454400"/>
              <a:gd name="connsiteY8" fmla="*/ 203200 h 3759200"/>
            </a:gdLst>
            <a:ahLst/>
            <a:cxnLst>
              <a:cxn ang="0">
                <a:pos x="connisteX0" y="connsiteY0"/>
              </a:cxn>
              <a:cxn ang="0">
                <a:pos x="connisteX1" y="connsiteY1"/>
              </a:cxn>
              <a:cxn ang="0">
                <a:pos x="connisteX2" y="connsiteY2"/>
              </a:cxn>
              <a:cxn ang="0">
                <a:pos x="connisteX3" y="connsiteY3"/>
              </a:cxn>
              <a:cxn ang="0">
                <a:pos x="connisteX4" y="connsiteY4"/>
              </a:cxn>
              <a:cxn ang="0">
                <a:pos x="connisteX5" y="connsiteY5"/>
              </a:cxn>
              <a:cxn ang="0">
                <a:pos x="connisteX6" y="connsiteY6"/>
              </a:cxn>
              <a:cxn ang="0">
                <a:pos x="connisteX7" y="connsiteY7"/>
              </a:cxn>
              <a:cxn ang="0">
                <a:pos x="connisteX8" y="connsiteY8"/>
              </a:cxn>
            </a:cxnLst>
            <a:pathLst>
              <a:path w="3454400" h="3759200">
                <a:moveTo>
                  <a:pt x="0" y="203200"/>
                </a:moveTo>
                <a:cubicBezTo>
                  <a:pt x="0" y="90976"/>
                  <a:pt x="90976" y="0"/>
                  <a:pt x="203200" y="0"/>
                </a:cubicBezTo>
                <a:lnTo>
                  <a:pt x="3251200" y="0"/>
                </a:lnTo>
                <a:cubicBezTo>
                  <a:pt x="3363424" y="0"/>
                  <a:pt x="3454400" y="90976"/>
                  <a:pt x="3454400" y="203200"/>
                </a:cubicBezTo>
                <a:lnTo>
                  <a:pt x="3454400" y="3556000"/>
                </a:lnTo>
                <a:cubicBezTo>
                  <a:pt x="3454400" y="3668224"/>
                  <a:pt x="3363424" y="3759200"/>
                  <a:pt x="3251200" y="3759200"/>
                </a:cubicBezTo>
                <a:lnTo>
                  <a:pt x="203200" y="3759200"/>
                </a:lnTo>
                <a:cubicBezTo>
                  <a:pt x="90976" y="3759200"/>
                  <a:pt x="0" y="3668224"/>
                  <a:pt x="0" y="3556000"/>
                </a:cubicBezTo>
                <a:lnTo>
                  <a:pt x="0" y="203200"/>
                </a:lnTo>
                <a:close/>
              </a:path>
            </a:pathLst>
          </a:custGeom>
          <a:gradFill>
            <a:gsLst>
              <a:gs pos="0">
                <a:schemeClr val="accent1">
                  <a:lumMod val="10000"/>
                  <a:lumOff val="90000"/>
                </a:schemeClr>
              </a:gs>
              <a:gs pos="100000">
                <a:schemeClr val="accent1">
                  <a:lumMod val="10000"/>
                  <a:lumOff val="90000"/>
                </a:schemeClr>
              </a:gs>
            </a:gsLst>
            <a:lin ang="5400000"/>
          </a:gradFill>
          <a:ln>
            <a:solidFill>
              <a:prstClr val="black">
                <a:alpha val="0"/>
              </a:prstClr>
            </a:solidFill>
            <a:prstDash val="solid"/>
          </a:ln>
        </p:spPr>
        <p:txBody>
          <a:bodyPr>
            <a:noAutofit/>
          </a:bodyPr>
          <a:lstStyle>
            <a:lvl1pPr>
              <a:buNone/>
              <a:defRPr/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zh-CN" altLang="en-US" smtClean="0"/>
              <a:t> </a:t>
            </a:r>
            <a:endParaRPr lang="zh-CN" altLang="en-US" smtClean="0"/>
          </a:p>
        </p:txBody>
      </p:sp>
      <p:sp>
        <p:nvSpPr>
          <p:cNvPr id="20" name="文本占位符 19"/>
          <p:cNvSpPr>
            <a:spLocks noGrp="1"/>
          </p:cNvSpPr>
          <p:nvPr>
            <p:ph type="body" idx="16391" hasCustomPrompt="1"/>
            <p:custDataLst>
              <p:tags r:id="rId14"/>
            </p:custDataLst>
          </p:nvPr>
        </p:nvSpPr>
        <p:spPr>
          <a:xfrm>
            <a:off x="8432800" y="2946400"/>
            <a:ext cx="2844800" cy="2438400"/>
          </a:xfrm>
          <a:noFill/>
        </p:spPr>
        <p:txBody>
          <a:bodyPr lIns="0" tIns="0" rIns="0" bIns="0" anchor="t">
            <a:normAutofit/>
          </a:bodyPr>
          <a:lstStyle>
            <a:lvl1pPr marL="0" indent="0" algn="l">
              <a:lnSpc>
                <a:spcPct val="125000"/>
              </a:lnSpc>
              <a:spcBef>
                <a:spcPct val="0"/>
              </a:spcBef>
              <a:spcAft>
                <a:spcPct val="0"/>
              </a:spcAft>
              <a:buNone/>
              <a:defRPr sz="1600" b="0" spc="0">
                <a:solidFill>
                  <a:schemeClr val="tx1"/>
                </a:solidFill>
              </a:defRPr>
            </a:lvl1pPr>
          </a:lstStyle>
          <a:p>
            <a:pPr lvl="0"/>
            <a:r>
              <a:rPr lang="zh-CN" altLang="en-US" smtClean="0"/>
              <a:t>单击此处添加项正文</a:t>
            </a:r>
            <a:endParaRPr lang="zh-CN" altLang="en-US" smtClean="0"/>
          </a:p>
        </p:txBody>
      </p:sp>
    </p:spTree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3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正文页-49_10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日期占位符 5"/>
          <p:cNvSpPr>
            <a:spLocks noGrp="1"/>
          </p:cNvSpPr>
          <p:nvPr>
            <p:ph type="dt" sz="half" idx="10"/>
            <p:custDataLst>
              <p:tags r:id="rId2"/>
            </p:custDataLst>
          </p:nvPr>
        </p:nvSpPr>
        <p:spPr>
          <a:xfrm>
            <a:off x="838200" y="6356350"/>
            <a:ext cx="2743200" cy="365125"/>
          </a:xfrm>
        </p:spPr>
        <p:txBody>
          <a:bodyPr/>
          <a:lstStyle/>
          <a:p>
            <a:fld id="{AFF1154F-E427-4513-B34B-94E36374A1AB}" type="datetimeFigureOut">
              <a:rPr lang="zh-CN" altLang="en-US" smtClean="0"/>
            </a:fld>
            <a:endParaRPr lang="zh-CN" altLang="en-US"/>
          </a:p>
        </p:txBody>
      </p:sp>
      <p:sp>
        <p:nvSpPr>
          <p:cNvPr id="9" name="页脚占位符 8"/>
          <p:cNvSpPr>
            <a:spLocks noGrp="1"/>
          </p:cNvSpPr>
          <p:nvPr>
            <p:ph type="ftr" sz="quarter" idx="11"/>
            <p:custDataLst>
              <p:tags r:id="rId3"/>
            </p:custDataLst>
          </p:nvPr>
        </p:nvSpPr>
        <p:spPr>
          <a:xfrm>
            <a:off x="4038600" y="6356350"/>
            <a:ext cx="4114800" cy="365125"/>
          </a:xfrm>
        </p:spPr>
        <p:txBody>
          <a:bodyPr/>
          <a:lstStyle/>
          <a:p>
            <a:endParaRPr lang="zh-CN" altLang="en-US"/>
          </a:p>
        </p:txBody>
      </p:sp>
      <p:sp>
        <p:nvSpPr>
          <p:cNvPr id="10" name="灯片编号占位符 9"/>
          <p:cNvSpPr>
            <a:spLocks noGrp="1"/>
          </p:cNvSpPr>
          <p:nvPr>
            <p:ph type="sldNum" sz="quarter" idx="12"/>
            <p:custDataLst>
              <p:tags r:id="rId4"/>
            </p:custDataLst>
          </p:nvPr>
        </p:nvSpPr>
        <p:spPr>
          <a:xfrm>
            <a:off x="8610600" y="6356350"/>
            <a:ext cx="2743200" cy="365125"/>
          </a:xfrm>
        </p:spPr>
        <p:txBody>
          <a:bodyPr/>
          <a:lstStyle/>
          <a:p>
            <a:fld id="{CFDA0808-8B01-405B-8ED6-12013DCE0AF6}" type="slidenum">
              <a:rPr lang="zh-CN" altLang="en-US" smtClean="0"/>
            </a:fld>
            <a:endParaRPr lang="zh-CN" altLang="en-US"/>
          </a:p>
        </p:txBody>
      </p:sp>
      <p:sp>
        <p:nvSpPr>
          <p:cNvPr id="11" name="标题 10"/>
          <p:cNvSpPr>
            <a:spLocks noGrp="1"/>
          </p:cNvSpPr>
          <p:nvPr>
            <p:ph type="ctrTitle" idx="16385" hasCustomPrompt="1"/>
            <p:custDataLst>
              <p:tags r:id="rId5"/>
            </p:custDataLst>
          </p:nvPr>
        </p:nvSpPr>
        <p:spPr>
          <a:xfrm>
            <a:off x="609600" y="533400"/>
            <a:ext cx="10972800" cy="609600"/>
          </a:xfrm>
          <a:noFill/>
        </p:spPr>
        <p:txBody>
          <a:bodyPr lIns="0" tIns="0" rIns="0" bIns="0" anchor="t">
            <a:normAutofit/>
          </a:bodyPr>
          <a:lstStyle>
            <a:lvl1pPr marL="0" indent="0" algn="l">
              <a:lnSpc>
                <a:spcPct val="111000"/>
              </a:lnSpc>
              <a:spcBef>
                <a:spcPct val="0"/>
              </a:spcBef>
              <a:spcAft>
                <a:spcPct val="0"/>
              </a:spcAft>
              <a:buNone/>
              <a:defRPr sz="3600" b="0" spc="0">
                <a:solidFill>
                  <a:schemeClr val="tx1"/>
                </a:solidFill>
              </a:defRPr>
            </a:lvl1pPr>
          </a:lstStyle>
          <a:p>
            <a:r>
              <a:rPr lang="zh-CN" altLang="en-US"/>
              <a:t>单击此处添加标题</a:t>
            </a:r>
            <a:endParaRPr lang="zh-CN" altLang="en-US"/>
          </a:p>
        </p:txBody>
      </p:sp>
      <p:sp>
        <p:nvSpPr>
          <p:cNvPr id="12" name="装饰  1"/>
          <p:cNvSpPr>
            <a:spLocks noGrp="1"/>
          </p:cNvSpPr>
          <p:nvPr>
            <p:ph type="body" idx="16395" hasCustomPrompt="1"/>
            <p:custDataLst>
              <p:tags r:id="rId6"/>
            </p:custDataLst>
          </p:nvPr>
        </p:nvSpPr>
        <p:spPr>
          <a:xfrm>
            <a:off x="1625600" y="2260600"/>
            <a:ext cx="1219200" cy="1219200"/>
          </a:xfrm>
          <a:custGeom>
            <a:avLst/>
            <a:gdLst>
              <a:gd name="connisteX0" fmla="*/ 0 w 1219200"/>
              <a:gd name="connsiteY0" fmla="*/ 304800 h 1219200"/>
              <a:gd name="connisteX1" fmla="*/ 304800 w 1219200"/>
              <a:gd name="connsiteY1" fmla="*/ 0 h 1219200"/>
              <a:gd name="connisteX2" fmla="*/ 914400 w 1219200"/>
              <a:gd name="connsiteY2" fmla="*/ 0 h 1219200"/>
              <a:gd name="connisteX3" fmla="*/ 1219200 w 1219200"/>
              <a:gd name="connsiteY3" fmla="*/ 304800 h 1219200"/>
              <a:gd name="connisteX4" fmla="*/ 1219200 w 1219200"/>
              <a:gd name="connsiteY4" fmla="*/ 914400 h 1219200"/>
              <a:gd name="connisteX5" fmla="*/ 914400 w 1219200"/>
              <a:gd name="connsiteY5" fmla="*/ 1219200 h 1219200"/>
              <a:gd name="connisteX6" fmla="*/ 304800 w 1219200"/>
              <a:gd name="connsiteY6" fmla="*/ 1219200 h 1219200"/>
              <a:gd name="connisteX7" fmla="*/ 0 w 1219200"/>
              <a:gd name="connsiteY7" fmla="*/ 914400 h 1219200"/>
              <a:gd name="connisteX8" fmla="*/ 0 w 1219200"/>
              <a:gd name="connsiteY8" fmla="*/ 304800 h 1219200"/>
            </a:gdLst>
            <a:ahLst/>
            <a:cxnLst>
              <a:cxn ang="0">
                <a:pos x="connisteX0" y="connsiteY0"/>
              </a:cxn>
              <a:cxn ang="0">
                <a:pos x="connisteX1" y="connsiteY1"/>
              </a:cxn>
              <a:cxn ang="0">
                <a:pos x="connisteX2" y="connsiteY2"/>
              </a:cxn>
              <a:cxn ang="0">
                <a:pos x="connisteX3" y="connsiteY3"/>
              </a:cxn>
              <a:cxn ang="0">
                <a:pos x="connisteX4" y="connsiteY4"/>
              </a:cxn>
              <a:cxn ang="0">
                <a:pos x="connisteX5" y="connsiteY5"/>
              </a:cxn>
              <a:cxn ang="0">
                <a:pos x="connisteX6" y="connsiteY6"/>
              </a:cxn>
              <a:cxn ang="0">
                <a:pos x="connisteX7" y="connsiteY7"/>
              </a:cxn>
              <a:cxn ang="0">
                <a:pos x="connisteX8" y="connsiteY8"/>
              </a:cxn>
            </a:cxnLst>
            <a:pathLst>
              <a:path w="1219200" h="1219200">
                <a:moveTo>
                  <a:pt x="0" y="304800"/>
                </a:moveTo>
                <a:cubicBezTo>
                  <a:pt x="0" y="136464"/>
                  <a:pt x="136464" y="0"/>
                  <a:pt x="304800" y="0"/>
                </a:cubicBezTo>
                <a:lnTo>
                  <a:pt x="914400" y="0"/>
                </a:lnTo>
                <a:cubicBezTo>
                  <a:pt x="1082736" y="0"/>
                  <a:pt x="1219200" y="136464"/>
                  <a:pt x="1219200" y="304800"/>
                </a:cubicBezTo>
                <a:lnTo>
                  <a:pt x="1219200" y="914400"/>
                </a:lnTo>
                <a:cubicBezTo>
                  <a:pt x="1219200" y="1082736"/>
                  <a:pt x="1082736" y="1219200"/>
                  <a:pt x="914400" y="1219200"/>
                </a:cubicBezTo>
                <a:lnTo>
                  <a:pt x="304800" y="1219200"/>
                </a:lnTo>
                <a:cubicBezTo>
                  <a:pt x="136464" y="1219200"/>
                  <a:pt x="0" y="1082736"/>
                  <a:pt x="0" y="914400"/>
                </a:cubicBezTo>
                <a:lnTo>
                  <a:pt x="0" y="304800"/>
                </a:lnTo>
                <a:close/>
              </a:path>
            </a:pathLst>
          </a:custGeom>
          <a:solidFill>
            <a:schemeClr val="accent1"/>
          </a:solidFill>
          <a:ln>
            <a:solidFill>
              <a:prstClr val="black">
                <a:alpha val="0"/>
              </a:prstClr>
            </a:solidFill>
            <a:prstDash val="solid"/>
          </a:ln>
        </p:spPr>
        <p:txBody>
          <a:bodyPr>
            <a:noAutofit/>
          </a:bodyPr>
          <a:lstStyle>
            <a:lvl1pPr>
              <a:buNone/>
              <a:defRPr/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zh-CN" altLang="en-US" smtClean="0"/>
              <a:t> </a:t>
            </a:r>
            <a:endParaRPr lang="zh-CN" altLang="en-US" smtClean="0"/>
          </a:p>
        </p:txBody>
      </p:sp>
      <p:sp>
        <p:nvSpPr>
          <p:cNvPr id="13" name="文本占位符 12"/>
          <p:cNvSpPr>
            <a:spLocks noGrp="1"/>
          </p:cNvSpPr>
          <p:nvPr>
            <p:ph type="body" idx="16388" hasCustomPrompt="1"/>
            <p:custDataLst>
              <p:tags r:id="rId7"/>
            </p:custDataLst>
          </p:nvPr>
        </p:nvSpPr>
        <p:spPr>
          <a:xfrm>
            <a:off x="1873250" y="2565400"/>
            <a:ext cx="723900" cy="609600"/>
          </a:xfrm>
          <a:noFill/>
        </p:spPr>
        <p:txBody>
          <a:bodyPr wrap="none" lIns="0" tIns="0" rIns="0" bIns="0" anchor="ctr">
            <a:noAutofit/>
          </a:bodyPr>
          <a:lstStyle>
            <a:lvl1pPr marL="0" indent="0" algn="ctr">
              <a:lnSpc>
                <a:spcPct val="109000"/>
              </a:lnSpc>
              <a:spcBef>
                <a:spcPct val="0"/>
              </a:spcBef>
              <a:spcAft>
                <a:spcPct val="0"/>
              </a:spcAft>
              <a:buNone/>
              <a:defRPr sz="4800" b="0" spc="0">
                <a:solidFill>
                  <a:srgbClr val="FFFFFF"/>
                </a:solidFill>
              </a:defRPr>
            </a:lvl1pPr>
          </a:lstStyle>
          <a:p>
            <a:pPr lvl="0"/>
            <a:r>
              <a:rPr lang="zh-CN" altLang="en-US" smtClean="0"/>
              <a:t>01</a:t>
            </a:r>
            <a:endParaRPr lang="zh-CN" altLang="en-US" smtClean="0"/>
          </a:p>
        </p:txBody>
      </p:sp>
      <p:sp>
        <p:nvSpPr>
          <p:cNvPr id="14" name="文本占位符 13"/>
          <p:cNvSpPr>
            <a:spLocks noGrp="1"/>
          </p:cNvSpPr>
          <p:nvPr>
            <p:ph type="body" idx="16386" hasCustomPrompt="1"/>
            <p:custDataLst>
              <p:tags r:id="rId8"/>
            </p:custDataLst>
          </p:nvPr>
        </p:nvSpPr>
        <p:spPr>
          <a:xfrm>
            <a:off x="609600" y="3784600"/>
            <a:ext cx="3251200" cy="406400"/>
          </a:xfrm>
          <a:noFill/>
        </p:spPr>
        <p:txBody>
          <a:bodyPr lIns="0" tIns="0" rIns="0" bIns="0" anchor="t">
            <a:normAutofit/>
          </a:bodyPr>
          <a:lstStyle>
            <a:lvl1pPr marL="0" indent="0" algn="ctr">
              <a:lnSpc>
                <a:spcPct val="111000"/>
              </a:lnSpc>
              <a:spcBef>
                <a:spcPct val="0"/>
              </a:spcBef>
              <a:spcAft>
                <a:spcPct val="0"/>
              </a:spcAft>
              <a:buNone/>
              <a:defRPr sz="2400" b="0" spc="0">
                <a:solidFill>
                  <a:schemeClr val="tx1"/>
                </a:solidFill>
              </a:defRPr>
            </a:lvl1pPr>
          </a:lstStyle>
          <a:p>
            <a:pPr lvl="0"/>
            <a:r>
              <a:rPr lang="zh-CN" altLang="en-US" smtClean="0"/>
              <a:t>单击此处添加项标题</a:t>
            </a:r>
            <a:endParaRPr lang="zh-CN" altLang="en-US" smtClean="0"/>
          </a:p>
        </p:txBody>
      </p:sp>
      <p:sp>
        <p:nvSpPr>
          <p:cNvPr id="15" name="文本占位符 14"/>
          <p:cNvSpPr>
            <a:spLocks noGrp="1"/>
          </p:cNvSpPr>
          <p:nvPr>
            <p:ph type="body" idx="16387" hasCustomPrompt="1"/>
            <p:custDataLst>
              <p:tags r:id="rId9"/>
            </p:custDataLst>
          </p:nvPr>
        </p:nvSpPr>
        <p:spPr>
          <a:xfrm>
            <a:off x="609600" y="4292600"/>
            <a:ext cx="3251200" cy="1219200"/>
          </a:xfrm>
          <a:noFill/>
        </p:spPr>
        <p:txBody>
          <a:bodyPr lIns="0" tIns="0" rIns="0" bIns="0" anchor="t">
            <a:normAutofit/>
          </a:bodyPr>
          <a:lstStyle>
            <a:lvl1pPr marL="0" indent="0" algn="ctr">
              <a:lnSpc>
                <a:spcPct val="125000"/>
              </a:lnSpc>
              <a:spcBef>
                <a:spcPct val="0"/>
              </a:spcBef>
              <a:spcAft>
                <a:spcPct val="0"/>
              </a:spcAft>
              <a:buNone/>
              <a:defRPr sz="1600" b="0" spc="0">
                <a:solidFill>
                  <a:schemeClr val="tx1"/>
                </a:solidFill>
              </a:defRPr>
            </a:lvl1pPr>
          </a:lstStyle>
          <a:p>
            <a:pPr lvl="0"/>
            <a:r>
              <a:rPr lang="zh-CN" altLang="en-US" smtClean="0"/>
              <a:t>单击此处添加项正文</a:t>
            </a:r>
            <a:endParaRPr lang="zh-CN" altLang="en-US" smtClean="0"/>
          </a:p>
        </p:txBody>
      </p:sp>
      <p:sp>
        <p:nvSpPr>
          <p:cNvPr id="16" name="装饰  5"/>
          <p:cNvSpPr>
            <a:spLocks noGrp="1"/>
          </p:cNvSpPr>
          <p:nvPr>
            <p:ph type="body" idx="16396" hasCustomPrompt="1"/>
            <p:custDataLst>
              <p:tags r:id="rId10"/>
            </p:custDataLst>
          </p:nvPr>
        </p:nvSpPr>
        <p:spPr>
          <a:xfrm>
            <a:off x="5486400" y="2260600"/>
            <a:ext cx="1219200" cy="1219200"/>
          </a:xfrm>
          <a:custGeom>
            <a:avLst/>
            <a:gdLst>
              <a:gd name="connisteX0" fmla="*/ 0 w 1219200"/>
              <a:gd name="connsiteY0" fmla="*/ 304800 h 1219200"/>
              <a:gd name="connisteX1" fmla="*/ 304800 w 1219200"/>
              <a:gd name="connsiteY1" fmla="*/ 0 h 1219200"/>
              <a:gd name="connisteX2" fmla="*/ 914400 w 1219200"/>
              <a:gd name="connsiteY2" fmla="*/ 0 h 1219200"/>
              <a:gd name="connisteX3" fmla="*/ 1219200 w 1219200"/>
              <a:gd name="connsiteY3" fmla="*/ 304800 h 1219200"/>
              <a:gd name="connisteX4" fmla="*/ 1219200 w 1219200"/>
              <a:gd name="connsiteY4" fmla="*/ 914400 h 1219200"/>
              <a:gd name="connisteX5" fmla="*/ 914400 w 1219200"/>
              <a:gd name="connsiteY5" fmla="*/ 1219200 h 1219200"/>
              <a:gd name="connisteX6" fmla="*/ 304800 w 1219200"/>
              <a:gd name="connsiteY6" fmla="*/ 1219200 h 1219200"/>
              <a:gd name="connisteX7" fmla="*/ 0 w 1219200"/>
              <a:gd name="connsiteY7" fmla="*/ 914400 h 1219200"/>
              <a:gd name="connisteX8" fmla="*/ 0 w 1219200"/>
              <a:gd name="connsiteY8" fmla="*/ 304800 h 1219200"/>
            </a:gdLst>
            <a:ahLst/>
            <a:cxnLst>
              <a:cxn ang="0">
                <a:pos x="connisteX0" y="connsiteY0"/>
              </a:cxn>
              <a:cxn ang="0">
                <a:pos x="connisteX1" y="connsiteY1"/>
              </a:cxn>
              <a:cxn ang="0">
                <a:pos x="connisteX2" y="connsiteY2"/>
              </a:cxn>
              <a:cxn ang="0">
                <a:pos x="connisteX3" y="connsiteY3"/>
              </a:cxn>
              <a:cxn ang="0">
                <a:pos x="connisteX4" y="connsiteY4"/>
              </a:cxn>
              <a:cxn ang="0">
                <a:pos x="connisteX5" y="connsiteY5"/>
              </a:cxn>
              <a:cxn ang="0">
                <a:pos x="connisteX6" y="connsiteY6"/>
              </a:cxn>
              <a:cxn ang="0">
                <a:pos x="connisteX7" y="connsiteY7"/>
              </a:cxn>
              <a:cxn ang="0">
                <a:pos x="connisteX8" y="connsiteY8"/>
              </a:cxn>
            </a:cxnLst>
            <a:pathLst>
              <a:path w="1219200" h="1219200">
                <a:moveTo>
                  <a:pt x="0" y="304800"/>
                </a:moveTo>
                <a:cubicBezTo>
                  <a:pt x="0" y="136464"/>
                  <a:pt x="136464" y="0"/>
                  <a:pt x="304800" y="0"/>
                </a:cubicBezTo>
                <a:lnTo>
                  <a:pt x="914400" y="0"/>
                </a:lnTo>
                <a:cubicBezTo>
                  <a:pt x="1082736" y="0"/>
                  <a:pt x="1219200" y="136464"/>
                  <a:pt x="1219200" y="304800"/>
                </a:cubicBezTo>
                <a:lnTo>
                  <a:pt x="1219200" y="914400"/>
                </a:lnTo>
                <a:cubicBezTo>
                  <a:pt x="1219200" y="1082736"/>
                  <a:pt x="1082736" y="1219200"/>
                  <a:pt x="914400" y="1219200"/>
                </a:cubicBezTo>
                <a:lnTo>
                  <a:pt x="304800" y="1219200"/>
                </a:lnTo>
                <a:cubicBezTo>
                  <a:pt x="136464" y="1219200"/>
                  <a:pt x="0" y="1082736"/>
                  <a:pt x="0" y="914400"/>
                </a:cubicBezTo>
                <a:lnTo>
                  <a:pt x="0" y="304800"/>
                </a:lnTo>
                <a:close/>
              </a:path>
            </a:pathLst>
          </a:custGeom>
          <a:solidFill>
            <a:schemeClr val="accent1"/>
          </a:solidFill>
          <a:ln>
            <a:solidFill>
              <a:prstClr val="black">
                <a:alpha val="0"/>
              </a:prstClr>
            </a:solidFill>
            <a:prstDash val="solid"/>
          </a:ln>
        </p:spPr>
        <p:txBody>
          <a:bodyPr>
            <a:noAutofit/>
          </a:bodyPr>
          <a:lstStyle>
            <a:lvl1pPr>
              <a:buNone/>
              <a:defRPr/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zh-CN" altLang="en-US" smtClean="0"/>
              <a:t> </a:t>
            </a:r>
            <a:endParaRPr lang="zh-CN" altLang="en-US" smtClean="0"/>
          </a:p>
        </p:txBody>
      </p:sp>
      <p:sp>
        <p:nvSpPr>
          <p:cNvPr id="17" name="文本占位符 16"/>
          <p:cNvSpPr>
            <a:spLocks noGrp="1"/>
          </p:cNvSpPr>
          <p:nvPr>
            <p:ph type="body" idx="16391" hasCustomPrompt="1"/>
            <p:custDataLst>
              <p:tags r:id="rId11"/>
            </p:custDataLst>
          </p:nvPr>
        </p:nvSpPr>
        <p:spPr>
          <a:xfrm>
            <a:off x="5734050" y="2565400"/>
            <a:ext cx="723900" cy="609600"/>
          </a:xfrm>
          <a:noFill/>
        </p:spPr>
        <p:txBody>
          <a:bodyPr wrap="none" lIns="0" tIns="0" rIns="0" bIns="0" anchor="ctr">
            <a:noAutofit/>
          </a:bodyPr>
          <a:lstStyle>
            <a:lvl1pPr marL="0" indent="0" algn="ctr">
              <a:lnSpc>
                <a:spcPct val="109000"/>
              </a:lnSpc>
              <a:spcBef>
                <a:spcPct val="0"/>
              </a:spcBef>
              <a:spcAft>
                <a:spcPct val="0"/>
              </a:spcAft>
              <a:buNone/>
              <a:defRPr sz="4800" b="0" spc="0">
                <a:solidFill>
                  <a:srgbClr val="FFFFFF"/>
                </a:solidFill>
              </a:defRPr>
            </a:lvl1pPr>
          </a:lstStyle>
          <a:p>
            <a:pPr lvl="0"/>
            <a:r>
              <a:rPr lang="zh-CN" altLang="en-US" smtClean="0"/>
              <a:t>02</a:t>
            </a:r>
            <a:endParaRPr lang="zh-CN" altLang="en-US" smtClean="0"/>
          </a:p>
        </p:txBody>
      </p:sp>
      <p:sp>
        <p:nvSpPr>
          <p:cNvPr id="18" name="文本占位符 17"/>
          <p:cNvSpPr>
            <a:spLocks noGrp="1"/>
          </p:cNvSpPr>
          <p:nvPr>
            <p:ph type="body" idx="16389" hasCustomPrompt="1"/>
            <p:custDataLst>
              <p:tags r:id="rId12"/>
            </p:custDataLst>
          </p:nvPr>
        </p:nvSpPr>
        <p:spPr>
          <a:xfrm>
            <a:off x="4470400" y="3784600"/>
            <a:ext cx="3251200" cy="406400"/>
          </a:xfrm>
          <a:noFill/>
        </p:spPr>
        <p:txBody>
          <a:bodyPr lIns="0" tIns="0" rIns="0" bIns="0" anchor="t">
            <a:normAutofit/>
          </a:bodyPr>
          <a:lstStyle>
            <a:lvl1pPr marL="0" indent="0" algn="ctr">
              <a:lnSpc>
                <a:spcPct val="111000"/>
              </a:lnSpc>
              <a:spcBef>
                <a:spcPct val="0"/>
              </a:spcBef>
              <a:spcAft>
                <a:spcPct val="0"/>
              </a:spcAft>
              <a:buNone/>
              <a:defRPr sz="2400" b="0" spc="0">
                <a:solidFill>
                  <a:schemeClr val="tx1"/>
                </a:solidFill>
              </a:defRPr>
            </a:lvl1pPr>
          </a:lstStyle>
          <a:p>
            <a:pPr lvl="0"/>
            <a:r>
              <a:rPr lang="zh-CN" altLang="en-US" smtClean="0"/>
              <a:t>单击此处添加项标题</a:t>
            </a:r>
            <a:endParaRPr lang="zh-CN" altLang="en-US" smtClean="0"/>
          </a:p>
        </p:txBody>
      </p:sp>
      <p:sp>
        <p:nvSpPr>
          <p:cNvPr id="19" name="文本占位符 18"/>
          <p:cNvSpPr>
            <a:spLocks noGrp="1"/>
          </p:cNvSpPr>
          <p:nvPr>
            <p:ph type="body" idx="16390" hasCustomPrompt="1"/>
            <p:custDataLst>
              <p:tags r:id="rId13"/>
            </p:custDataLst>
          </p:nvPr>
        </p:nvSpPr>
        <p:spPr>
          <a:xfrm>
            <a:off x="4470400" y="4292600"/>
            <a:ext cx="3251200" cy="1219200"/>
          </a:xfrm>
          <a:noFill/>
        </p:spPr>
        <p:txBody>
          <a:bodyPr lIns="0" tIns="0" rIns="0" bIns="0" anchor="t">
            <a:normAutofit/>
          </a:bodyPr>
          <a:lstStyle>
            <a:lvl1pPr marL="0" indent="0" algn="ctr">
              <a:lnSpc>
                <a:spcPct val="125000"/>
              </a:lnSpc>
              <a:spcBef>
                <a:spcPct val="0"/>
              </a:spcBef>
              <a:spcAft>
                <a:spcPct val="0"/>
              </a:spcAft>
              <a:buNone/>
              <a:defRPr sz="1600" b="0" spc="0">
                <a:solidFill>
                  <a:schemeClr val="tx1"/>
                </a:solidFill>
              </a:defRPr>
            </a:lvl1pPr>
          </a:lstStyle>
          <a:p>
            <a:pPr lvl="0"/>
            <a:r>
              <a:rPr lang="zh-CN" altLang="en-US" smtClean="0"/>
              <a:t>单击此处添加项正文</a:t>
            </a:r>
            <a:endParaRPr lang="zh-CN" altLang="en-US" smtClean="0"/>
          </a:p>
        </p:txBody>
      </p:sp>
      <p:sp>
        <p:nvSpPr>
          <p:cNvPr id="20" name="装饰  9"/>
          <p:cNvSpPr>
            <a:spLocks noGrp="1"/>
          </p:cNvSpPr>
          <p:nvPr>
            <p:ph type="body" idx="16397" hasCustomPrompt="1"/>
            <p:custDataLst>
              <p:tags r:id="rId14"/>
            </p:custDataLst>
          </p:nvPr>
        </p:nvSpPr>
        <p:spPr>
          <a:xfrm>
            <a:off x="9347200" y="2260600"/>
            <a:ext cx="1219200" cy="1219200"/>
          </a:xfrm>
          <a:custGeom>
            <a:avLst/>
            <a:gdLst>
              <a:gd name="connisteX0" fmla="*/ 0 w 1219200"/>
              <a:gd name="connsiteY0" fmla="*/ 304800 h 1219200"/>
              <a:gd name="connisteX1" fmla="*/ 304800 w 1219200"/>
              <a:gd name="connsiteY1" fmla="*/ 0 h 1219200"/>
              <a:gd name="connisteX2" fmla="*/ 914400 w 1219200"/>
              <a:gd name="connsiteY2" fmla="*/ 0 h 1219200"/>
              <a:gd name="connisteX3" fmla="*/ 1219200 w 1219200"/>
              <a:gd name="connsiteY3" fmla="*/ 304800 h 1219200"/>
              <a:gd name="connisteX4" fmla="*/ 1219200 w 1219200"/>
              <a:gd name="connsiteY4" fmla="*/ 914400 h 1219200"/>
              <a:gd name="connisteX5" fmla="*/ 914400 w 1219200"/>
              <a:gd name="connsiteY5" fmla="*/ 1219200 h 1219200"/>
              <a:gd name="connisteX6" fmla="*/ 304800 w 1219200"/>
              <a:gd name="connsiteY6" fmla="*/ 1219200 h 1219200"/>
              <a:gd name="connisteX7" fmla="*/ 0 w 1219200"/>
              <a:gd name="connsiteY7" fmla="*/ 914400 h 1219200"/>
              <a:gd name="connisteX8" fmla="*/ 0 w 1219200"/>
              <a:gd name="connsiteY8" fmla="*/ 304800 h 1219200"/>
            </a:gdLst>
            <a:ahLst/>
            <a:cxnLst>
              <a:cxn ang="0">
                <a:pos x="connisteX0" y="connsiteY0"/>
              </a:cxn>
              <a:cxn ang="0">
                <a:pos x="connisteX1" y="connsiteY1"/>
              </a:cxn>
              <a:cxn ang="0">
                <a:pos x="connisteX2" y="connsiteY2"/>
              </a:cxn>
              <a:cxn ang="0">
                <a:pos x="connisteX3" y="connsiteY3"/>
              </a:cxn>
              <a:cxn ang="0">
                <a:pos x="connisteX4" y="connsiteY4"/>
              </a:cxn>
              <a:cxn ang="0">
                <a:pos x="connisteX5" y="connsiteY5"/>
              </a:cxn>
              <a:cxn ang="0">
                <a:pos x="connisteX6" y="connsiteY6"/>
              </a:cxn>
              <a:cxn ang="0">
                <a:pos x="connisteX7" y="connsiteY7"/>
              </a:cxn>
              <a:cxn ang="0">
                <a:pos x="connisteX8" y="connsiteY8"/>
              </a:cxn>
            </a:cxnLst>
            <a:pathLst>
              <a:path w="1219200" h="1219200">
                <a:moveTo>
                  <a:pt x="0" y="304800"/>
                </a:moveTo>
                <a:cubicBezTo>
                  <a:pt x="0" y="136464"/>
                  <a:pt x="136464" y="0"/>
                  <a:pt x="304800" y="0"/>
                </a:cubicBezTo>
                <a:lnTo>
                  <a:pt x="914400" y="0"/>
                </a:lnTo>
                <a:cubicBezTo>
                  <a:pt x="1082736" y="0"/>
                  <a:pt x="1219200" y="136464"/>
                  <a:pt x="1219200" y="304800"/>
                </a:cubicBezTo>
                <a:lnTo>
                  <a:pt x="1219200" y="914400"/>
                </a:lnTo>
                <a:cubicBezTo>
                  <a:pt x="1219200" y="1082736"/>
                  <a:pt x="1082736" y="1219200"/>
                  <a:pt x="914400" y="1219200"/>
                </a:cubicBezTo>
                <a:lnTo>
                  <a:pt x="304800" y="1219200"/>
                </a:lnTo>
                <a:cubicBezTo>
                  <a:pt x="136464" y="1219200"/>
                  <a:pt x="0" y="1082736"/>
                  <a:pt x="0" y="914400"/>
                </a:cubicBezTo>
                <a:lnTo>
                  <a:pt x="0" y="304800"/>
                </a:lnTo>
                <a:close/>
              </a:path>
            </a:pathLst>
          </a:custGeom>
          <a:solidFill>
            <a:schemeClr val="accent1"/>
          </a:solidFill>
          <a:ln>
            <a:solidFill>
              <a:prstClr val="black">
                <a:alpha val="0"/>
              </a:prstClr>
            </a:solidFill>
            <a:prstDash val="solid"/>
          </a:ln>
        </p:spPr>
        <p:txBody>
          <a:bodyPr>
            <a:noAutofit/>
          </a:bodyPr>
          <a:lstStyle>
            <a:lvl1pPr>
              <a:buNone/>
              <a:defRPr/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zh-CN" altLang="en-US" smtClean="0"/>
              <a:t> </a:t>
            </a:r>
            <a:endParaRPr lang="zh-CN" altLang="en-US" smtClean="0"/>
          </a:p>
        </p:txBody>
      </p:sp>
      <p:sp>
        <p:nvSpPr>
          <p:cNvPr id="21" name="文本占位符 20"/>
          <p:cNvSpPr>
            <a:spLocks noGrp="1"/>
          </p:cNvSpPr>
          <p:nvPr>
            <p:ph type="body" idx="16394" hasCustomPrompt="1"/>
            <p:custDataLst>
              <p:tags r:id="rId15"/>
            </p:custDataLst>
          </p:nvPr>
        </p:nvSpPr>
        <p:spPr>
          <a:xfrm>
            <a:off x="9594850" y="2565400"/>
            <a:ext cx="723900" cy="609600"/>
          </a:xfrm>
          <a:noFill/>
        </p:spPr>
        <p:txBody>
          <a:bodyPr wrap="none" lIns="0" tIns="0" rIns="0" bIns="0" anchor="ctr">
            <a:noAutofit/>
          </a:bodyPr>
          <a:lstStyle>
            <a:lvl1pPr marL="0" indent="0" algn="ctr">
              <a:lnSpc>
                <a:spcPct val="109000"/>
              </a:lnSpc>
              <a:spcBef>
                <a:spcPct val="0"/>
              </a:spcBef>
              <a:spcAft>
                <a:spcPct val="0"/>
              </a:spcAft>
              <a:buNone/>
              <a:defRPr sz="4800" b="0" spc="0">
                <a:solidFill>
                  <a:srgbClr val="FFFFFF"/>
                </a:solidFill>
              </a:defRPr>
            </a:lvl1pPr>
          </a:lstStyle>
          <a:p>
            <a:pPr lvl="0"/>
            <a:r>
              <a:rPr lang="zh-CN" altLang="en-US" smtClean="0"/>
              <a:t>03</a:t>
            </a:r>
            <a:endParaRPr lang="zh-CN" altLang="en-US" smtClean="0"/>
          </a:p>
        </p:txBody>
      </p:sp>
      <p:sp>
        <p:nvSpPr>
          <p:cNvPr id="22" name="文本占位符 21"/>
          <p:cNvSpPr>
            <a:spLocks noGrp="1"/>
          </p:cNvSpPr>
          <p:nvPr>
            <p:ph type="body" idx="16392" hasCustomPrompt="1"/>
            <p:custDataLst>
              <p:tags r:id="rId16"/>
            </p:custDataLst>
          </p:nvPr>
        </p:nvSpPr>
        <p:spPr>
          <a:xfrm>
            <a:off x="8331200" y="3784600"/>
            <a:ext cx="3251200" cy="406400"/>
          </a:xfrm>
          <a:noFill/>
        </p:spPr>
        <p:txBody>
          <a:bodyPr lIns="0" tIns="0" rIns="0" bIns="0" anchor="t">
            <a:normAutofit/>
          </a:bodyPr>
          <a:lstStyle>
            <a:lvl1pPr marL="0" indent="0" algn="ctr">
              <a:lnSpc>
                <a:spcPct val="111000"/>
              </a:lnSpc>
              <a:spcBef>
                <a:spcPct val="0"/>
              </a:spcBef>
              <a:spcAft>
                <a:spcPct val="0"/>
              </a:spcAft>
              <a:buNone/>
              <a:defRPr sz="2400" b="0" spc="0">
                <a:solidFill>
                  <a:schemeClr val="tx1"/>
                </a:solidFill>
              </a:defRPr>
            </a:lvl1pPr>
          </a:lstStyle>
          <a:p>
            <a:pPr lvl="0"/>
            <a:r>
              <a:rPr lang="zh-CN" altLang="en-US" smtClean="0"/>
              <a:t>单击此处添加项标题</a:t>
            </a:r>
            <a:endParaRPr lang="zh-CN" altLang="en-US" smtClean="0"/>
          </a:p>
        </p:txBody>
      </p:sp>
      <p:sp>
        <p:nvSpPr>
          <p:cNvPr id="23" name="文本占位符 22"/>
          <p:cNvSpPr>
            <a:spLocks noGrp="1"/>
          </p:cNvSpPr>
          <p:nvPr>
            <p:ph type="body" idx="16393" hasCustomPrompt="1"/>
            <p:custDataLst>
              <p:tags r:id="rId17"/>
            </p:custDataLst>
          </p:nvPr>
        </p:nvSpPr>
        <p:spPr>
          <a:xfrm>
            <a:off x="8331200" y="4292600"/>
            <a:ext cx="3251200" cy="1219200"/>
          </a:xfrm>
          <a:noFill/>
        </p:spPr>
        <p:txBody>
          <a:bodyPr lIns="0" tIns="0" rIns="0" bIns="0" anchor="t">
            <a:normAutofit/>
          </a:bodyPr>
          <a:lstStyle>
            <a:lvl1pPr marL="0" indent="0" algn="ctr">
              <a:lnSpc>
                <a:spcPct val="125000"/>
              </a:lnSpc>
              <a:spcBef>
                <a:spcPct val="0"/>
              </a:spcBef>
              <a:spcAft>
                <a:spcPct val="0"/>
              </a:spcAft>
              <a:buNone/>
              <a:defRPr sz="1600" b="0" spc="0">
                <a:solidFill>
                  <a:schemeClr val="tx1"/>
                </a:solidFill>
              </a:defRPr>
            </a:lvl1pPr>
          </a:lstStyle>
          <a:p>
            <a:pPr lvl="0"/>
            <a:r>
              <a:rPr lang="zh-CN" altLang="en-US" smtClean="0"/>
              <a:t>单击此处添加项正文</a:t>
            </a:r>
            <a:endParaRPr lang="zh-CN" altLang="en-US" smtClean="0"/>
          </a:p>
        </p:txBody>
      </p:sp>
    </p:spTree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3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正文页-10009_18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日期占位符 5"/>
          <p:cNvSpPr>
            <a:spLocks noGrp="1"/>
          </p:cNvSpPr>
          <p:nvPr>
            <p:ph type="dt" sz="half" idx="10"/>
            <p:custDataLst>
              <p:tags r:id="rId2"/>
            </p:custDataLst>
          </p:nvPr>
        </p:nvSpPr>
        <p:spPr>
          <a:xfrm>
            <a:off x="838200" y="6356350"/>
            <a:ext cx="2743200" cy="365125"/>
          </a:xfrm>
        </p:spPr>
        <p:txBody>
          <a:bodyPr/>
          <a:lstStyle/>
          <a:p>
            <a:fld id="{AFF1154F-E427-4513-B34B-94E36374A1AB}" type="datetimeFigureOut">
              <a:rPr lang="zh-CN" altLang="en-US" smtClean="0"/>
            </a:fld>
            <a:endParaRPr lang="zh-CN" altLang="en-US"/>
          </a:p>
        </p:txBody>
      </p:sp>
      <p:sp>
        <p:nvSpPr>
          <p:cNvPr id="9" name="页脚占位符 8"/>
          <p:cNvSpPr>
            <a:spLocks noGrp="1"/>
          </p:cNvSpPr>
          <p:nvPr>
            <p:ph type="ftr" sz="quarter" idx="11"/>
            <p:custDataLst>
              <p:tags r:id="rId3"/>
            </p:custDataLst>
          </p:nvPr>
        </p:nvSpPr>
        <p:spPr>
          <a:xfrm>
            <a:off x="4038600" y="6356350"/>
            <a:ext cx="4114800" cy="365125"/>
          </a:xfrm>
        </p:spPr>
        <p:txBody>
          <a:bodyPr/>
          <a:lstStyle/>
          <a:p>
            <a:endParaRPr lang="zh-CN" altLang="en-US"/>
          </a:p>
        </p:txBody>
      </p:sp>
      <p:sp>
        <p:nvSpPr>
          <p:cNvPr id="10" name="灯片编号占位符 9"/>
          <p:cNvSpPr>
            <a:spLocks noGrp="1"/>
          </p:cNvSpPr>
          <p:nvPr>
            <p:ph type="sldNum" sz="quarter" idx="12"/>
            <p:custDataLst>
              <p:tags r:id="rId4"/>
            </p:custDataLst>
          </p:nvPr>
        </p:nvSpPr>
        <p:spPr>
          <a:xfrm>
            <a:off x="8610600" y="6356350"/>
            <a:ext cx="2743200" cy="365125"/>
          </a:xfrm>
        </p:spPr>
        <p:txBody>
          <a:bodyPr/>
          <a:lstStyle/>
          <a:p>
            <a:fld id="{CFDA0808-8B01-405B-8ED6-12013DCE0AF6}" type="slidenum">
              <a:rPr lang="zh-CN" altLang="en-US" smtClean="0"/>
            </a:fld>
            <a:endParaRPr lang="zh-CN" altLang="en-US"/>
          </a:p>
        </p:txBody>
      </p:sp>
      <p:sp>
        <p:nvSpPr>
          <p:cNvPr id="11" name="标题 10"/>
          <p:cNvSpPr>
            <a:spLocks noGrp="1"/>
          </p:cNvSpPr>
          <p:nvPr>
            <p:ph type="ctrTitle" idx="16385" hasCustomPrompt="1"/>
            <p:custDataLst>
              <p:tags r:id="rId5"/>
            </p:custDataLst>
          </p:nvPr>
        </p:nvSpPr>
        <p:spPr>
          <a:xfrm>
            <a:off x="609600" y="533400"/>
            <a:ext cx="10972800" cy="609600"/>
          </a:xfrm>
          <a:noFill/>
        </p:spPr>
        <p:txBody>
          <a:bodyPr lIns="0" tIns="0" rIns="0" bIns="0" anchor="t">
            <a:normAutofit/>
          </a:bodyPr>
          <a:lstStyle>
            <a:lvl1pPr marL="0" indent="0" algn="l">
              <a:lnSpc>
                <a:spcPct val="111000"/>
              </a:lnSpc>
              <a:spcBef>
                <a:spcPct val="0"/>
              </a:spcBef>
              <a:spcAft>
                <a:spcPct val="0"/>
              </a:spcAft>
              <a:buNone/>
              <a:defRPr sz="3600" b="0" spc="0">
                <a:solidFill>
                  <a:schemeClr val="tx1"/>
                </a:solidFill>
              </a:defRPr>
            </a:lvl1pPr>
          </a:lstStyle>
          <a:p>
            <a:r>
              <a:rPr lang="zh-CN" altLang="en-US"/>
              <a:t>单击此处添加标题</a:t>
            </a:r>
            <a:endParaRPr lang="zh-CN" altLang="en-US"/>
          </a:p>
        </p:txBody>
      </p:sp>
      <p:sp>
        <p:nvSpPr>
          <p:cNvPr id="12" name="内容占位符 11"/>
          <p:cNvSpPr>
            <a:spLocks noGrp="1"/>
          </p:cNvSpPr>
          <p:nvPr>
            <p:ph idx="16392" hasCustomPrompt="1"/>
            <p:custDataLst>
              <p:tags r:id="rId6"/>
            </p:custDataLst>
          </p:nvPr>
        </p:nvSpPr>
        <p:spPr>
          <a:xfrm>
            <a:off x="609600" y="1524000"/>
            <a:ext cx="3454400" cy="2032000"/>
          </a:xfrm>
          <a:custGeom>
            <a:avLst/>
            <a:gdLst>
              <a:gd name="connisteX0" fmla="*/ 0 w 3454400"/>
              <a:gd name="connsiteY0" fmla="*/ 203200 h 2032000"/>
              <a:gd name="connisteX1" fmla="*/ 203200 w 3454400"/>
              <a:gd name="connsiteY1" fmla="*/ 0 h 2032000"/>
              <a:gd name="connisteX2" fmla="*/ 3251200 w 3454400"/>
              <a:gd name="connsiteY2" fmla="*/ 0 h 2032000"/>
              <a:gd name="connisteX3" fmla="*/ 3454400 w 3454400"/>
              <a:gd name="connsiteY3" fmla="*/ 203200 h 2032000"/>
              <a:gd name="connisteX4" fmla="*/ 3454400 w 3454400"/>
              <a:gd name="connsiteY4" fmla="*/ 1828800 h 2032000"/>
              <a:gd name="connisteX5" fmla="*/ 3251200 w 3454400"/>
              <a:gd name="connsiteY5" fmla="*/ 2032000 h 2032000"/>
              <a:gd name="connisteX6" fmla="*/ 203200 w 3454400"/>
              <a:gd name="connsiteY6" fmla="*/ 2032000 h 2032000"/>
              <a:gd name="connisteX7" fmla="*/ 0 w 3454400"/>
              <a:gd name="connsiteY7" fmla="*/ 1828800 h 2032000"/>
              <a:gd name="connisteX8" fmla="*/ 0 w 3454400"/>
              <a:gd name="connsiteY8" fmla="*/ 203200 h 2032000"/>
            </a:gdLst>
            <a:ahLst/>
            <a:cxnLst>
              <a:cxn ang="0">
                <a:pos x="connisteX0" y="connsiteY0"/>
              </a:cxn>
              <a:cxn ang="0">
                <a:pos x="connisteX1" y="connsiteY1"/>
              </a:cxn>
              <a:cxn ang="0">
                <a:pos x="connisteX2" y="connsiteY2"/>
              </a:cxn>
              <a:cxn ang="0">
                <a:pos x="connisteX3" y="connsiteY3"/>
              </a:cxn>
              <a:cxn ang="0">
                <a:pos x="connisteX4" y="connsiteY4"/>
              </a:cxn>
              <a:cxn ang="0">
                <a:pos x="connisteX5" y="connsiteY5"/>
              </a:cxn>
              <a:cxn ang="0">
                <a:pos x="connisteX6" y="connsiteY6"/>
              </a:cxn>
              <a:cxn ang="0">
                <a:pos x="connisteX7" y="connsiteY7"/>
              </a:cxn>
              <a:cxn ang="0">
                <a:pos x="connisteX8" y="connsiteY8"/>
              </a:cxn>
            </a:cxnLst>
            <a:pathLst>
              <a:path w="3454400" h="2032000">
                <a:moveTo>
                  <a:pt x="0" y="203200"/>
                </a:moveTo>
                <a:cubicBezTo>
                  <a:pt x="0" y="90976"/>
                  <a:pt x="90976" y="0"/>
                  <a:pt x="203200" y="0"/>
                </a:cubicBezTo>
                <a:lnTo>
                  <a:pt x="3251200" y="0"/>
                </a:lnTo>
                <a:cubicBezTo>
                  <a:pt x="3363424" y="0"/>
                  <a:pt x="3454400" y="90976"/>
                  <a:pt x="3454400" y="203200"/>
                </a:cubicBezTo>
                <a:lnTo>
                  <a:pt x="3454400" y="1828800"/>
                </a:lnTo>
                <a:cubicBezTo>
                  <a:pt x="3454400" y="1941024"/>
                  <a:pt x="3363424" y="2032000"/>
                  <a:pt x="3251200" y="2032000"/>
                </a:cubicBezTo>
                <a:lnTo>
                  <a:pt x="203200" y="2032000"/>
                </a:lnTo>
                <a:cubicBezTo>
                  <a:pt x="90976" y="2032000"/>
                  <a:pt x="0" y="1941024"/>
                  <a:pt x="0" y="1828800"/>
                </a:cubicBezTo>
                <a:lnTo>
                  <a:pt x="0" y="203200"/>
                </a:lnTo>
                <a:close/>
              </a:path>
            </a:pathLst>
          </a:custGeom>
          <a:solidFill>
            <a:srgbClr val="DDDDDD"/>
          </a:solidFill>
          <a:ln>
            <a:noFill/>
          </a:ln>
        </p:spPr>
        <p:txBody>
          <a:bodyPr>
            <a:normAutofit/>
          </a:bodyPr>
          <a:lstStyle>
            <a:lvl1pPr>
              <a:buNone/>
              <a:defRPr/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zh-CN" altLang="en-US" smtClean="0"/>
              <a:t> </a:t>
            </a:r>
            <a:endParaRPr lang="zh-CN" altLang="en-US" smtClean="0"/>
          </a:p>
        </p:txBody>
      </p:sp>
      <p:sp>
        <p:nvSpPr>
          <p:cNvPr id="13" name="文本占位符 12"/>
          <p:cNvSpPr>
            <a:spLocks noGrp="1"/>
          </p:cNvSpPr>
          <p:nvPr>
            <p:ph type="body" idx="16386" hasCustomPrompt="1"/>
            <p:custDataLst>
              <p:tags r:id="rId7"/>
            </p:custDataLst>
          </p:nvPr>
        </p:nvSpPr>
        <p:spPr>
          <a:xfrm>
            <a:off x="609600" y="3860800"/>
            <a:ext cx="3454400" cy="406400"/>
          </a:xfrm>
          <a:noFill/>
        </p:spPr>
        <p:txBody>
          <a:bodyPr lIns="0" tIns="0" rIns="0" bIns="0" anchor="t">
            <a:normAutofit/>
          </a:bodyPr>
          <a:lstStyle>
            <a:lvl1pPr marL="0" indent="0" algn="l">
              <a:lnSpc>
                <a:spcPct val="111000"/>
              </a:lnSpc>
              <a:spcBef>
                <a:spcPct val="0"/>
              </a:spcBef>
              <a:spcAft>
                <a:spcPct val="0"/>
              </a:spcAft>
              <a:buNone/>
              <a:defRPr sz="2400" b="0" spc="0">
                <a:solidFill>
                  <a:schemeClr val="tx1"/>
                </a:solidFill>
              </a:defRPr>
            </a:lvl1pPr>
          </a:lstStyle>
          <a:p>
            <a:pPr lvl="0"/>
            <a:r>
              <a:rPr lang="zh-CN" altLang="en-US" smtClean="0"/>
              <a:t>单击此处添加项标题</a:t>
            </a:r>
            <a:endParaRPr lang="zh-CN" altLang="en-US" smtClean="0"/>
          </a:p>
        </p:txBody>
      </p:sp>
      <p:sp>
        <p:nvSpPr>
          <p:cNvPr id="14" name="文本占位符 13"/>
          <p:cNvSpPr>
            <a:spLocks noGrp="1"/>
          </p:cNvSpPr>
          <p:nvPr>
            <p:ph type="body" idx="16387" hasCustomPrompt="1"/>
            <p:custDataLst>
              <p:tags r:id="rId8"/>
            </p:custDataLst>
          </p:nvPr>
        </p:nvSpPr>
        <p:spPr>
          <a:xfrm>
            <a:off x="609600" y="4419600"/>
            <a:ext cx="3454400" cy="1828800"/>
          </a:xfrm>
          <a:noFill/>
        </p:spPr>
        <p:txBody>
          <a:bodyPr lIns="0" tIns="0" rIns="0" bIns="0" anchor="t">
            <a:normAutofit/>
          </a:bodyPr>
          <a:lstStyle>
            <a:lvl1pPr marL="0" indent="0" algn="l">
              <a:lnSpc>
                <a:spcPct val="125000"/>
              </a:lnSpc>
              <a:spcBef>
                <a:spcPct val="0"/>
              </a:spcBef>
              <a:spcAft>
                <a:spcPct val="0"/>
              </a:spcAft>
              <a:buNone/>
              <a:defRPr sz="1600" b="0" spc="0">
                <a:solidFill>
                  <a:schemeClr val="tx1"/>
                </a:solidFill>
              </a:defRPr>
            </a:lvl1pPr>
          </a:lstStyle>
          <a:p>
            <a:pPr lvl="0"/>
            <a:r>
              <a:rPr lang="zh-CN" altLang="en-US" smtClean="0"/>
              <a:t>单击此处添加项正文</a:t>
            </a:r>
            <a:endParaRPr lang="zh-CN" altLang="en-US" smtClean="0"/>
          </a:p>
        </p:txBody>
      </p:sp>
      <p:sp>
        <p:nvSpPr>
          <p:cNvPr id="15" name="内容占位符 14"/>
          <p:cNvSpPr>
            <a:spLocks noGrp="1"/>
          </p:cNvSpPr>
          <p:nvPr>
            <p:ph idx="16393" hasCustomPrompt="1"/>
            <p:custDataLst>
              <p:tags r:id="rId9"/>
            </p:custDataLst>
          </p:nvPr>
        </p:nvSpPr>
        <p:spPr>
          <a:xfrm>
            <a:off x="4368800" y="1524000"/>
            <a:ext cx="3454400" cy="2032000"/>
          </a:xfrm>
          <a:custGeom>
            <a:avLst/>
            <a:gdLst>
              <a:gd name="connisteX0" fmla="*/ 0 w 3454400"/>
              <a:gd name="connsiteY0" fmla="*/ 203200 h 2032000"/>
              <a:gd name="connisteX1" fmla="*/ 203200 w 3454400"/>
              <a:gd name="connsiteY1" fmla="*/ 0 h 2032000"/>
              <a:gd name="connisteX2" fmla="*/ 3251200 w 3454400"/>
              <a:gd name="connsiteY2" fmla="*/ 0 h 2032000"/>
              <a:gd name="connisteX3" fmla="*/ 3454400 w 3454400"/>
              <a:gd name="connsiteY3" fmla="*/ 203200 h 2032000"/>
              <a:gd name="connisteX4" fmla="*/ 3454400 w 3454400"/>
              <a:gd name="connsiteY4" fmla="*/ 1828800 h 2032000"/>
              <a:gd name="connisteX5" fmla="*/ 3251200 w 3454400"/>
              <a:gd name="connsiteY5" fmla="*/ 2032000 h 2032000"/>
              <a:gd name="connisteX6" fmla="*/ 203200 w 3454400"/>
              <a:gd name="connsiteY6" fmla="*/ 2032000 h 2032000"/>
              <a:gd name="connisteX7" fmla="*/ 0 w 3454400"/>
              <a:gd name="connsiteY7" fmla="*/ 1828800 h 2032000"/>
              <a:gd name="connisteX8" fmla="*/ 0 w 3454400"/>
              <a:gd name="connsiteY8" fmla="*/ 203200 h 2032000"/>
            </a:gdLst>
            <a:ahLst/>
            <a:cxnLst>
              <a:cxn ang="0">
                <a:pos x="connisteX0" y="connsiteY0"/>
              </a:cxn>
              <a:cxn ang="0">
                <a:pos x="connisteX1" y="connsiteY1"/>
              </a:cxn>
              <a:cxn ang="0">
                <a:pos x="connisteX2" y="connsiteY2"/>
              </a:cxn>
              <a:cxn ang="0">
                <a:pos x="connisteX3" y="connsiteY3"/>
              </a:cxn>
              <a:cxn ang="0">
                <a:pos x="connisteX4" y="connsiteY4"/>
              </a:cxn>
              <a:cxn ang="0">
                <a:pos x="connisteX5" y="connsiteY5"/>
              </a:cxn>
              <a:cxn ang="0">
                <a:pos x="connisteX6" y="connsiteY6"/>
              </a:cxn>
              <a:cxn ang="0">
                <a:pos x="connisteX7" y="connsiteY7"/>
              </a:cxn>
              <a:cxn ang="0">
                <a:pos x="connisteX8" y="connsiteY8"/>
              </a:cxn>
            </a:cxnLst>
            <a:pathLst>
              <a:path w="3454400" h="2032000">
                <a:moveTo>
                  <a:pt x="0" y="203200"/>
                </a:moveTo>
                <a:cubicBezTo>
                  <a:pt x="0" y="90976"/>
                  <a:pt x="90976" y="0"/>
                  <a:pt x="203200" y="0"/>
                </a:cubicBezTo>
                <a:lnTo>
                  <a:pt x="3251200" y="0"/>
                </a:lnTo>
                <a:cubicBezTo>
                  <a:pt x="3363424" y="0"/>
                  <a:pt x="3454400" y="90976"/>
                  <a:pt x="3454400" y="203200"/>
                </a:cubicBezTo>
                <a:lnTo>
                  <a:pt x="3454400" y="1828800"/>
                </a:lnTo>
                <a:cubicBezTo>
                  <a:pt x="3454400" y="1941024"/>
                  <a:pt x="3363424" y="2032000"/>
                  <a:pt x="3251200" y="2032000"/>
                </a:cubicBezTo>
                <a:lnTo>
                  <a:pt x="203200" y="2032000"/>
                </a:lnTo>
                <a:cubicBezTo>
                  <a:pt x="90976" y="2032000"/>
                  <a:pt x="0" y="1941024"/>
                  <a:pt x="0" y="1828800"/>
                </a:cubicBezTo>
                <a:lnTo>
                  <a:pt x="0" y="203200"/>
                </a:lnTo>
                <a:close/>
              </a:path>
            </a:pathLst>
          </a:custGeom>
          <a:solidFill>
            <a:srgbClr val="DDDDDD"/>
          </a:solidFill>
          <a:ln>
            <a:noFill/>
          </a:ln>
        </p:spPr>
        <p:txBody>
          <a:bodyPr>
            <a:normAutofit/>
          </a:bodyPr>
          <a:lstStyle>
            <a:lvl1pPr>
              <a:buNone/>
              <a:defRPr/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zh-CN" altLang="en-US" smtClean="0"/>
              <a:t> </a:t>
            </a:r>
            <a:endParaRPr lang="zh-CN" altLang="en-US" smtClean="0"/>
          </a:p>
        </p:txBody>
      </p:sp>
      <p:sp>
        <p:nvSpPr>
          <p:cNvPr id="16" name="文本占位符 15"/>
          <p:cNvSpPr>
            <a:spLocks noGrp="1"/>
          </p:cNvSpPr>
          <p:nvPr>
            <p:ph type="body" idx="16388" hasCustomPrompt="1"/>
            <p:custDataLst>
              <p:tags r:id="rId10"/>
            </p:custDataLst>
          </p:nvPr>
        </p:nvSpPr>
        <p:spPr>
          <a:xfrm>
            <a:off x="4368800" y="3860800"/>
            <a:ext cx="3454400" cy="406400"/>
          </a:xfrm>
          <a:noFill/>
        </p:spPr>
        <p:txBody>
          <a:bodyPr lIns="0" tIns="0" rIns="0" bIns="0" anchor="t">
            <a:normAutofit/>
          </a:bodyPr>
          <a:lstStyle>
            <a:lvl1pPr marL="0" indent="0" algn="l">
              <a:lnSpc>
                <a:spcPct val="111000"/>
              </a:lnSpc>
              <a:spcBef>
                <a:spcPct val="0"/>
              </a:spcBef>
              <a:spcAft>
                <a:spcPct val="0"/>
              </a:spcAft>
              <a:buNone/>
              <a:defRPr sz="2400" b="0" spc="0">
                <a:solidFill>
                  <a:schemeClr val="tx1"/>
                </a:solidFill>
              </a:defRPr>
            </a:lvl1pPr>
          </a:lstStyle>
          <a:p>
            <a:pPr lvl="0"/>
            <a:r>
              <a:rPr lang="zh-CN" altLang="en-US" smtClean="0"/>
              <a:t>单击此处添加项标题</a:t>
            </a:r>
            <a:endParaRPr lang="zh-CN" altLang="en-US" smtClean="0"/>
          </a:p>
        </p:txBody>
      </p:sp>
      <p:sp>
        <p:nvSpPr>
          <p:cNvPr id="17" name="文本占位符 16"/>
          <p:cNvSpPr>
            <a:spLocks noGrp="1"/>
          </p:cNvSpPr>
          <p:nvPr>
            <p:ph type="body" idx="16389" hasCustomPrompt="1"/>
            <p:custDataLst>
              <p:tags r:id="rId11"/>
            </p:custDataLst>
          </p:nvPr>
        </p:nvSpPr>
        <p:spPr>
          <a:xfrm>
            <a:off x="4368800" y="4419600"/>
            <a:ext cx="3454400" cy="1828800"/>
          </a:xfrm>
          <a:noFill/>
        </p:spPr>
        <p:txBody>
          <a:bodyPr lIns="0" tIns="0" rIns="0" bIns="0" anchor="t">
            <a:normAutofit/>
          </a:bodyPr>
          <a:lstStyle>
            <a:lvl1pPr marL="0" indent="0" algn="l">
              <a:lnSpc>
                <a:spcPct val="125000"/>
              </a:lnSpc>
              <a:spcBef>
                <a:spcPct val="0"/>
              </a:spcBef>
              <a:spcAft>
                <a:spcPct val="0"/>
              </a:spcAft>
              <a:buNone/>
              <a:defRPr sz="1600" b="0" spc="0">
                <a:solidFill>
                  <a:schemeClr val="tx1"/>
                </a:solidFill>
              </a:defRPr>
            </a:lvl1pPr>
          </a:lstStyle>
          <a:p>
            <a:pPr lvl="0"/>
            <a:r>
              <a:rPr lang="zh-CN" altLang="en-US" smtClean="0"/>
              <a:t>单击此处添加项正文</a:t>
            </a:r>
            <a:endParaRPr lang="zh-CN" altLang="en-US" smtClean="0"/>
          </a:p>
        </p:txBody>
      </p:sp>
      <p:sp>
        <p:nvSpPr>
          <p:cNvPr id="18" name="内容占位符 17"/>
          <p:cNvSpPr>
            <a:spLocks noGrp="1"/>
          </p:cNvSpPr>
          <p:nvPr>
            <p:ph idx="16394" hasCustomPrompt="1"/>
            <p:custDataLst>
              <p:tags r:id="rId12"/>
            </p:custDataLst>
          </p:nvPr>
        </p:nvSpPr>
        <p:spPr>
          <a:xfrm>
            <a:off x="8128000" y="1524000"/>
            <a:ext cx="3454400" cy="2032000"/>
          </a:xfrm>
          <a:custGeom>
            <a:avLst/>
            <a:gdLst>
              <a:gd name="connisteX0" fmla="*/ 0 w 3454400"/>
              <a:gd name="connsiteY0" fmla="*/ 203200 h 2032000"/>
              <a:gd name="connisteX1" fmla="*/ 203200 w 3454400"/>
              <a:gd name="connsiteY1" fmla="*/ 0 h 2032000"/>
              <a:gd name="connisteX2" fmla="*/ 3251200 w 3454400"/>
              <a:gd name="connsiteY2" fmla="*/ 0 h 2032000"/>
              <a:gd name="connisteX3" fmla="*/ 3454400 w 3454400"/>
              <a:gd name="connsiteY3" fmla="*/ 203200 h 2032000"/>
              <a:gd name="connisteX4" fmla="*/ 3454400 w 3454400"/>
              <a:gd name="connsiteY4" fmla="*/ 1828800 h 2032000"/>
              <a:gd name="connisteX5" fmla="*/ 3251200 w 3454400"/>
              <a:gd name="connsiteY5" fmla="*/ 2032000 h 2032000"/>
              <a:gd name="connisteX6" fmla="*/ 203200 w 3454400"/>
              <a:gd name="connsiteY6" fmla="*/ 2032000 h 2032000"/>
              <a:gd name="connisteX7" fmla="*/ 0 w 3454400"/>
              <a:gd name="connsiteY7" fmla="*/ 1828800 h 2032000"/>
              <a:gd name="connisteX8" fmla="*/ 0 w 3454400"/>
              <a:gd name="connsiteY8" fmla="*/ 203200 h 2032000"/>
            </a:gdLst>
            <a:ahLst/>
            <a:cxnLst>
              <a:cxn ang="0">
                <a:pos x="connisteX0" y="connsiteY0"/>
              </a:cxn>
              <a:cxn ang="0">
                <a:pos x="connisteX1" y="connsiteY1"/>
              </a:cxn>
              <a:cxn ang="0">
                <a:pos x="connisteX2" y="connsiteY2"/>
              </a:cxn>
              <a:cxn ang="0">
                <a:pos x="connisteX3" y="connsiteY3"/>
              </a:cxn>
              <a:cxn ang="0">
                <a:pos x="connisteX4" y="connsiteY4"/>
              </a:cxn>
              <a:cxn ang="0">
                <a:pos x="connisteX5" y="connsiteY5"/>
              </a:cxn>
              <a:cxn ang="0">
                <a:pos x="connisteX6" y="connsiteY6"/>
              </a:cxn>
              <a:cxn ang="0">
                <a:pos x="connisteX7" y="connsiteY7"/>
              </a:cxn>
              <a:cxn ang="0">
                <a:pos x="connisteX8" y="connsiteY8"/>
              </a:cxn>
            </a:cxnLst>
            <a:pathLst>
              <a:path w="3454400" h="2032000">
                <a:moveTo>
                  <a:pt x="0" y="203200"/>
                </a:moveTo>
                <a:cubicBezTo>
                  <a:pt x="0" y="90976"/>
                  <a:pt x="90976" y="0"/>
                  <a:pt x="203200" y="0"/>
                </a:cubicBezTo>
                <a:lnTo>
                  <a:pt x="3251200" y="0"/>
                </a:lnTo>
                <a:cubicBezTo>
                  <a:pt x="3363424" y="0"/>
                  <a:pt x="3454400" y="90976"/>
                  <a:pt x="3454400" y="203200"/>
                </a:cubicBezTo>
                <a:lnTo>
                  <a:pt x="3454400" y="1828800"/>
                </a:lnTo>
                <a:cubicBezTo>
                  <a:pt x="3454400" y="1941024"/>
                  <a:pt x="3363424" y="2032000"/>
                  <a:pt x="3251200" y="2032000"/>
                </a:cubicBezTo>
                <a:lnTo>
                  <a:pt x="203200" y="2032000"/>
                </a:lnTo>
                <a:cubicBezTo>
                  <a:pt x="90976" y="2032000"/>
                  <a:pt x="0" y="1941024"/>
                  <a:pt x="0" y="1828800"/>
                </a:cubicBezTo>
                <a:lnTo>
                  <a:pt x="0" y="203200"/>
                </a:lnTo>
                <a:close/>
              </a:path>
            </a:pathLst>
          </a:custGeom>
          <a:solidFill>
            <a:srgbClr val="DDDDDD"/>
          </a:solidFill>
          <a:ln>
            <a:noFill/>
          </a:ln>
        </p:spPr>
        <p:txBody>
          <a:bodyPr>
            <a:normAutofit/>
          </a:bodyPr>
          <a:lstStyle>
            <a:lvl1pPr>
              <a:buNone/>
              <a:defRPr/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zh-CN" altLang="en-US" smtClean="0"/>
              <a:t> </a:t>
            </a:r>
            <a:endParaRPr lang="zh-CN" altLang="en-US" smtClean="0"/>
          </a:p>
        </p:txBody>
      </p:sp>
      <p:sp>
        <p:nvSpPr>
          <p:cNvPr id="19" name="文本占位符 18"/>
          <p:cNvSpPr>
            <a:spLocks noGrp="1"/>
          </p:cNvSpPr>
          <p:nvPr>
            <p:ph type="body" idx="16390" hasCustomPrompt="1"/>
            <p:custDataLst>
              <p:tags r:id="rId13"/>
            </p:custDataLst>
          </p:nvPr>
        </p:nvSpPr>
        <p:spPr>
          <a:xfrm>
            <a:off x="8128000" y="3860800"/>
            <a:ext cx="3454400" cy="406400"/>
          </a:xfrm>
          <a:noFill/>
        </p:spPr>
        <p:txBody>
          <a:bodyPr lIns="0" tIns="0" rIns="0" bIns="0" anchor="t">
            <a:normAutofit/>
          </a:bodyPr>
          <a:lstStyle>
            <a:lvl1pPr marL="0" indent="0" algn="l">
              <a:lnSpc>
                <a:spcPct val="111000"/>
              </a:lnSpc>
              <a:spcBef>
                <a:spcPct val="0"/>
              </a:spcBef>
              <a:spcAft>
                <a:spcPct val="0"/>
              </a:spcAft>
              <a:buNone/>
              <a:defRPr sz="2400" b="0" spc="0">
                <a:solidFill>
                  <a:schemeClr val="tx1"/>
                </a:solidFill>
              </a:defRPr>
            </a:lvl1pPr>
          </a:lstStyle>
          <a:p>
            <a:pPr lvl="0"/>
            <a:r>
              <a:rPr lang="zh-CN" altLang="en-US" smtClean="0"/>
              <a:t>单击此处添加项标题</a:t>
            </a:r>
            <a:endParaRPr lang="zh-CN" altLang="en-US" smtClean="0"/>
          </a:p>
        </p:txBody>
      </p:sp>
      <p:sp>
        <p:nvSpPr>
          <p:cNvPr id="20" name="文本占位符 19"/>
          <p:cNvSpPr>
            <a:spLocks noGrp="1"/>
          </p:cNvSpPr>
          <p:nvPr>
            <p:ph type="body" idx="16391" hasCustomPrompt="1"/>
            <p:custDataLst>
              <p:tags r:id="rId14"/>
            </p:custDataLst>
          </p:nvPr>
        </p:nvSpPr>
        <p:spPr>
          <a:xfrm>
            <a:off x="8128000" y="4419600"/>
            <a:ext cx="3454400" cy="1828800"/>
          </a:xfrm>
          <a:noFill/>
        </p:spPr>
        <p:txBody>
          <a:bodyPr lIns="0" tIns="0" rIns="0" bIns="0" anchor="t">
            <a:normAutofit/>
          </a:bodyPr>
          <a:lstStyle>
            <a:lvl1pPr marL="0" indent="0" algn="l">
              <a:lnSpc>
                <a:spcPct val="125000"/>
              </a:lnSpc>
              <a:spcBef>
                <a:spcPct val="0"/>
              </a:spcBef>
              <a:spcAft>
                <a:spcPct val="0"/>
              </a:spcAft>
              <a:buNone/>
              <a:defRPr sz="1600" b="0" spc="0">
                <a:solidFill>
                  <a:schemeClr val="tx1"/>
                </a:solidFill>
              </a:defRPr>
            </a:lvl1pPr>
          </a:lstStyle>
          <a:p>
            <a:pPr lvl="0"/>
            <a:r>
              <a:rPr lang="zh-CN" altLang="en-US" smtClean="0"/>
              <a:t>单击此处添加项正文</a:t>
            </a:r>
            <a:endParaRPr lang="zh-CN" altLang="en-US" smtClean="0"/>
          </a:p>
        </p:txBody>
      </p:sp>
    </p:spTree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3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正文页-42_52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日期占位符 5"/>
          <p:cNvSpPr>
            <a:spLocks noGrp="1"/>
          </p:cNvSpPr>
          <p:nvPr>
            <p:ph type="dt" sz="half" idx="10"/>
            <p:custDataLst>
              <p:tags r:id="rId2"/>
            </p:custDataLst>
          </p:nvPr>
        </p:nvSpPr>
        <p:spPr>
          <a:xfrm>
            <a:off x="838200" y="6356350"/>
            <a:ext cx="2743200" cy="365125"/>
          </a:xfrm>
        </p:spPr>
        <p:txBody>
          <a:bodyPr/>
          <a:lstStyle/>
          <a:p>
            <a:fld id="{AFF1154F-E427-4513-B34B-94E36374A1AB}" type="datetimeFigureOut">
              <a:rPr lang="zh-CN" altLang="en-US" smtClean="0"/>
            </a:fld>
            <a:endParaRPr lang="zh-CN" altLang="en-US"/>
          </a:p>
        </p:txBody>
      </p:sp>
      <p:sp>
        <p:nvSpPr>
          <p:cNvPr id="9" name="页脚占位符 8"/>
          <p:cNvSpPr>
            <a:spLocks noGrp="1"/>
          </p:cNvSpPr>
          <p:nvPr>
            <p:ph type="ftr" sz="quarter" idx="11"/>
            <p:custDataLst>
              <p:tags r:id="rId3"/>
            </p:custDataLst>
          </p:nvPr>
        </p:nvSpPr>
        <p:spPr>
          <a:xfrm>
            <a:off x="4038600" y="6356350"/>
            <a:ext cx="4114800" cy="365125"/>
          </a:xfrm>
        </p:spPr>
        <p:txBody>
          <a:bodyPr/>
          <a:lstStyle/>
          <a:p>
            <a:endParaRPr lang="zh-CN" altLang="en-US"/>
          </a:p>
        </p:txBody>
      </p:sp>
      <p:sp>
        <p:nvSpPr>
          <p:cNvPr id="10" name="灯片编号占位符 9"/>
          <p:cNvSpPr>
            <a:spLocks noGrp="1"/>
          </p:cNvSpPr>
          <p:nvPr>
            <p:ph type="sldNum" sz="quarter" idx="12"/>
            <p:custDataLst>
              <p:tags r:id="rId4"/>
            </p:custDataLst>
          </p:nvPr>
        </p:nvSpPr>
        <p:spPr>
          <a:xfrm>
            <a:off x="8610600" y="6356350"/>
            <a:ext cx="2743200" cy="365125"/>
          </a:xfrm>
        </p:spPr>
        <p:txBody>
          <a:bodyPr/>
          <a:lstStyle/>
          <a:p>
            <a:fld id="{CFDA0808-8B01-405B-8ED6-12013DCE0AF6}" type="slidenum">
              <a:rPr lang="zh-CN" altLang="en-US" smtClean="0"/>
            </a:fld>
            <a:endParaRPr lang="zh-CN" altLang="en-US"/>
          </a:p>
        </p:txBody>
      </p:sp>
      <p:sp>
        <p:nvSpPr>
          <p:cNvPr id="11" name="标题 10"/>
          <p:cNvSpPr>
            <a:spLocks noGrp="1"/>
          </p:cNvSpPr>
          <p:nvPr>
            <p:ph type="ctrTitle" idx="16385" hasCustomPrompt="1"/>
            <p:custDataLst>
              <p:tags r:id="rId5"/>
            </p:custDataLst>
          </p:nvPr>
        </p:nvSpPr>
        <p:spPr>
          <a:xfrm>
            <a:off x="609600" y="533400"/>
            <a:ext cx="10972800" cy="609600"/>
          </a:xfrm>
          <a:noFill/>
        </p:spPr>
        <p:txBody>
          <a:bodyPr lIns="0" tIns="0" rIns="0" bIns="0" anchor="t">
            <a:normAutofit/>
          </a:bodyPr>
          <a:lstStyle>
            <a:lvl1pPr marL="0" indent="0" algn="l">
              <a:lnSpc>
                <a:spcPct val="111000"/>
              </a:lnSpc>
              <a:spcBef>
                <a:spcPct val="0"/>
              </a:spcBef>
              <a:spcAft>
                <a:spcPct val="0"/>
              </a:spcAft>
              <a:buNone/>
              <a:defRPr sz="3600" b="0" spc="0">
                <a:solidFill>
                  <a:schemeClr val="tx1"/>
                </a:solidFill>
              </a:defRPr>
            </a:lvl1pPr>
          </a:lstStyle>
          <a:p>
            <a:r>
              <a:rPr lang="zh-CN" altLang="en-US"/>
              <a:t>单击此处添加标题</a:t>
            </a:r>
            <a:endParaRPr lang="zh-CN" altLang="en-US"/>
          </a:p>
        </p:txBody>
      </p:sp>
      <p:sp>
        <p:nvSpPr>
          <p:cNvPr id="12" name="内容占位符 11"/>
          <p:cNvSpPr>
            <a:spLocks noGrp="1"/>
          </p:cNvSpPr>
          <p:nvPr>
            <p:ph idx="16392" hasCustomPrompt="1"/>
            <p:custDataLst>
              <p:tags r:id="rId6"/>
            </p:custDataLst>
          </p:nvPr>
        </p:nvSpPr>
        <p:spPr>
          <a:xfrm>
            <a:off x="609600" y="1524000"/>
            <a:ext cx="10972800" cy="2540000"/>
          </a:xfrm>
          <a:custGeom>
            <a:avLst/>
            <a:gdLst>
              <a:gd name="connisteX0" fmla="*/ 0 w 10972800"/>
              <a:gd name="connsiteY0" fmla="*/ 203200 h 2540000"/>
              <a:gd name="connisteX1" fmla="*/ 203200 w 10972800"/>
              <a:gd name="connsiteY1" fmla="*/ 0 h 2540000"/>
              <a:gd name="connisteX2" fmla="*/ 10769600 w 10972800"/>
              <a:gd name="connsiteY2" fmla="*/ 0 h 2540000"/>
              <a:gd name="connisteX3" fmla="*/ 10972800 w 10972800"/>
              <a:gd name="connsiteY3" fmla="*/ 203200 h 2540000"/>
              <a:gd name="connisteX4" fmla="*/ 10972800 w 10972800"/>
              <a:gd name="connsiteY4" fmla="*/ 2336800 h 2540000"/>
              <a:gd name="connisteX5" fmla="*/ 10769600 w 10972800"/>
              <a:gd name="connsiteY5" fmla="*/ 2540000 h 2540000"/>
              <a:gd name="connisteX6" fmla="*/ 203200 w 10972800"/>
              <a:gd name="connsiteY6" fmla="*/ 2540000 h 2540000"/>
              <a:gd name="connisteX7" fmla="*/ 0 w 10972800"/>
              <a:gd name="connsiteY7" fmla="*/ 2336800 h 2540000"/>
              <a:gd name="connisteX8" fmla="*/ 0 w 10972800"/>
              <a:gd name="connsiteY8" fmla="*/ 203200 h 2540000"/>
            </a:gdLst>
            <a:ahLst/>
            <a:cxnLst>
              <a:cxn ang="0">
                <a:pos x="connisteX0" y="connsiteY0"/>
              </a:cxn>
              <a:cxn ang="0">
                <a:pos x="connisteX1" y="connsiteY1"/>
              </a:cxn>
              <a:cxn ang="0">
                <a:pos x="connisteX2" y="connsiteY2"/>
              </a:cxn>
              <a:cxn ang="0">
                <a:pos x="connisteX3" y="connsiteY3"/>
              </a:cxn>
              <a:cxn ang="0">
                <a:pos x="connisteX4" y="connsiteY4"/>
              </a:cxn>
              <a:cxn ang="0">
                <a:pos x="connisteX5" y="connsiteY5"/>
              </a:cxn>
              <a:cxn ang="0">
                <a:pos x="connisteX6" y="connsiteY6"/>
              </a:cxn>
              <a:cxn ang="0">
                <a:pos x="connisteX7" y="connsiteY7"/>
              </a:cxn>
              <a:cxn ang="0">
                <a:pos x="connisteX8" y="connsiteY8"/>
              </a:cxn>
            </a:cxnLst>
            <a:pathLst>
              <a:path w="10972800" h="2540000">
                <a:moveTo>
                  <a:pt x="0" y="203200"/>
                </a:moveTo>
                <a:cubicBezTo>
                  <a:pt x="0" y="90976"/>
                  <a:pt x="90976" y="0"/>
                  <a:pt x="203200" y="0"/>
                </a:cubicBezTo>
                <a:lnTo>
                  <a:pt x="10769600" y="0"/>
                </a:lnTo>
                <a:cubicBezTo>
                  <a:pt x="10881824" y="0"/>
                  <a:pt x="10972800" y="90976"/>
                  <a:pt x="10972800" y="203200"/>
                </a:cubicBezTo>
                <a:lnTo>
                  <a:pt x="10972800" y="2336800"/>
                </a:lnTo>
                <a:cubicBezTo>
                  <a:pt x="10972800" y="2449024"/>
                  <a:pt x="10881824" y="2540000"/>
                  <a:pt x="10769600" y="2540000"/>
                </a:cubicBezTo>
                <a:lnTo>
                  <a:pt x="203200" y="2540000"/>
                </a:lnTo>
                <a:cubicBezTo>
                  <a:pt x="90976" y="2540000"/>
                  <a:pt x="0" y="2449024"/>
                  <a:pt x="0" y="2336800"/>
                </a:cubicBezTo>
                <a:lnTo>
                  <a:pt x="0" y="203200"/>
                </a:lnTo>
                <a:close/>
              </a:path>
            </a:pathLst>
          </a:custGeom>
          <a:solidFill>
            <a:srgbClr val="DDDDDD"/>
          </a:solidFill>
          <a:ln>
            <a:noFill/>
          </a:ln>
        </p:spPr>
        <p:txBody>
          <a:bodyPr>
            <a:normAutofit/>
          </a:bodyPr>
          <a:lstStyle>
            <a:lvl1pPr>
              <a:buNone/>
              <a:defRPr/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zh-CN" altLang="en-US" smtClean="0"/>
              <a:t> </a:t>
            </a:r>
            <a:endParaRPr lang="zh-CN" altLang="en-US" smtClean="0"/>
          </a:p>
        </p:txBody>
      </p:sp>
      <p:sp>
        <p:nvSpPr>
          <p:cNvPr id="13" name="装饰  2"/>
          <p:cNvSpPr>
            <a:spLocks noGrp="1"/>
          </p:cNvSpPr>
          <p:nvPr>
            <p:ph type="body" idx="16393" hasCustomPrompt="1"/>
            <p:custDataLst>
              <p:tags r:id="rId7"/>
            </p:custDataLst>
          </p:nvPr>
        </p:nvSpPr>
        <p:spPr>
          <a:xfrm>
            <a:off x="609600" y="4521200"/>
            <a:ext cx="50800" cy="1727200"/>
          </a:xfrm>
          <a:custGeom>
            <a:avLst/>
            <a:gdLst>
              <a:gd name="connisteX0" fmla="*/ 0 w 50800"/>
              <a:gd name="connsiteY0" fmla="*/ 25400 h 1727200"/>
              <a:gd name="connisteX1" fmla="*/ 25400 w 50800"/>
              <a:gd name="connsiteY1" fmla="*/ 0 h 1727200"/>
              <a:gd name="connisteX2" fmla="*/ 25400 w 50800"/>
              <a:gd name="connsiteY2" fmla="*/ 0 h 1727200"/>
              <a:gd name="connisteX3" fmla="*/ 50800 w 50800"/>
              <a:gd name="connsiteY3" fmla="*/ 25400 h 1727200"/>
              <a:gd name="connisteX4" fmla="*/ 50800 w 50800"/>
              <a:gd name="connsiteY4" fmla="*/ 1701800 h 1727200"/>
              <a:gd name="connisteX5" fmla="*/ 25400 w 50800"/>
              <a:gd name="connsiteY5" fmla="*/ 1727200 h 1727200"/>
              <a:gd name="connisteX6" fmla="*/ 25400 w 50800"/>
              <a:gd name="connsiteY6" fmla="*/ 1727200 h 1727200"/>
              <a:gd name="connisteX7" fmla="*/ 0 w 50800"/>
              <a:gd name="connsiteY7" fmla="*/ 1701800 h 1727200"/>
              <a:gd name="connisteX8" fmla="*/ 0 w 50800"/>
              <a:gd name="connsiteY8" fmla="*/ 25400 h 1727200"/>
            </a:gdLst>
            <a:ahLst/>
            <a:cxnLst>
              <a:cxn ang="0">
                <a:pos x="connisteX0" y="connsiteY0"/>
              </a:cxn>
              <a:cxn ang="0">
                <a:pos x="connisteX1" y="connsiteY1"/>
              </a:cxn>
              <a:cxn ang="0">
                <a:pos x="connisteX2" y="connsiteY2"/>
              </a:cxn>
              <a:cxn ang="0">
                <a:pos x="connisteX3" y="connsiteY3"/>
              </a:cxn>
              <a:cxn ang="0">
                <a:pos x="connisteX4" y="connsiteY4"/>
              </a:cxn>
              <a:cxn ang="0">
                <a:pos x="connisteX5" y="connsiteY5"/>
              </a:cxn>
              <a:cxn ang="0">
                <a:pos x="connisteX6" y="connsiteY6"/>
              </a:cxn>
              <a:cxn ang="0">
                <a:pos x="connisteX7" y="connsiteY7"/>
              </a:cxn>
              <a:cxn ang="0">
                <a:pos x="connisteX8" y="connsiteY8"/>
              </a:cxn>
            </a:cxnLst>
            <a:pathLst>
              <a:path w="50800" h="1727200">
                <a:moveTo>
                  <a:pt x="0" y="25400"/>
                </a:moveTo>
                <a:cubicBezTo>
                  <a:pt x="0" y="11372"/>
                  <a:pt x="11372" y="0"/>
                  <a:pt x="25400" y="0"/>
                </a:cubicBezTo>
                <a:lnTo>
                  <a:pt x="25400" y="0"/>
                </a:lnTo>
                <a:cubicBezTo>
                  <a:pt x="39428" y="0"/>
                  <a:pt x="50800" y="11372"/>
                  <a:pt x="50800" y="25400"/>
                </a:cubicBezTo>
                <a:lnTo>
                  <a:pt x="50800" y="1701800"/>
                </a:lnTo>
                <a:cubicBezTo>
                  <a:pt x="50800" y="1715828"/>
                  <a:pt x="39428" y="1727200"/>
                  <a:pt x="25400" y="1727200"/>
                </a:cubicBezTo>
                <a:lnTo>
                  <a:pt x="25400" y="1727200"/>
                </a:lnTo>
                <a:cubicBezTo>
                  <a:pt x="11372" y="1727200"/>
                  <a:pt x="0" y="1715828"/>
                  <a:pt x="0" y="1701800"/>
                </a:cubicBezTo>
                <a:lnTo>
                  <a:pt x="0" y="25400"/>
                </a:lnTo>
                <a:close/>
              </a:path>
            </a:pathLst>
          </a:custGeom>
          <a:solidFill>
            <a:schemeClr val="accent1"/>
          </a:solidFill>
          <a:ln>
            <a:solidFill>
              <a:prstClr val="black">
                <a:alpha val="0"/>
              </a:prstClr>
            </a:solidFill>
            <a:prstDash val="solid"/>
          </a:ln>
        </p:spPr>
        <p:txBody>
          <a:bodyPr>
            <a:noAutofit/>
          </a:bodyPr>
          <a:lstStyle>
            <a:lvl1pPr>
              <a:buNone/>
              <a:defRPr/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zh-CN" altLang="en-US" smtClean="0"/>
              <a:t> </a:t>
            </a:r>
            <a:endParaRPr lang="zh-CN" altLang="en-US" smtClean="0"/>
          </a:p>
        </p:txBody>
      </p:sp>
      <p:sp>
        <p:nvSpPr>
          <p:cNvPr id="14" name="文本占位符 13"/>
          <p:cNvSpPr>
            <a:spLocks noGrp="1"/>
          </p:cNvSpPr>
          <p:nvPr>
            <p:ph type="body" idx="16386" hasCustomPrompt="1"/>
            <p:custDataLst>
              <p:tags r:id="rId8"/>
            </p:custDataLst>
          </p:nvPr>
        </p:nvSpPr>
        <p:spPr>
          <a:xfrm>
            <a:off x="762000" y="4521200"/>
            <a:ext cx="3098800" cy="406400"/>
          </a:xfrm>
          <a:noFill/>
        </p:spPr>
        <p:txBody>
          <a:bodyPr lIns="0" tIns="0" rIns="0" bIns="0" anchor="t">
            <a:normAutofit/>
          </a:bodyPr>
          <a:lstStyle>
            <a:lvl1pPr marL="0" indent="0" algn="l">
              <a:lnSpc>
                <a:spcPct val="111000"/>
              </a:lnSpc>
              <a:spcBef>
                <a:spcPct val="0"/>
              </a:spcBef>
              <a:spcAft>
                <a:spcPct val="0"/>
              </a:spcAft>
              <a:buNone/>
              <a:defRPr sz="2400" b="0" spc="0">
                <a:solidFill>
                  <a:schemeClr val="tx1"/>
                </a:solidFill>
              </a:defRPr>
            </a:lvl1pPr>
          </a:lstStyle>
          <a:p>
            <a:pPr lvl="0"/>
            <a:r>
              <a:rPr lang="zh-CN" altLang="en-US" smtClean="0"/>
              <a:t>单击此处添加项标题</a:t>
            </a:r>
            <a:endParaRPr lang="zh-CN" altLang="en-US" smtClean="0"/>
          </a:p>
        </p:txBody>
      </p:sp>
      <p:sp>
        <p:nvSpPr>
          <p:cNvPr id="15" name="文本占位符 14"/>
          <p:cNvSpPr>
            <a:spLocks noGrp="1"/>
          </p:cNvSpPr>
          <p:nvPr>
            <p:ph type="body" idx="16387" hasCustomPrompt="1"/>
            <p:custDataLst>
              <p:tags r:id="rId9"/>
            </p:custDataLst>
          </p:nvPr>
        </p:nvSpPr>
        <p:spPr>
          <a:xfrm>
            <a:off x="762000" y="5029200"/>
            <a:ext cx="3098800" cy="1219200"/>
          </a:xfrm>
          <a:noFill/>
        </p:spPr>
        <p:txBody>
          <a:bodyPr lIns="0" tIns="0" rIns="0" bIns="0" anchor="t">
            <a:normAutofit/>
          </a:bodyPr>
          <a:lstStyle>
            <a:lvl1pPr marL="0" indent="0" algn="l">
              <a:lnSpc>
                <a:spcPct val="125000"/>
              </a:lnSpc>
              <a:spcBef>
                <a:spcPct val="0"/>
              </a:spcBef>
              <a:spcAft>
                <a:spcPct val="0"/>
              </a:spcAft>
              <a:buNone/>
              <a:defRPr sz="1600" b="0" spc="0">
                <a:solidFill>
                  <a:schemeClr val="tx1"/>
                </a:solidFill>
              </a:defRPr>
            </a:lvl1pPr>
          </a:lstStyle>
          <a:p>
            <a:pPr lvl="0"/>
            <a:r>
              <a:rPr lang="zh-CN" altLang="en-US" smtClean="0"/>
              <a:t>单击此处添加项正文</a:t>
            </a:r>
            <a:endParaRPr lang="zh-CN" altLang="en-US" smtClean="0"/>
          </a:p>
        </p:txBody>
      </p:sp>
      <p:sp>
        <p:nvSpPr>
          <p:cNvPr id="16" name="装饰  5"/>
          <p:cNvSpPr>
            <a:spLocks noGrp="1"/>
          </p:cNvSpPr>
          <p:nvPr>
            <p:ph type="body" idx="16394" hasCustomPrompt="1"/>
            <p:custDataLst>
              <p:tags r:id="rId10"/>
            </p:custDataLst>
          </p:nvPr>
        </p:nvSpPr>
        <p:spPr>
          <a:xfrm>
            <a:off x="4470400" y="4521200"/>
            <a:ext cx="50800" cy="1727200"/>
          </a:xfrm>
          <a:custGeom>
            <a:avLst/>
            <a:gdLst>
              <a:gd name="connisteX0" fmla="*/ 0 w 50800"/>
              <a:gd name="connsiteY0" fmla="*/ 25400 h 1727200"/>
              <a:gd name="connisteX1" fmla="*/ 25400 w 50800"/>
              <a:gd name="connsiteY1" fmla="*/ 0 h 1727200"/>
              <a:gd name="connisteX2" fmla="*/ 25400 w 50800"/>
              <a:gd name="connsiteY2" fmla="*/ 0 h 1727200"/>
              <a:gd name="connisteX3" fmla="*/ 50800 w 50800"/>
              <a:gd name="connsiteY3" fmla="*/ 25400 h 1727200"/>
              <a:gd name="connisteX4" fmla="*/ 50800 w 50800"/>
              <a:gd name="connsiteY4" fmla="*/ 1701800 h 1727200"/>
              <a:gd name="connisteX5" fmla="*/ 25400 w 50800"/>
              <a:gd name="connsiteY5" fmla="*/ 1727200 h 1727200"/>
              <a:gd name="connisteX6" fmla="*/ 25400 w 50800"/>
              <a:gd name="connsiteY6" fmla="*/ 1727200 h 1727200"/>
              <a:gd name="connisteX7" fmla="*/ 0 w 50800"/>
              <a:gd name="connsiteY7" fmla="*/ 1701800 h 1727200"/>
              <a:gd name="connisteX8" fmla="*/ 0 w 50800"/>
              <a:gd name="connsiteY8" fmla="*/ 25400 h 1727200"/>
            </a:gdLst>
            <a:ahLst/>
            <a:cxnLst>
              <a:cxn ang="0">
                <a:pos x="connisteX0" y="connsiteY0"/>
              </a:cxn>
              <a:cxn ang="0">
                <a:pos x="connisteX1" y="connsiteY1"/>
              </a:cxn>
              <a:cxn ang="0">
                <a:pos x="connisteX2" y="connsiteY2"/>
              </a:cxn>
              <a:cxn ang="0">
                <a:pos x="connisteX3" y="connsiteY3"/>
              </a:cxn>
              <a:cxn ang="0">
                <a:pos x="connisteX4" y="connsiteY4"/>
              </a:cxn>
              <a:cxn ang="0">
                <a:pos x="connisteX5" y="connsiteY5"/>
              </a:cxn>
              <a:cxn ang="0">
                <a:pos x="connisteX6" y="connsiteY6"/>
              </a:cxn>
              <a:cxn ang="0">
                <a:pos x="connisteX7" y="connsiteY7"/>
              </a:cxn>
              <a:cxn ang="0">
                <a:pos x="connisteX8" y="connsiteY8"/>
              </a:cxn>
            </a:cxnLst>
            <a:pathLst>
              <a:path w="50800" h="1727200">
                <a:moveTo>
                  <a:pt x="0" y="25400"/>
                </a:moveTo>
                <a:cubicBezTo>
                  <a:pt x="0" y="11372"/>
                  <a:pt x="11372" y="0"/>
                  <a:pt x="25400" y="0"/>
                </a:cubicBezTo>
                <a:lnTo>
                  <a:pt x="25400" y="0"/>
                </a:lnTo>
                <a:cubicBezTo>
                  <a:pt x="39428" y="0"/>
                  <a:pt x="50800" y="11372"/>
                  <a:pt x="50800" y="25400"/>
                </a:cubicBezTo>
                <a:lnTo>
                  <a:pt x="50800" y="1701800"/>
                </a:lnTo>
                <a:cubicBezTo>
                  <a:pt x="50800" y="1715828"/>
                  <a:pt x="39428" y="1727200"/>
                  <a:pt x="25400" y="1727200"/>
                </a:cubicBezTo>
                <a:lnTo>
                  <a:pt x="25400" y="1727200"/>
                </a:lnTo>
                <a:cubicBezTo>
                  <a:pt x="11372" y="1727200"/>
                  <a:pt x="0" y="1715828"/>
                  <a:pt x="0" y="1701800"/>
                </a:cubicBezTo>
                <a:lnTo>
                  <a:pt x="0" y="25400"/>
                </a:lnTo>
                <a:close/>
              </a:path>
            </a:pathLst>
          </a:custGeom>
          <a:solidFill>
            <a:schemeClr val="accent1"/>
          </a:solidFill>
          <a:ln>
            <a:solidFill>
              <a:prstClr val="black">
                <a:alpha val="0"/>
              </a:prstClr>
            </a:solidFill>
            <a:prstDash val="solid"/>
          </a:ln>
        </p:spPr>
        <p:txBody>
          <a:bodyPr>
            <a:noAutofit/>
          </a:bodyPr>
          <a:lstStyle>
            <a:lvl1pPr>
              <a:buNone/>
              <a:defRPr/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zh-CN" altLang="en-US" smtClean="0"/>
              <a:t> </a:t>
            </a:r>
            <a:endParaRPr lang="zh-CN" altLang="en-US" smtClean="0"/>
          </a:p>
        </p:txBody>
      </p:sp>
      <p:sp>
        <p:nvSpPr>
          <p:cNvPr id="17" name="文本占位符 16"/>
          <p:cNvSpPr>
            <a:spLocks noGrp="1"/>
          </p:cNvSpPr>
          <p:nvPr>
            <p:ph type="body" idx="16388" hasCustomPrompt="1"/>
            <p:custDataLst>
              <p:tags r:id="rId11"/>
            </p:custDataLst>
          </p:nvPr>
        </p:nvSpPr>
        <p:spPr>
          <a:xfrm>
            <a:off x="4622800" y="4521200"/>
            <a:ext cx="3098800" cy="406400"/>
          </a:xfrm>
          <a:noFill/>
        </p:spPr>
        <p:txBody>
          <a:bodyPr lIns="0" tIns="0" rIns="0" bIns="0" anchor="t">
            <a:normAutofit/>
          </a:bodyPr>
          <a:lstStyle>
            <a:lvl1pPr marL="0" indent="0" algn="l">
              <a:lnSpc>
                <a:spcPct val="111000"/>
              </a:lnSpc>
              <a:spcBef>
                <a:spcPct val="0"/>
              </a:spcBef>
              <a:spcAft>
                <a:spcPct val="0"/>
              </a:spcAft>
              <a:buNone/>
              <a:defRPr sz="2400" b="0" spc="0">
                <a:solidFill>
                  <a:schemeClr val="tx1"/>
                </a:solidFill>
              </a:defRPr>
            </a:lvl1pPr>
          </a:lstStyle>
          <a:p>
            <a:pPr lvl="0"/>
            <a:r>
              <a:rPr lang="zh-CN" altLang="en-US" smtClean="0"/>
              <a:t>单击此处添加项标题</a:t>
            </a:r>
            <a:endParaRPr lang="zh-CN" altLang="en-US" smtClean="0"/>
          </a:p>
        </p:txBody>
      </p:sp>
      <p:sp>
        <p:nvSpPr>
          <p:cNvPr id="18" name="文本占位符 17"/>
          <p:cNvSpPr>
            <a:spLocks noGrp="1"/>
          </p:cNvSpPr>
          <p:nvPr>
            <p:ph type="body" idx="16389" hasCustomPrompt="1"/>
            <p:custDataLst>
              <p:tags r:id="rId12"/>
            </p:custDataLst>
          </p:nvPr>
        </p:nvSpPr>
        <p:spPr>
          <a:xfrm>
            <a:off x="4622800" y="5029200"/>
            <a:ext cx="3098800" cy="1219200"/>
          </a:xfrm>
          <a:noFill/>
        </p:spPr>
        <p:txBody>
          <a:bodyPr lIns="0" tIns="0" rIns="0" bIns="0" anchor="t">
            <a:normAutofit/>
          </a:bodyPr>
          <a:lstStyle>
            <a:lvl1pPr marL="0" indent="0" algn="l">
              <a:lnSpc>
                <a:spcPct val="125000"/>
              </a:lnSpc>
              <a:spcBef>
                <a:spcPct val="0"/>
              </a:spcBef>
              <a:spcAft>
                <a:spcPct val="0"/>
              </a:spcAft>
              <a:buNone/>
              <a:defRPr sz="1600" b="0" spc="0">
                <a:solidFill>
                  <a:schemeClr val="tx1"/>
                </a:solidFill>
              </a:defRPr>
            </a:lvl1pPr>
          </a:lstStyle>
          <a:p>
            <a:pPr lvl="0"/>
            <a:r>
              <a:rPr lang="zh-CN" altLang="en-US" smtClean="0"/>
              <a:t>单击此处添加项正文</a:t>
            </a:r>
            <a:endParaRPr lang="zh-CN" altLang="en-US" smtClean="0"/>
          </a:p>
        </p:txBody>
      </p:sp>
      <p:sp>
        <p:nvSpPr>
          <p:cNvPr id="19" name="装饰  8"/>
          <p:cNvSpPr>
            <a:spLocks noGrp="1"/>
          </p:cNvSpPr>
          <p:nvPr>
            <p:ph type="body" idx="16395" hasCustomPrompt="1"/>
            <p:custDataLst>
              <p:tags r:id="rId13"/>
            </p:custDataLst>
          </p:nvPr>
        </p:nvSpPr>
        <p:spPr>
          <a:xfrm>
            <a:off x="8331200" y="4521200"/>
            <a:ext cx="50800" cy="1727200"/>
          </a:xfrm>
          <a:custGeom>
            <a:avLst/>
            <a:gdLst>
              <a:gd name="connisteX0" fmla="*/ 0 w 50800"/>
              <a:gd name="connsiteY0" fmla="*/ 25400 h 1727200"/>
              <a:gd name="connisteX1" fmla="*/ 25400 w 50800"/>
              <a:gd name="connsiteY1" fmla="*/ 0 h 1727200"/>
              <a:gd name="connisteX2" fmla="*/ 25400 w 50800"/>
              <a:gd name="connsiteY2" fmla="*/ 0 h 1727200"/>
              <a:gd name="connisteX3" fmla="*/ 50800 w 50800"/>
              <a:gd name="connsiteY3" fmla="*/ 25400 h 1727200"/>
              <a:gd name="connisteX4" fmla="*/ 50800 w 50800"/>
              <a:gd name="connsiteY4" fmla="*/ 1701800 h 1727200"/>
              <a:gd name="connisteX5" fmla="*/ 25400 w 50800"/>
              <a:gd name="connsiteY5" fmla="*/ 1727200 h 1727200"/>
              <a:gd name="connisteX6" fmla="*/ 25400 w 50800"/>
              <a:gd name="connsiteY6" fmla="*/ 1727200 h 1727200"/>
              <a:gd name="connisteX7" fmla="*/ 0 w 50800"/>
              <a:gd name="connsiteY7" fmla="*/ 1701800 h 1727200"/>
              <a:gd name="connisteX8" fmla="*/ 0 w 50800"/>
              <a:gd name="connsiteY8" fmla="*/ 25400 h 1727200"/>
            </a:gdLst>
            <a:ahLst/>
            <a:cxnLst>
              <a:cxn ang="0">
                <a:pos x="connisteX0" y="connsiteY0"/>
              </a:cxn>
              <a:cxn ang="0">
                <a:pos x="connisteX1" y="connsiteY1"/>
              </a:cxn>
              <a:cxn ang="0">
                <a:pos x="connisteX2" y="connsiteY2"/>
              </a:cxn>
              <a:cxn ang="0">
                <a:pos x="connisteX3" y="connsiteY3"/>
              </a:cxn>
              <a:cxn ang="0">
                <a:pos x="connisteX4" y="connsiteY4"/>
              </a:cxn>
              <a:cxn ang="0">
                <a:pos x="connisteX5" y="connsiteY5"/>
              </a:cxn>
              <a:cxn ang="0">
                <a:pos x="connisteX6" y="connsiteY6"/>
              </a:cxn>
              <a:cxn ang="0">
                <a:pos x="connisteX7" y="connsiteY7"/>
              </a:cxn>
              <a:cxn ang="0">
                <a:pos x="connisteX8" y="connsiteY8"/>
              </a:cxn>
            </a:cxnLst>
            <a:pathLst>
              <a:path w="50800" h="1727200">
                <a:moveTo>
                  <a:pt x="0" y="25400"/>
                </a:moveTo>
                <a:cubicBezTo>
                  <a:pt x="0" y="11372"/>
                  <a:pt x="11372" y="0"/>
                  <a:pt x="25400" y="0"/>
                </a:cubicBezTo>
                <a:lnTo>
                  <a:pt x="25400" y="0"/>
                </a:lnTo>
                <a:cubicBezTo>
                  <a:pt x="39428" y="0"/>
                  <a:pt x="50800" y="11372"/>
                  <a:pt x="50800" y="25400"/>
                </a:cubicBezTo>
                <a:lnTo>
                  <a:pt x="50800" y="1701800"/>
                </a:lnTo>
                <a:cubicBezTo>
                  <a:pt x="50800" y="1715828"/>
                  <a:pt x="39428" y="1727200"/>
                  <a:pt x="25400" y="1727200"/>
                </a:cubicBezTo>
                <a:lnTo>
                  <a:pt x="25400" y="1727200"/>
                </a:lnTo>
                <a:cubicBezTo>
                  <a:pt x="11372" y="1727200"/>
                  <a:pt x="0" y="1715828"/>
                  <a:pt x="0" y="1701800"/>
                </a:cubicBezTo>
                <a:lnTo>
                  <a:pt x="0" y="25400"/>
                </a:lnTo>
                <a:close/>
              </a:path>
            </a:pathLst>
          </a:custGeom>
          <a:solidFill>
            <a:schemeClr val="accent1"/>
          </a:solidFill>
          <a:ln>
            <a:solidFill>
              <a:prstClr val="black">
                <a:alpha val="0"/>
              </a:prstClr>
            </a:solidFill>
            <a:prstDash val="solid"/>
          </a:ln>
        </p:spPr>
        <p:txBody>
          <a:bodyPr>
            <a:noAutofit/>
          </a:bodyPr>
          <a:lstStyle>
            <a:lvl1pPr>
              <a:buNone/>
              <a:defRPr/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zh-CN" altLang="en-US" smtClean="0"/>
              <a:t> </a:t>
            </a:r>
            <a:endParaRPr lang="zh-CN" altLang="en-US" smtClean="0"/>
          </a:p>
        </p:txBody>
      </p:sp>
      <p:sp>
        <p:nvSpPr>
          <p:cNvPr id="20" name="文本占位符 19"/>
          <p:cNvSpPr>
            <a:spLocks noGrp="1"/>
          </p:cNvSpPr>
          <p:nvPr>
            <p:ph type="body" idx="16390" hasCustomPrompt="1"/>
            <p:custDataLst>
              <p:tags r:id="rId14"/>
            </p:custDataLst>
          </p:nvPr>
        </p:nvSpPr>
        <p:spPr>
          <a:xfrm>
            <a:off x="8483600" y="4521200"/>
            <a:ext cx="3098800" cy="406400"/>
          </a:xfrm>
          <a:noFill/>
        </p:spPr>
        <p:txBody>
          <a:bodyPr lIns="0" tIns="0" rIns="0" bIns="0" anchor="t">
            <a:normAutofit/>
          </a:bodyPr>
          <a:lstStyle>
            <a:lvl1pPr marL="0" indent="0" algn="l">
              <a:lnSpc>
                <a:spcPct val="111000"/>
              </a:lnSpc>
              <a:spcBef>
                <a:spcPct val="0"/>
              </a:spcBef>
              <a:spcAft>
                <a:spcPct val="0"/>
              </a:spcAft>
              <a:buNone/>
              <a:defRPr sz="2400" b="0" spc="0">
                <a:solidFill>
                  <a:schemeClr val="tx1"/>
                </a:solidFill>
              </a:defRPr>
            </a:lvl1pPr>
          </a:lstStyle>
          <a:p>
            <a:pPr lvl="0"/>
            <a:r>
              <a:rPr lang="zh-CN" altLang="en-US" smtClean="0"/>
              <a:t>单击此处添加项标题</a:t>
            </a:r>
            <a:endParaRPr lang="zh-CN" altLang="en-US" smtClean="0"/>
          </a:p>
        </p:txBody>
      </p:sp>
      <p:sp>
        <p:nvSpPr>
          <p:cNvPr id="21" name="文本占位符 20"/>
          <p:cNvSpPr>
            <a:spLocks noGrp="1"/>
          </p:cNvSpPr>
          <p:nvPr>
            <p:ph type="body" idx="16391" hasCustomPrompt="1"/>
            <p:custDataLst>
              <p:tags r:id="rId15"/>
            </p:custDataLst>
          </p:nvPr>
        </p:nvSpPr>
        <p:spPr>
          <a:xfrm>
            <a:off x="8483600" y="5029200"/>
            <a:ext cx="3098800" cy="1219200"/>
          </a:xfrm>
          <a:noFill/>
        </p:spPr>
        <p:txBody>
          <a:bodyPr lIns="0" tIns="0" rIns="0" bIns="0" anchor="t">
            <a:normAutofit/>
          </a:bodyPr>
          <a:lstStyle>
            <a:lvl1pPr marL="0" indent="0" algn="l">
              <a:lnSpc>
                <a:spcPct val="125000"/>
              </a:lnSpc>
              <a:spcBef>
                <a:spcPct val="0"/>
              </a:spcBef>
              <a:spcAft>
                <a:spcPct val="0"/>
              </a:spcAft>
              <a:buNone/>
              <a:defRPr sz="1600" b="0" spc="0">
                <a:solidFill>
                  <a:schemeClr val="tx1"/>
                </a:solidFill>
              </a:defRPr>
            </a:lvl1pPr>
          </a:lstStyle>
          <a:p>
            <a:pPr lvl="0"/>
            <a:r>
              <a:rPr lang="zh-CN" altLang="en-US" smtClean="0"/>
              <a:t>单击此处添加项正文</a:t>
            </a:r>
            <a:endParaRPr lang="zh-CN" altLang="en-US" smtClean="0"/>
          </a:p>
        </p:txBody>
      </p:sp>
    </p:spTree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4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正文页-53_12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日期占位符 5"/>
          <p:cNvSpPr>
            <a:spLocks noGrp="1"/>
          </p:cNvSpPr>
          <p:nvPr>
            <p:ph type="dt" sz="half" idx="10"/>
            <p:custDataLst>
              <p:tags r:id="rId2"/>
            </p:custDataLst>
          </p:nvPr>
        </p:nvSpPr>
        <p:spPr>
          <a:xfrm>
            <a:off x="838200" y="6356350"/>
            <a:ext cx="2743200" cy="365125"/>
          </a:xfrm>
        </p:spPr>
        <p:txBody>
          <a:bodyPr/>
          <a:lstStyle/>
          <a:p>
            <a:fld id="{AFF1154F-E427-4513-B34B-94E36374A1AB}" type="datetimeFigureOut">
              <a:rPr lang="zh-CN" altLang="en-US" smtClean="0"/>
            </a:fld>
            <a:endParaRPr lang="zh-CN" altLang="en-US"/>
          </a:p>
        </p:txBody>
      </p:sp>
      <p:sp>
        <p:nvSpPr>
          <p:cNvPr id="9" name="页脚占位符 8"/>
          <p:cNvSpPr>
            <a:spLocks noGrp="1"/>
          </p:cNvSpPr>
          <p:nvPr>
            <p:ph type="ftr" sz="quarter" idx="11"/>
            <p:custDataLst>
              <p:tags r:id="rId3"/>
            </p:custDataLst>
          </p:nvPr>
        </p:nvSpPr>
        <p:spPr>
          <a:xfrm>
            <a:off x="4038600" y="6356350"/>
            <a:ext cx="4114800" cy="365125"/>
          </a:xfrm>
        </p:spPr>
        <p:txBody>
          <a:bodyPr/>
          <a:lstStyle/>
          <a:p>
            <a:endParaRPr lang="zh-CN" altLang="en-US"/>
          </a:p>
        </p:txBody>
      </p:sp>
      <p:sp>
        <p:nvSpPr>
          <p:cNvPr id="10" name="灯片编号占位符 9"/>
          <p:cNvSpPr>
            <a:spLocks noGrp="1"/>
          </p:cNvSpPr>
          <p:nvPr>
            <p:ph type="sldNum" sz="quarter" idx="12"/>
            <p:custDataLst>
              <p:tags r:id="rId4"/>
            </p:custDataLst>
          </p:nvPr>
        </p:nvSpPr>
        <p:spPr>
          <a:xfrm>
            <a:off x="8610600" y="6356350"/>
            <a:ext cx="2743200" cy="365125"/>
          </a:xfrm>
        </p:spPr>
        <p:txBody>
          <a:bodyPr/>
          <a:lstStyle/>
          <a:p>
            <a:fld id="{CFDA0808-8B01-405B-8ED6-12013DCE0AF6}" type="slidenum">
              <a:rPr lang="zh-CN" altLang="en-US" smtClean="0"/>
            </a:fld>
            <a:endParaRPr lang="zh-CN" altLang="en-US"/>
          </a:p>
        </p:txBody>
      </p:sp>
      <p:sp>
        <p:nvSpPr>
          <p:cNvPr id="11" name="标题 10"/>
          <p:cNvSpPr>
            <a:spLocks noGrp="1"/>
          </p:cNvSpPr>
          <p:nvPr>
            <p:ph type="ctrTitle" idx="16385" hasCustomPrompt="1"/>
            <p:custDataLst>
              <p:tags r:id="rId5"/>
            </p:custDataLst>
          </p:nvPr>
        </p:nvSpPr>
        <p:spPr>
          <a:xfrm>
            <a:off x="609600" y="533400"/>
            <a:ext cx="10972800" cy="609600"/>
          </a:xfrm>
          <a:noFill/>
        </p:spPr>
        <p:txBody>
          <a:bodyPr lIns="0" tIns="0" rIns="0" bIns="0" anchor="t">
            <a:normAutofit/>
          </a:bodyPr>
          <a:lstStyle>
            <a:lvl1pPr marL="0" indent="0" algn="l">
              <a:lnSpc>
                <a:spcPct val="111000"/>
              </a:lnSpc>
              <a:spcBef>
                <a:spcPct val="0"/>
              </a:spcBef>
              <a:spcAft>
                <a:spcPct val="0"/>
              </a:spcAft>
              <a:buNone/>
              <a:defRPr sz="3600" b="0" spc="0">
                <a:solidFill>
                  <a:schemeClr val="tx1"/>
                </a:solidFill>
              </a:defRPr>
            </a:lvl1pPr>
          </a:lstStyle>
          <a:p>
            <a:r>
              <a:rPr lang="zh-CN" altLang="en-US"/>
              <a:t>单击此处添加标题</a:t>
            </a:r>
            <a:endParaRPr lang="zh-CN" altLang="en-US"/>
          </a:p>
        </p:txBody>
      </p:sp>
      <p:sp>
        <p:nvSpPr>
          <p:cNvPr id="12" name="装饰  1"/>
          <p:cNvSpPr>
            <a:spLocks noGrp="1"/>
          </p:cNvSpPr>
          <p:nvPr>
            <p:ph type="body" idx="16392" hasCustomPrompt="1"/>
            <p:custDataLst>
              <p:tags r:id="rId6"/>
            </p:custDataLst>
          </p:nvPr>
        </p:nvSpPr>
        <p:spPr>
          <a:xfrm>
            <a:off x="609600" y="3556000"/>
            <a:ext cx="3454400" cy="2692400"/>
          </a:xfrm>
          <a:custGeom>
            <a:avLst/>
            <a:gdLst>
              <a:gd name="connisteX0" fmla="*/ 0 w 3454400"/>
              <a:gd name="connsiteY0" fmla="*/ 0 h 2692400"/>
              <a:gd name="connisteX1" fmla="*/ 3454400 w 3454400"/>
              <a:gd name="connsiteY1" fmla="*/ 0 h 2692400"/>
              <a:gd name="connisteX2" fmla="*/ 3454400 w 3454400"/>
              <a:gd name="connsiteY2" fmla="*/ 2489200 h 2692400"/>
              <a:gd name="connisteX3" fmla="*/ 3251200 w 3454400"/>
              <a:gd name="connsiteY3" fmla="*/ 2692400 h 2692400"/>
              <a:gd name="connisteX4" fmla="*/ 203200 w 3454400"/>
              <a:gd name="connsiteY4" fmla="*/ 2692400 h 2692400"/>
              <a:gd name="connisteX5" fmla="*/ 0 w 3454400"/>
              <a:gd name="connsiteY5" fmla="*/ 2489200 h 2692400"/>
              <a:gd name="connisteX6" fmla="*/ 0 w 3454400"/>
              <a:gd name="connsiteY6" fmla="*/ 0 h 2692400"/>
            </a:gdLst>
            <a:ahLst/>
            <a:cxnLst>
              <a:cxn ang="0">
                <a:pos x="connisteX0" y="connsiteY0"/>
              </a:cxn>
              <a:cxn ang="0">
                <a:pos x="connisteX1" y="connsiteY1"/>
              </a:cxn>
              <a:cxn ang="0">
                <a:pos x="connisteX2" y="connsiteY2"/>
              </a:cxn>
              <a:cxn ang="0">
                <a:pos x="connisteX3" y="connsiteY3"/>
              </a:cxn>
              <a:cxn ang="0">
                <a:pos x="connisteX4" y="connsiteY4"/>
              </a:cxn>
              <a:cxn ang="0">
                <a:pos x="connisteX5" y="connsiteY5"/>
              </a:cxn>
              <a:cxn ang="0">
                <a:pos x="connisteX6" y="connsiteY6"/>
              </a:cxn>
            </a:cxnLst>
            <a:pathLst>
              <a:path w="3454400" h="2692400">
                <a:moveTo>
                  <a:pt x="0" y="0"/>
                </a:moveTo>
                <a:lnTo>
                  <a:pt x="3454400" y="0"/>
                </a:lnTo>
                <a:lnTo>
                  <a:pt x="3454400" y="2489200"/>
                </a:lnTo>
                <a:cubicBezTo>
                  <a:pt x="3454400" y="2601424"/>
                  <a:pt x="3363424" y="2692400"/>
                  <a:pt x="3251200" y="2692400"/>
                </a:cubicBezTo>
                <a:lnTo>
                  <a:pt x="203200" y="2692400"/>
                </a:lnTo>
                <a:cubicBezTo>
                  <a:pt x="90976" y="2692400"/>
                  <a:pt x="0" y="2601424"/>
                  <a:pt x="0" y="2489200"/>
                </a:cubicBezTo>
                <a:lnTo>
                  <a:pt x="0" y="0"/>
                </a:lnTo>
                <a:close/>
              </a:path>
            </a:pathLst>
          </a:custGeom>
          <a:gradFill>
            <a:gsLst>
              <a:gs pos="0">
                <a:schemeClr val="accent1">
                  <a:lumMod val="10000"/>
                  <a:lumOff val="90000"/>
                </a:schemeClr>
              </a:gs>
              <a:gs pos="100000">
                <a:schemeClr val="accent1">
                  <a:lumMod val="10000"/>
                  <a:lumOff val="90000"/>
                </a:schemeClr>
              </a:gs>
            </a:gsLst>
            <a:lin ang="5400000"/>
          </a:gradFill>
          <a:ln>
            <a:solidFill>
              <a:prstClr val="black">
                <a:alpha val="0"/>
              </a:prstClr>
            </a:solidFill>
            <a:prstDash val="solid"/>
          </a:ln>
        </p:spPr>
        <p:txBody>
          <a:bodyPr>
            <a:noAutofit/>
          </a:bodyPr>
          <a:lstStyle>
            <a:lvl1pPr>
              <a:buNone/>
              <a:defRPr/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zh-CN" altLang="en-US" smtClean="0"/>
              <a:t> </a:t>
            </a:r>
            <a:endParaRPr lang="zh-CN" altLang="en-US" smtClean="0"/>
          </a:p>
        </p:txBody>
      </p:sp>
      <p:sp>
        <p:nvSpPr>
          <p:cNvPr id="13" name="图片占位符 12"/>
          <p:cNvSpPr>
            <a:spLocks noGrp="1"/>
          </p:cNvSpPr>
          <p:nvPr>
            <p:ph type="pic" idx="16393" hasCustomPrompt="1"/>
            <p:custDataLst>
              <p:tags r:id="rId7"/>
            </p:custDataLst>
          </p:nvPr>
        </p:nvSpPr>
        <p:spPr>
          <a:xfrm>
            <a:off x="609600" y="1524000"/>
            <a:ext cx="3454400" cy="2032000"/>
          </a:xfrm>
          <a:custGeom>
            <a:avLst/>
            <a:gdLst>
              <a:gd name="connisteX0" fmla="*/ 0 w 3454400"/>
              <a:gd name="connsiteY0" fmla="*/ 203200 h 2032000"/>
              <a:gd name="connisteX1" fmla="*/ 203200 w 3454400"/>
              <a:gd name="connsiteY1" fmla="*/ 0 h 2032000"/>
              <a:gd name="connisteX2" fmla="*/ 3251200 w 3454400"/>
              <a:gd name="connsiteY2" fmla="*/ 0 h 2032000"/>
              <a:gd name="connisteX3" fmla="*/ 3454400 w 3454400"/>
              <a:gd name="connsiteY3" fmla="*/ 203200 h 2032000"/>
              <a:gd name="connisteX4" fmla="*/ 3454400 w 3454400"/>
              <a:gd name="connsiteY4" fmla="*/ 2032000 h 2032000"/>
              <a:gd name="connisteX5" fmla="*/ 0 w 3454400"/>
              <a:gd name="connsiteY5" fmla="*/ 2032000 h 2032000"/>
              <a:gd name="connisteX6" fmla="*/ 0 w 3454400"/>
              <a:gd name="connsiteY6" fmla="*/ 203200 h 2032000"/>
            </a:gdLst>
            <a:ahLst/>
            <a:cxnLst>
              <a:cxn ang="0">
                <a:pos x="connisteX0" y="connsiteY0"/>
              </a:cxn>
              <a:cxn ang="0">
                <a:pos x="connisteX1" y="connsiteY1"/>
              </a:cxn>
              <a:cxn ang="0">
                <a:pos x="connisteX2" y="connsiteY2"/>
              </a:cxn>
              <a:cxn ang="0">
                <a:pos x="connisteX3" y="connsiteY3"/>
              </a:cxn>
              <a:cxn ang="0">
                <a:pos x="connisteX4" y="connsiteY4"/>
              </a:cxn>
              <a:cxn ang="0">
                <a:pos x="connisteX5" y="connsiteY5"/>
              </a:cxn>
              <a:cxn ang="0">
                <a:pos x="connisteX6" y="connsiteY6"/>
              </a:cxn>
            </a:cxnLst>
            <a:pathLst>
              <a:path w="3454400" h="2032000">
                <a:moveTo>
                  <a:pt x="0" y="203200"/>
                </a:moveTo>
                <a:cubicBezTo>
                  <a:pt x="0" y="90976"/>
                  <a:pt x="90976" y="0"/>
                  <a:pt x="203200" y="0"/>
                </a:cubicBezTo>
                <a:lnTo>
                  <a:pt x="3251200" y="0"/>
                </a:lnTo>
                <a:cubicBezTo>
                  <a:pt x="3363424" y="0"/>
                  <a:pt x="3454400" y="90976"/>
                  <a:pt x="3454400" y="203200"/>
                </a:cubicBezTo>
                <a:lnTo>
                  <a:pt x="3454400" y="2032000"/>
                </a:lnTo>
                <a:lnTo>
                  <a:pt x="0" y="2032000"/>
                </a:lnTo>
                <a:lnTo>
                  <a:pt x="0" y="203200"/>
                </a:lnTo>
                <a:close/>
              </a:path>
            </a:pathLst>
          </a:custGeom>
          <a:solidFill>
            <a:srgbClr val="DDDDDD"/>
          </a:solidFill>
          <a:ln>
            <a:noFill/>
          </a:ln>
        </p:spPr>
        <p:txBody>
          <a:bodyPr>
            <a:noAutofit/>
          </a:bodyPr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r>
              <a:rPr lang="zh-CN" altLang="en-US"/>
              <a:t> </a:t>
            </a:r>
            <a:endParaRPr lang="zh-CN" altLang="en-US"/>
          </a:p>
        </p:txBody>
      </p:sp>
      <p:sp>
        <p:nvSpPr>
          <p:cNvPr id="14" name="文本占位符 13"/>
          <p:cNvSpPr>
            <a:spLocks noGrp="1"/>
          </p:cNvSpPr>
          <p:nvPr>
            <p:ph type="body" idx="16386" hasCustomPrompt="1"/>
            <p:custDataLst>
              <p:tags r:id="rId8"/>
            </p:custDataLst>
          </p:nvPr>
        </p:nvSpPr>
        <p:spPr>
          <a:xfrm>
            <a:off x="914400" y="3759200"/>
            <a:ext cx="2844800" cy="406400"/>
          </a:xfrm>
          <a:noFill/>
        </p:spPr>
        <p:txBody>
          <a:bodyPr lIns="0" tIns="0" rIns="0" bIns="0" anchor="t">
            <a:normAutofit/>
          </a:bodyPr>
          <a:lstStyle>
            <a:lvl1pPr marL="0" indent="0" algn="l">
              <a:lnSpc>
                <a:spcPct val="111000"/>
              </a:lnSpc>
              <a:spcBef>
                <a:spcPct val="0"/>
              </a:spcBef>
              <a:spcAft>
                <a:spcPct val="0"/>
              </a:spcAft>
              <a:buNone/>
              <a:defRPr sz="2400" b="0" spc="0">
                <a:solidFill>
                  <a:schemeClr val="tx1"/>
                </a:solidFill>
              </a:defRPr>
            </a:lvl1pPr>
          </a:lstStyle>
          <a:p>
            <a:pPr lvl="0"/>
            <a:r>
              <a:rPr lang="zh-CN" altLang="en-US" smtClean="0"/>
              <a:t>项标题</a:t>
            </a:r>
            <a:endParaRPr lang="zh-CN" altLang="en-US" smtClean="0"/>
          </a:p>
        </p:txBody>
      </p:sp>
      <p:sp>
        <p:nvSpPr>
          <p:cNvPr id="15" name="文本占位符 14"/>
          <p:cNvSpPr>
            <a:spLocks noGrp="1"/>
          </p:cNvSpPr>
          <p:nvPr>
            <p:ph type="body" idx="16387" hasCustomPrompt="1"/>
            <p:custDataLst>
              <p:tags r:id="rId9"/>
            </p:custDataLst>
          </p:nvPr>
        </p:nvSpPr>
        <p:spPr>
          <a:xfrm>
            <a:off x="914400" y="4216400"/>
            <a:ext cx="2844800" cy="1828800"/>
          </a:xfrm>
          <a:noFill/>
        </p:spPr>
        <p:txBody>
          <a:bodyPr lIns="0" tIns="0" rIns="0" bIns="0" anchor="t">
            <a:normAutofit/>
          </a:bodyPr>
          <a:lstStyle>
            <a:lvl1pPr marL="0" indent="0" algn="l">
              <a:lnSpc>
                <a:spcPct val="125000"/>
              </a:lnSpc>
              <a:spcBef>
                <a:spcPct val="0"/>
              </a:spcBef>
              <a:spcAft>
                <a:spcPct val="0"/>
              </a:spcAft>
              <a:buNone/>
              <a:defRPr sz="1600" b="0" spc="0">
                <a:solidFill>
                  <a:schemeClr val="tx1"/>
                </a:solidFill>
              </a:defRPr>
            </a:lvl1pPr>
          </a:lstStyle>
          <a:p>
            <a:pPr lvl="0"/>
            <a:r>
              <a:rPr lang="zh-CN" altLang="en-US" smtClean="0"/>
              <a:t>单击此处添加项正文</a:t>
            </a:r>
            <a:endParaRPr lang="zh-CN" altLang="en-US" smtClean="0"/>
          </a:p>
        </p:txBody>
      </p:sp>
      <p:sp>
        <p:nvSpPr>
          <p:cNvPr id="16" name="装饰  5"/>
          <p:cNvSpPr>
            <a:spLocks noGrp="1"/>
          </p:cNvSpPr>
          <p:nvPr>
            <p:ph type="body" idx="16394" hasCustomPrompt="1"/>
            <p:custDataLst>
              <p:tags r:id="rId10"/>
            </p:custDataLst>
          </p:nvPr>
        </p:nvSpPr>
        <p:spPr>
          <a:xfrm>
            <a:off x="4368800" y="3556000"/>
            <a:ext cx="3454400" cy="2692400"/>
          </a:xfrm>
          <a:custGeom>
            <a:avLst/>
            <a:gdLst>
              <a:gd name="connisteX0" fmla="*/ 0 w 3454400"/>
              <a:gd name="connsiteY0" fmla="*/ 0 h 2692400"/>
              <a:gd name="connisteX1" fmla="*/ 3454400 w 3454400"/>
              <a:gd name="connsiteY1" fmla="*/ 0 h 2692400"/>
              <a:gd name="connisteX2" fmla="*/ 3454400 w 3454400"/>
              <a:gd name="connsiteY2" fmla="*/ 2489200 h 2692400"/>
              <a:gd name="connisteX3" fmla="*/ 3251200 w 3454400"/>
              <a:gd name="connsiteY3" fmla="*/ 2692400 h 2692400"/>
              <a:gd name="connisteX4" fmla="*/ 203200 w 3454400"/>
              <a:gd name="connsiteY4" fmla="*/ 2692400 h 2692400"/>
              <a:gd name="connisteX5" fmla="*/ 0 w 3454400"/>
              <a:gd name="connsiteY5" fmla="*/ 2489200 h 2692400"/>
              <a:gd name="connisteX6" fmla="*/ 0 w 3454400"/>
              <a:gd name="connsiteY6" fmla="*/ 0 h 2692400"/>
            </a:gdLst>
            <a:ahLst/>
            <a:cxnLst>
              <a:cxn ang="0">
                <a:pos x="connisteX0" y="connsiteY0"/>
              </a:cxn>
              <a:cxn ang="0">
                <a:pos x="connisteX1" y="connsiteY1"/>
              </a:cxn>
              <a:cxn ang="0">
                <a:pos x="connisteX2" y="connsiteY2"/>
              </a:cxn>
              <a:cxn ang="0">
                <a:pos x="connisteX3" y="connsiteY3"/>
              </a:cxn>
              <a:cxn ang="0">
                <a:pos x="connisteX4" y="connsiteY4"/>
              </a:cxn>
              <a:cxn ang="0">
                <a:pos x="connisteX5" y="connsiteY5"/>
              </a:cxn>
              <a:cxn ang="0">
                <a:pos x="connisteX6" y="connsiteY6"/>
              </a:cxn>
            </a:cxnLst>
            <a:pathLst>
              <a:path w="3454400" h="2692400">
                <a:moveTo>
                  <a:pt x="0" y="0"/>
                </a:moveTo>
                <a:lnTo>
                  <a:pt x="3454400" y="0"/>
                </a:lnTo>
                <a:lnTo>
                  <a:pt x="3454400" y="2489200"/>
                </a:lnTo>
                <a:cubicBezTo>
                  <a:pt x="3454400" y="2601424"/>
                  <a:pt x="3363424" y="2692400"/>
                  <a:pt x="3251200" y="2692400"/>
                </a:cubicBezTo>
                <a:lnTo>
                  <a:pt x="203200" y="2692400"/>
                </a:lnTo>
                <a:cubicBezTo>
                  <a:pt x="90976" y="2692400"/>
                  <a:pt x="0" y="2601424"/>
                  <a:pt x="0" y="2489200"/>
                </a:cubicBezTo>
                <a:lnTo>
                  <a:pt x="0" y="0"/>
                </a:lnTo>
                <a:close/>
              </a:path>
            </a:pathLst>
          </a:custGeom>
          <a:gradFill>
            <a:gsLst>
              <a:gs pos="0">
                <a:schemeClr val="accent1">
                  <a:lumMod val="10000"/>
                  <a:lumOff val="90000"/>
                </a:schemeClr>
              </a:gs>
              <a:gs pos="100000">
                <a:schemeClr val="accent1">
                  <a:lumMod val="10000"/>
                  <a:lumOff val="90000"/>
                </a:schemeClr>
              </a:gs>
            </a:gsLst>
            <a:lin ang="5400000"/>
          </a:gradFill>
          <a:ln>
            <a:solidFill>
              <a:prstClr val="black">
                <a:alpha val="0"/>
              </a:prstClr>
            </a:solidFill>
            <a:prstDash val="solid"/>
          </a:ln>
        </p:spPr>
        <p:txBody>
          <a:bodyPr>
            <a:noAutofit/>
          </a:bodyPr>
          <a:lstStyle>
            <a:lvl1pPr>
              <a:buNone/>
              <a:defRPr/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zh-CN" altLang="en-US" smtClean="0"/>
              <a:t> </a:t>
            </a:r>
            <a:endParaRPr lang="zh-CN" altLang="en-US" smtClean="0"/>
          </a:p>
        </p:txBody>
      </p:sp>
      <p:sp>
        <p:nvSpPr>
          <p:cNvPr id="17" name="图片占位符 16"/>
          <p:cNvSpPr>
            <a:spLocks noGrp="1"/>
          </p:cNvSpPr>
          <p:nvPr>
            <p:ph type="pic" idx="16395" hasCustomPrompt="1"/>
            <p:custDataLst>
              <p:tags r:id="rId11"/>
            </p:custDataLst>
          </p:nvPr>
        </p:nvSpPr>
        <p:spPr>
          <a:xfrm>
            <a:off x="4368800" y="1524000"/>
            <a:ext cx="3454400" cy="2032000"/>
          </a:xfrm>
          <a:custGeom>
            <a:avLst/>
            <a:gdLst>
              <a:gd name="connisteX0" fmla="*/ 0 w 3454400"/>
              <a:gd name="connsiteY0" fmla="*/ 203200 h 2032000"/>
              <a:gd name="connisteX1" fmla="*/ 203200 w 3454400"/>
              <a:gd name="connsiteY1" fmla="*/ 0 h 2032000"/>
              <a:gd name="connisteX2" fmla="*/ 3251200 w 3454400"/>
              <a:gd name="connsiteY2" fmla="*/ 0 h 2032000"/>
              <a:gd name="connisteX3" fmla="*/ 3454400 w 3454400"/>
              <a:gd name="connsiteY3" fmla="*/ 203200 h 2032000"/>
              <a:gd name="connisteX4" fmla="*/ 3454400 w 3454400"/>
              <a:gd name="connsiteY4" fmla="*/ 2032000 h 2032000"/>
              <a:gd name="connisteX5" fmla="*/ 0 w 3454400"/>
              <a:gd name="connsiteY5" fmla="*/ 2032000 h 2032000"/>
              <a:gd name="connisteX6" fmla="*/ 0 w 3454400"/>
              <a:gd name="connsiteY6" fmla="*/ 203200 h 2032000"/>
            </a:gdLst>
            <a:ahLst/>
            <a:cxnLst>
              <a:cxn ang="0">
                <a:pos x="connisteX0" y="connsiteY0"/>
              </a:cxn>
              <a:cxn ang="0">
                <a:pos x="connisteX1" y="connsiteY1"/>
              </a:cxn>
              <a:cxn ang="0">
                <a:pos x="connisteX2" y="connsiteY2"/>
              </a:cxn>
              <a:cxn ang="0">
                <a:pos x="connisteX3" y="connsiteY3"/>
              </a:cxn>
              <a:cxn ang="0">
                <a:pos x="connisteX4" y="connsiteY4"/>
              </a:cxn>
              <a:cxn ang="0">
                <a:pos x="connisteX5" y="connsiteY5"/>
              </a:cxn>
              <a:cxn ang="0">
                <a:pos x="connisteX6" y="connsiteY6"/>
              </a:cxn>
            </a:cxnLst>
            <a:pathLst>
              <a:path w="3454400" h="2032000">
                <a:moveTo>
                  <a:pt x="0" y="203200"/>
                </a:moveTo>
                <a:cubicBezTo>
                  <a:pt x="0" y="90976"/>
                  <a:pt x="90976" y="0"/>
                  <a:pt x="203200" y="0"/>
                </a:cubicBezTo>
                <a:lnTo>
                  <a:pt x="3251200" y="0"/>
                </a:lnTo>
                <a:cubicBezTo>
                  <a:pt x="3363424" y="0"/>
                  <a:pt x="3454400" y="90976"/>
                  <a:pt x="3454400" y="203200"/>
                </a:cubicBezTo>
                <a:lnTo>
                  <a:pt x="3454400" y="2032000"/>
                </a:lnTo>
                <a:lnTo>
                  <a:pt x="0" y="2032000"/>
                </a:lnTo>
                <a:lnTo>
                  <a:pt x="0" y="203200"/>
                </a:lnTo>
                <a:close/>
              </a:path>
            </a:pathLst>
          </a:custGeom>
          <a:solidFill>
            <a:srgbClr val="DDDDDD"/>
          </a:solidFill>
          <a:ln>
            <a:noFill/>
          </a:ln>
        </p:spPr>
        <p:txBody>
          <a:bodyPr>
            <a:noAutofit/>
          </a:bodyPr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r>
              <a:rPr lang="zh-CN" altLang="en-US"/>
              <a:t> </a:t>
            </a:r>
            <a:endParaRPr lang="zh-CN" altLang="en-US"/>
          </a:p>
        </p:txBody>
      </p:sp>
      <p:sp>
        <p:nvSpPr>
          <p:cNvPr id="18" name="文本占位符 17"/>
          <p:cNvSpPr>
            <a:spLocks noGrp="1"/>
          </p:cNvSpPr>
          <p:nvPr>
            <p:ph type="body" idx="16388" hasCustomPrompt="1"/>
            <p:custDataLst>
              <p:tags r:id="rId12"/>
            </p:custDataLst>
          </p:nvPr>
        </p:nvSpPr>
        <p:spPr>
          <a:xfrm>
            <a:off x="4673600" y="3759200"/>
            <a:ext cx="2844800" cy="406400"/>
          </a:xfrm>
          <a:noFill/>
        </p:spPr>
        <p:txBody>
          <a:bodyPr lIns="0" tIns="0" rIns="0" bIns="0" anchor="t">
            <a:normAutofit/>
          </a:bodyPr>
          <a:lstStyle>
            <a:lvl1pPr marL="0" indent="0" algn="l">
              <a:lnSpc>
                <a:spcPct val="111000"/>
              </a:lnSpc>
              <a:spcBef>
                <a:spcPct val="0"/>
              </a:spcBef>
              <a:spcAft>
                <a:spcPct val="0"/>
              </a:spcAft>
              <a:buNone/>
              <a:defRPr sz="2400" b="0" spc="0">
                <a:solidFill>
                  <a:schemeClr val="tx1"/>
                </a:solidFill>
              </a:defRPr>
            </a:lvl1pPr>
          </a:lstStyle>
          <a:p>
            <a:pPr lvl="0"/>
            <a:r>
              <a:rPr lang="zh-CN" altLang="en-US" smtClean="0"/>
              <a:t>项标题</a:t>
            </a:r>
            <a:endParaRPr lang="zh-CN" altLang="en-US" smtClean="0"/>
          </a:p>
        </p:txBody>
      </p:sp>
      <p:sp>
        <p:nvSpPr>
          <p:cNvPr id="19" name="文本占位符 18"/>
          <p:cNvSpPr>
            <a:spLocks noGrp="1"/>
          </p:cNvSpPr>
          <p:nvPr>
            <p:ph type="body" idx="16389" hasCustomPrompt="1"/>
            <p:custDataLst>
              <p:tags r:id="rId13"/>
            </p:custDataLst>
          </p:nvPr>
        </p:nvSpPr>
        <p:spPr>
          <a:xfrm>
            <a:off x="4673600" y="4216400"/>
            <a:ext cx="2844800" cy="1828800"/>
          </a:xfrm>
          <a:noFill/>
        </p:spPr>
        <p:txBody>
          <a:bodyPr lIns="0" tIns="0" rIns="0" bIns="0" anchor="t">
            <a:normAutofit/>
          </a:bodyPr>
          <a:lstStyle>
            <a:lvl1pPr marL="0" indent="0" algn="l">
              <a:lnSpc>
                <a:spcPct val="125000"/>
              </a:lnSpc>
              <a:spcBef>
                <a:spcPct val="0"/>
              </a:spcBef>
              <a:spcAft>
                <a:spcPct val="0"/>
              </a:spcAft>
              <a:buNone/>
              <a:defRPr sz="1600" b="0" spc="0">
                <a:solidFill>
                  <a:schemeClr val="tx1"/>
                </a:solidFill>
              </a:defRPr>
            </a:lvl1pPr>
          </a:lstStyle>
          <a:p>
            <a:pPr lvl="0"/>
            <a:r>
              <a:rPr lang="zh-CN" altLang="en-US" smtClean="0"/>
              <a:t>单击此处添加项正文</a:t>
            </a:r>
            <a:endParaRPr lang="zh-CN" altLang="en-US" smtClean="0"/>
          </a:p>
        </p:txBody>
      </p:sp>
      <p:sp>
        <p:nvSpPr>
          <p:cNvPr id="20" name="装饰  9"/>
          <p:cNvSpPr>
            <a:spLocks noGrp="1"/>
          </p:cNvSpPr>
          <p:nvPr>
            <p:ph type="body" idx="16396" hasCustomPrompt="1"/>
            <p:custDataLst>
              <p:tags r:id="rId14"/>
            </p:custDataLst>
          </p:nvPr>
        </p:nvSpPr>
        <p:spPr>
          <a:xfrm>
            <a:off x="8128000" y="3556000"/>
            <a:ext cx="3454400" cy="2692400"/>
          </a:xfrm>
          <a:custGeom>
            <a:avLst/>
            <a:gdLst>
              <a:gd name="connisteX0" fmla="*/ 0 w 3454400"/>
              <a:gd name="connsiteY0" fmla="*/ 0 h 2692400"/>
              <a:gd name="connisteX1" fmla="*/ 3454400 w 3454400"/>
              <a:gd name="connsiteY1" fmla="*/ 0 h 2692400"/>
              <a:gd name="connisteX2" fmla="*/ 3454400 w 3454400"/>
              <a:gd name="connsiteY2" fmla="*/ 2489200 h 2692400"/>
              <a:gd name="connisteX3" fmla="*/ 3251200 w 3454400"/>
              <a:gd name="connsiteY3" fmla="*/ 2692400 h 2692400"/>
              <a:gd name="connisteX4" fmla="*/ 203200 w 3454400"/>
              <a:gd name="connsiteY4" fmla="*/ 2692400 h 2692400"/>
              <a:gd name="connisteX5" fmla="*/ 0 w 3454400"/>
              <a:gd name="connsiteY5" fmla="*/ 2489200 h 2692400"/>
              <a:gd name="connisteX6" fmla="*/ 0 w 3454400"/>
              <a:gd name="connsiteY6" fmla="*/ 0 h 2692400"/>
            </a:gdLst>
            <a:ahLst/>
            <a:cxnLst>
              <a:cxn ang="0">
                <a:pos x="connisteX0" y="connsiteY0"/>
              </a:cxn>
              <a:cxn ang="0">
                <a:pos x="connisteX1" y="connsiteY1"/>
              </a:cxn>
              <a:cxn ang="0">
                <a:pos x="connisteX2" y="connsiteY2"/>
              </a:cxn>
              <a:cxn ang="0">
                <a:pos x="connisteX3" y="connsiteY3"/>
              </a:cxn>
              <a:cxn ang="0">
                <a:pos x="connisteX4" y="connsiteY4"/>
              </a:cxn>
              <a:cxn ang="0">
                <a:pos x="connisteX5" y="connsiteY5"/>
              </a:cxn>
              <a:cxn ang="0">
                <a:pos x="connisteX6" y="connsiteY6"/>
              </a:cxn>
            </a:cxnLst>
            <a:pathLst>
              <a:path w="3454400" h="2692400">
                <a:moveTo>
                  <a:pt x="0" y="0"/>
                </a:moveTo>
                <a:lnTo>
                  <a:pt x="3454400" y="0"/>
                </a:lnTo>
                <a:lnTo>
                  <a:pt x="3454400" y="2489200"/>
                </a:lnTo>
                <a:cubicBezTo>
                  <a:pt x="3454400" y="2601424"/>
                  <a:pt x="3363424" y="2692400"/>
                  <a:pt x="3251200" y="2692400"/>
                </a:cubicBezTo>
                <a:lnTo>
                  <a:pt x="203200" y="2692400"/>
                </a:lnTo>
                <a:cubicBezTo>
                  <a:pt x="90976" y="2692400"/>
                  <a:pt x="0" y="2601424"/>
                  <a:pt x="0" y="2489200"/>
                </a:cubicBezTo>
                <a:lnTo>
                  <a:pt x="0" y="0"/>
                </a:lnTo>
                <a:close/>
              </a:path>
            </a:pathLst>
          </a:custGeom>
          <a:gradFill>
            <a:gsLst>
              <a:gs pos="0">
                <a:schemeClr val="accent1">
                  <a:lumMod val="10000"/>
                  <a:lumOff val="90000"/>
                </a:schemeClr>
              </a:gs>
              <a:gs pos="100000">
                <a:schemeClr val="accent1">
                  <a:lumMod val="10000"/>
                  <a:lumOff val="90000"/>
                </a:schemeClr>
              </a:gs>
            </a:gsLst>
            <a:lin ang="5400000"/>
          </a:gradFill>
          <a:ln>
            <a:solidFill>
              <a:prstClr val="black">
                <a:alpha val="0"/>
              </a:prstClr>
            </a:solidFill>
            <a:prstDash val="solid"/>
          </a:ln>
        </p:spPr>
        <p:txBody>
          <a:bodyPr>
            <a:noAutofit/>
          </a:bodyPr>
          <a:lstStyle>
            <a:lvl1pPr>
              <a:buNone/>
              <a:defRPr/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zh-CN" altLang="en-US" smtClean="0"/>
              <a:t> </a:t>
            </a:r>
            <a:endParaRPr lang="zh-CN" altLang="en-US" smtClean="0"/>
          </a:p>
        </p:txBody>
      </p:sp>
      <p:sp>
        <p:nvSpPr>
          <p:cNvPr id="21" name="图片占位符 20"/>
          <p:cNvSpPr>
            <a:spLocks noGrp="1"/>
          </p:cNvSpPr>
          <p:nvPr>
            <p:ph type="pic" idx="16397" hasCustomPrompt="1"/>
            <p:custDataLst>
              <p:tags r:id="rId15"/>
            </p:custDataLst>
          </p:nvPr>
        </p:nvSpPr>
        <p:spPr>
          <a:xfrm>
            <a:off x="8128000" y="1524000"/>
            <a:ext cx="3454400" cy="2032000"/>
          </a:xfrm>
          <a:custGeom>
            <a:avLst/>
            <a:gdLst>
              <a:gd name="connisteX0" fmla="*/ 0 w 3454400"/>
              <a:gd name="connsiteY0" fmla="*/ 203200 h 2032000"/>
              <a:gd name="connisteX1" fmla="*/ 203200 w 3454400"/>
              <a:gd name="connsiteY1" fmla="*/ 0 h 2032000"/>
              <a:gd name="connisteX2" fmla="*/ 3251200 w 3454400"/>
              <a:gd name="connsiteY2" fmla="*/ 0 h 2032000"/>
              <a:gd name="connisteX3" fmla="*/ 3454400 w 3454400"/>
              <a:gd name="connsiteY3" fmla="*/ 203200 h 2032000"/>
              <a:gd name="connisteX4" fmla="*/ 3454400 w 3454400"/>
              <a:gd name="connsiteY4" fmla="*/ 2032000 h 2032000"/>
              <a:gd name="connisteX5" fmla="*/ 0 w 3454400"/>
              <a:gd name="connsiteY5" fmla="*/ 2032000 h 2032000"/>
              <a:gd name="connisteX6" fmla="*/ 0 w 3454400"/>
              <a:gd name="connsiteY6" fmla="*/ 203200 h 2032000"/>
            </a:gdLst>
            <a:ahLst/>
            <a:cxnLst>
              <a:cxn ang="0">
                <a:pos x="connisteX0" y="connsiteY0"/>
              </a:cxn>
              <a:cxn ang="0">
                <a:pos x="connisteX1" y="connsiteY1"/>
              </a:cxn>
              <a:cxn ang="0">
                <a:pos x="connisteX2" y="connsiteY2"/>
              </a:cxn>
              <a:cxn ang="0">
                <a:pos x="connisteX3" y="connsiteY3"/>
              </a:cxn>
              <a:cxn ang="0">
                <a:pos x="connisteX4" y="connsiteY4"/>
              </a:cxn>
              <a:cxn ang="0">
                <a:pos x="connisteX5" y="connsiteY5"/>
              </a:cxn>
              <a:cxn ang="0">
                <a:pos x="connisteX6" y="connsiteY6"/>
              </a:cxn>
            </a:cxnLst>
            <a:pathLst>
              <a:path w="3454400" h="2032000">
                <a:moveTo>
                  <a:pt x="0" y="203200"/>
                </a:moveTo>
                <a:cubicBezTo>
                  <a:pt x="0" y="90976"/>
                  <a:pt x="90976" y="0"/>
                  <a:pt x="203200" y="0"/>
                </a:cubicBezTo>
                <a:lnTo>
                  <a:pt x="3251200" y="0"/>
                </a:lnTo>
                <a:cubicBezTo>
                  <a:pt x="3363424" y="0"/>
                  <a:pt x="3454400" y="90976"/>
                  <a:pt x="3454400" y="203200"/>
                </a:cubicBezTo>
                <a:lnTo>
                  <a:pt x="3454400" y="2032000"/>
                </a:lnTo>
                <a:lnTo>
                  <a:pt x="0" y="2032000"/>
                </a:lnTo>
                <a:lnTo>
                  <a:pt x="0" y="203200"/>
                </a:lnTo>
                <a:close/>
              </a:path>
            </a:pathLst>
          </a:custGeom>
          <a:solidFill>
            <a:srgbClr val="DDDDDD"/>
          </a:solidFill>
          <a:ln>
            <a:noFill/>
          </a:ln>
        </p:spPr>
        <p:txBody>
          <a:bodyPr>
            <a:noAutofit/>
          </a:bodyPr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r>
              <a:rPr lang="zh-CN" altLang="en-US"/>
              <a:t> </a:t>
            </a:r>
            <a:endParaRPr lang="zh-CN" altLang="en-US"/>
          </a:p>
        </p:txBody>
      </p:sp>
      <p:sp>
        <p:nvSpPr>
          <p:cNvPr id="22" name="文本占位符 21"/>
          <p:cNvSpPr>
            <a:spLocks noGrp="1"/>
          </p:cNvSpPr>
          <p:nvPr>
            <p:ph type="body" idx="16390" hasCustomPrompt="1"/>
            <p:custDataLst>
              <p:tags r:id="rId16"/>
            </p:custDataLst>
          </p:nvPr>
        </p:nvSpPr>
        <p:spPr>
          <a:xfrm>
            <a:off x="8432800" y="3759200"/>
            <a:ext cx="2844800" cy="406400"/>
          </a:xfrm>
          <a:noFill/>
        </p:spPr>
        <p:txBody>
          <a:bodyPr lIns="0" tIns="0" rIns="0" bIns="0" anchor="t">
            <a:normAutofit/>
          </a:bodyPr>
          <a:lstStyle>
            <a:lvl1pPr marL="0" indent="0" algn="l">
              <a:lnSpc>
                <a:spcPct val="111000"/>
              </a:lnSpc>
              <a:spcBef>
                <a:spcPct val="0"/>
              </a:spcBef>
              <a:spcAft>
                <a:spcPct val="0"/>
              </a:spcAft>
              <a:buNone/>
              <a:defRPr sz="2400" b="0" spc="0">
                <a:solidFill>
                  <a:schemeClr val="tx1"/>
                </a:solidFill>
              </a:defRPr>
            </a:lvl1pPr>
          </a:lstStyle>
          <a:p>
            <a:pPr lvl="0"/>
            <a:r>
              <a:rPr lang="zh-CN" altLang="en-US" smtClean="0"/>
              <a:t>项标题</a:t>
            </a:r>
            <a:endParaRPr lang="zh-CN" altLang="en-US" smtClean="0"/>
          </a:p>
        </p:txBody>
      </p:sp>
      <p:sp>
        <p:nvSpPr>
          <p:cNvPr id="23" name="文本占位符 22"/>
          <p:cNvSpPr>
            <a:spLocks noGrp="1"/>
          </p:cNvSpPr>
          <p:nvPr>
            <p:ph type="body" idx="16391" hasCustomPrompt="1"/>
            <p:custDataLst>
              <p:tags r:id="rId17"/>
            </p:custDataLst>
          </p:nvPr>
        </p:nvSpPr>
        <p:spPr>
          <a:xfrm>
            <a:off x="8432800" y="4216400"/>
            <a:ext cx="2844800" cy="1828800"/>
          </a:xfrm>
          <a:noFill/>
        </p:spPr>
        <p:txBody>
          <a:bodyPr lIns="0" tIns="0" rIns="0" bIns="0" anchor="t">
            <a:normAutofit/>
          </a:bodyPr>
          <a:lstStyle>
            <a:lvl1pPr marL="0" indent="0" algn="l">
              <a:lnSpc>
                <a:spcPct val="125000"/>
              </a:lnSpc>
              <a:spcBef>
                <a:spcPct val="0"/>
              </a:spcBef>
              <a:spcAft>
                <a:spcPct val="0"/>
              </a:spcAft>
              <a:buNone/>
              <a:defRPr sz="1600" b="0" spc="0">
                <a:solidFill>
                  <a:schemeClr val="tx1"/>
                </a:solidFill>
              </a:defRPr>
            </a:lvl1pPr>
          </a:lstStyle>
          <a:p>
            <a:pPr lvl="0"/>
            <a:r>
              <a:rPr lang="zh-CN" altLang="en-US" smtClean="0"/>
              <a:t>单击此处添加项正文</a:t>
            </a:r>
            <a:endParaRPr lang="zh-CN" altLang="en-US" smtClean="0"/>
          </a:p>
        </p:txBody>
      </p:sp>
    </p:spTree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4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正文页-6_29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日期占位符 5"/>
          <p:cNvSpPr>
            <a:spLocks noGrp="1"/>
          </p:cNvSpPr>
          <p:nvPr>
            <p:ph type="dt" sz="half" idx="10"/>
            <p:custDataLst>
              <p:tags r:id="rId2"/>
            </p:custDataLst>
          </p:nvPr>
        </p:nvSpPr>
        <p:spPr>
          <a:xfrm>
            <a:off x="838200" y="6356350"/>
            <a:ext cx="2743200" cy="365125"/>
          </a:xfrm>
        </p:spPr>
        <p:txBody>
          <a:bodyPr/>
          <a:lstStyle/>
          <a:p>
            <a:fld id="{AFF1154F-E427-4513-B34B-94E36374A1AB}" type="datetimeFigureOut">
              <a:rPr lang="zh-CN" altLang="en-US" smtClean="0"/>
            </a:fld>
            <a:endParaRPr lang="zh-CN" altLang="en-US"/>
          </a:p>
        </p:txBody>
      </p:sp>
      <p:sp>
        <p:nvSpPr>
          <p:cNvPr id="9" name="页脚占位符 8"/>
          <p:cNvSpPr>
            <a:spLocks noGrp="1"/>
          </p:cNvSpPr>
          <p:nvPr>
            <p:ph type="ftr" sz="quarter" idx="11"/>
            <p:custDataLst>
              <p:tags r:id="rId3"/>
            </p:custDataLst>
          </p:nvPr>
        </p:nvSpPr>
        <p:spPr>
          <a:xfrm>
            <a:off x="4038600" y="6356350"/>
            <a:ext cx="4114800" cy="365125"/>
          </a:xfrm>
        </p:spPr>
        <p:txBody>
          <a:bodyPr/>
          <a:lstStyle/>
          <a:p>
            <a:endParaRPr lang="zh-CN" altLang="en-US"/>
          </a:p>
        </p:txBody>
      </p:sp>
      <p:sp>
        <p:nvSpPr>
          <p:cNvPr id="10" name="灯片编号占位符 9"/>
          <p:cNvSpPr>
            <a:spLocks noGrp="1"/>
          </p:cNvSpPr>
          <p:nvPr>
            <p:ph type="sldNum" sz="quarter" idx="12"/>
            <p:custDataLst>
              <p:tags r:id="rId4"/>
            </p:custDataLst>
          </p:nvPr>
        </p:nvSpPr>
        <p:spPr>
          <a:xfrm>
            <a:off x="8610600" y="6356350"/>
            <a:ext cx="2743200" cy="365125"/>
          </a:xfrm>
        </p:spPr>
        <p:txBody>
          <a:bodyPr/>
          <a:lstStyle/>
          <a:p>
            <a:fld id="{CFDA0808-8B01-405B-8ED6-12013DCE0AF6}" type="slidenum">
              <a:rPr lang="zh-CN" altLang="en-US" smtClean="0"/>
            </a:fld>
            <a:endParaRPr lang="zh-CN" altLang="en-US"/>
          </a:p>
        </p:txBody>
      </p:sp>
      <p:sp>
        <p:nvSpPr>
          <p:cNvPr id="11" name="标题 10"/>
          <p:cNvSpPr>
            <a:spLocks noGrp="1"/>
          </p:cNvSpPr>
          <p:nvPr>
            <p:ph type="ctrTitle" idx="16385" hasCustomPrompt="1"/>
            <p:custDataLst>
              <p:tags r:id="rId5"/>
            </p:custDataLst>
          </p:nvPr>
        </p:nvSpPr>
        <p:spPr>
          <a:xfrm>
            <a:off x="609600" y="533400"/>
            <a:ext cx="7391400" cy="609600"/>
          </a:xfrm>
          <a:noFill/>
        </p:spPr>
        <p:txBody>
          <a:bodyPr lIns="0" tIns="0" rIns="0" bIns="0" anchor="t">
            <a:normAutofit/>
          </a:bodyPr>
          <a:lstStyle>
            <a:lvl1pPr marL="0" indent="0" algn="l">
              <a:lnSpc>
                <a:spcPct val="111000"/>
              </a:lnSpc>
              <a:spcBef>
                <a:spcPct val="0"/>
              </a:spcBef>
              <a:spcAft>
                <a:spcPct val="0"/>
              </a:spcAft>
              <a:buNone/>
              <a:defRPr sz="3600" b="0" spc="0">
                <a:solidFill>
                  <a:schemeClr val="tx1"/>
                </a:solidFill>
              </a:defRPr>
            </a:lvl1pPr>
          </a:lstStyle>
          <a:p>
            <a:r>
              <a:rPr lang="zh-CN" altLang="en-US"/>
              <a:t>单击此处添加标题</a:t>
            </a:r>
            <a:endParaRPr lang="zh-CN" altLang="en-US"/>
          </a:p>
        </p:txBody>
      </p:sp>
      <p:sp>
        <p:nvSpPr>
          <p:cNvPr id="12" name="内容占位符 11"/>
          <p:cNvSpPr>
            <a:spLocks noGrp="1"/>
          </p:cNvSpPr>
          <p:nvPr>
            <p:ph idx="16392" hasCustomPrompt="1"/>
            <p:custDataLst>
              <p:tags r:id="rId6"/>
            </p:custDataLst>
          </p:nvPr>
        </p:nvSpPr>
        <p:spPr>
          <a:xfrm>
            <a:off x="8610600" y="0"/>
            <a:ext cx="3581400" cy="6858000"/>
          </a:xfrm>
          <a:custGeom>
            <a:avLst/>
            <a:gdLst>
              <a:gd name="connisteX0" fmla="*/ 0 w 3581400"/>
              <a:gd name="connsiteY0" fmla="*/ 0 h 6858000"/>
              <a:gd name="connisteX1" fmla="*/ 3581400 w 3581400"/>
              <a:gd name="connsiteY1" fmla="*/ 0 h 6858000"/>
              <a:gd name="connisteX2" fmla="*/ 3581400 w 3581400"/>
              <a:gd name="connsiteY2" fmla="*/ 6858000 h 6858000"/>
              <a:gd name="connisteX3" fmla="*/ 0 w 3581400"/>
              <a:gd name="connsiteY3" fmla="*/ 6858000 h 6858000"/>
              <a:gd name="connisteX4" fmla="*/ 0 w 3581400"/>
              <a:gd name="connsiteY4" fmla="*/ 0 h 6858000"/>
            </a:gdLst>
            <a:ahLst/>
            <a:cxnLst>
              <a:cxn ang="0">
                <a:pos x="connisteX0" y="connsiteY0"/>
              </a:cxn>
              <a:cxn ang="0">
                <a:pos x="connisteX1" y="connsiteY1"/>
              </a:cxn>
              <a:cxn ang="0">
                <a:pos x="connisteX2" y="connsiteY2"/>
              </a:cxn>
              <a:cxn ang="0">
                <a:pos x="connisteX3" y="connsiteY3"/>
              </a:cxn>
              <a:cxn ang="0">
                <a:pos x="connisteX4" y="connsiteY4"/>
              </a:cxn>
            </a:cxnLst>
            <a:pathLst>
              <a:path w="3581400" h="6858000">
                <a:moveTo>
                  <a:pt x="0" y="0"/>
                </a:moveTo>
                <a:lnTo>
                  <a:pt x="3581400" y="0"/>
                </a:lnTo>
                <a:lnTo>
                  <a:pt x="3581400" y="6858000"/>
                </a:lnTo>
                <a:lnTo>
                  <a:pt x="0" y="6858000"/>
                </a:lnTo>
                <a:lnTo>
                  <a:pt x="0" y="0"/>
                </a:lnTo>
                <a:close/>
              </a:path>
            </a:pathLst>
          </a:custGeom>
          <a:solidFill>
            <a:srgbClr val="DDDDDD"/>
          </a:solidFill>
          <a:ln>
            <a:noFill/>
          </a:ln>
        </p:spPr>
        <p:txBody>
          <a:bodyPr>
            <a:normAutofit/>
          </a:bodyPr>
          <a:lstStyle>
            <a:lvl1pPr>
              <a:buNone/>
              <a:defRPr/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zh-CN" altLang="en-US" smtClean="0"/>
              <a:t> </a:t>
            </a:r>
            <a:endParaRPr lang="zh-CN" altLang="en-US" smtClean="0"/>
          </a:p>
        </p:txBody>
      </p:sp>
      <p:sp>
        <p:nvSpPr>
          <p:cNvPr id="13" name="装饰  2"/>
          <p:cNvSpPr>
            <a:spLocks noGrp="1"/>
          </p:cNvSpPr>
          <p:nvPr>
            <p:ph type="body" idx="16393" hasCustomPrompt="1"/>
            <p:custDataLst>
              <p:tags r:id="rId7"/>
            </p:custDataLst>
          </p:nvPr>
        </p:nvSpPr>
        <p:spPr>
          <a:xfrm>
            <a:off x="609600" y="2286000"/>
            <a:ext cx="50800" cy="1117600"/>
          </a:xfrm>
          <a:custGeom>
            <a:avLst/>
            <a:gdLst>
              <a:gd name="connisteX0" fmla="*/ 0 w 50800"/>
              <a:gd name="connsiteY0" fmla="*/ 25400 h 1117600"/>
              <a:gd name="connisteX1" fmla="*/ 25400 w 50800"/>
              <a:gd name="connsiteY1" fmla="*/ 0 h 1117600"/>
              <a:gd name="connisteX2" fmla="*/ 25400 w 50800"/>
              <a:gd name="connsiteY2" fmla="*/ 0 h 1117600"/>
              <a:gd name="connisteX3" fmla="*/ 50800 w 50800"/>
              <a:gd name="connsiteY3" fmla="*/ 25400 h 1117600"/>
              <a:gd name="connisteX4" fmla="*/ 50800 w 50800"/>
              <a:gd name="connsiteY4" fmla="*/ 1092200 h 1117600"/>
              <a:gd name="connisteX5" fmla="*/ 25400 w 50800"/>
              <a:gd name="connsiteY5" fmla="*/ 1117600 h 1117600"/>
              <a:gd name="connisteX6" fmla="*/ 25400 w 50800"/>
              <a:gd name="connsiteY6" fmla="*/ 1117600 h 1117600"/>
              <a:gd name="connisteX7" fmla="*/ 0 w 50800"/>
              <a:gd name="connsiteY7" fmla="*/ 1092200 h 1117600"/>
              <a:gd name="connisteX8" fmla="*/ 0 w 50800"/>
              <a:gd name="connsiteY8" fmla="*/ 25400 h 1117600"/>
            </a:gdLst>
            <a:ahLst/>
            <a:cxnLst>
              <a:cxn ang="0">
                <a:pos x="connisteX0" y="connsiteY0"/>
              </a:cxn>
              <a:cxn ang="0">
                <a:pos x="connisteX1" y="connsiteY1"/>
              </a:cxn>
              <a:cxn ang="0">
                <a:pos x="connisteX2" y="connsiteY2"/>
              </a:cxn>
              <a:cxn ang="0">
                <a:pos x="connisteX3" y="connsiteY3"/>
              </a:cxn>
              <a:cxn ang="0">
                <a:pos x="connisteX4" y="connsiteY4"/>
              </a:cxn>
              <a:cxn ang="0">
                <a:pos x="connisteX5" y="connsiteY5"/>
              </a:cxn>
              <a:cxn ang="0">
                <a:pos x="connisteX6" y="connsiteY6"/>
              </a:cxn>
              <a:cxn ang="0">
                <a:pos x="connisteX7" y="connsiteY7"/>
              </a:cxn>
              <a:cxn ang="0">
                <a:pos x="connisteX8" y="connsiteY8"/>
              </a:cxn>
            </a:cxnLst>
            <a:pathLst>
              <a:path w="50800" h="1117600">
                <a:moveTo>
                  <a:pt x="0" y="25400"/>
                </a:moveTo>
                <a:cubicBezTo>
                  <a:pt x="0" y="11372"/>
                  <a:pt x="11372" y="0"/>
                  <a:pt x="25400" y="0"/>
                </a:cubicBezTo>
                <a:lnTo>
                  <a:pt x="25400" y="0"/>
                </a:lnTo>
                <a:cubicBezTo>
                  <a:pt x="39428" y="0"/>
                  <a:pt x="50800" y="11372"/>
                  <a:pt x="50800" y="25400"/>
                </a:cubicBezTo>
                <a:lnTo>
                  <a:pt x="50800" y="1092200"/>
                </a:lnTo>
                <a:cubicBezTo>
                  <a:pt x="50800" y="1106228"/>
                  <a:pt x="39428" y="1117600"/>
                  <a:pt x="25400" y="1117600"/>
                </a:cubicBezTo>
                <a:lnTo>
                  <a:pt x="25400" y="1117600"/>
                </a:lnTo>
                <a:cubicBezTo>
                  <a:pt x="11372" y="1117600"/>
                  <a:pt x="0" y="1106228"/>
                  <a:pt x="0" y="1092200"/>
                </a:cubicBezTo>
                <a:lnTo>
                  <a:pt x="0" y="25400"/>
                </a:lnTo>
                <a:close/>
              </a:path>
            </a:pathLst>
          </a:custGeom>
          <a:solidFill>
            <a:schemeClr val="accent1"/>
          </a:solidFill>
          <a:ln>
            <a:solidFill>
              <a:prstClr val="black">
                <a:alpha val="0"/>
              </a:prstClr>
            </a:solidFill>
            <a:prstDash val="solid"/>
          </a:ln>
        </p:spPr>
        <p:txBody>
          <a:bodyPr>
            <a:noAutofit/>
          </a:bodyPr>
          <a:lstStyle>
            <a:lvl1pPr>
              <a:buNone/>
              <a:defRPr/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zh-CN" altLang="en-US" smtClean="0"/>
              <a:t> </a:t>
            </a:r>
            <a:endParaRPr lang="zh-CN" altLang="en-US" smtClean="0"/>
          </a:p>
        </p:txBody>
      </p:sp>
      <p:sp>
        <p:nvSpPr>
          <p:cNvPr id="14" name="文本占位符 13"/>
          <p:cNvSpPr>
            <a:spLocks noGrp="1"/>
          </p:cNvSpPr>
          <p:nvPr>
            <p:ph type="body" idx="16386" hasCustomPrompt="1"/>
            <p:custDataLst>
              <p:tags r:id="rId8"/>
            </p:custDataLst>
          </p:nvPr>
        </p:nvSpPr>
        <p:spPr>
          <a:xfrm>
            <a:off x="762000" y="2286000"/>
            <a:ext cx="7239000" cy="406400"/>
          </a:xfrm>
          <a:noFill/>
        </p:spPr>
        <p:txBody>
          <a:bodyPr lIns="0" tIns="0" rIns="0" bIns="0" anchor="t">
            <a:normAutofit/>
          </a:bodyPr>
          <a:lstStyle>
            <a:lvl1pPr marL="0" indent="0" algn="l">
              <a:lnSpc>
                <a:spcPct val="111000"/>
              </a:lnSpc>
              <a:spcBef>
                <a:spcPct val="0"/>
              </a:spcBef>
              <a:spcAft>
                <a:spcPct val="0"/>
              </a:spcAft>
              <a:buNone/>
              <a:defRPr sz="2400" b="0" spc="0">
                <a:solidFill>
                  <a:schemeClr val="tx1"/>
                </a:solidFill>
              </a:defRPr>
            </a:lvl1pPr>
          </a:lstStyle>
          <a:p>
            <a:pPr lvl="0"/>
            <a:r>
              <a:rPr lang="zh-CN" altLang="en-US" smtClean="0"/>
              <a:t>单击此处添加项标题</a:t>
            </a:r>
            <a:endParaRPr lang="zh-CN" altLang="en-US" smtClean="0"/>
          </a:p>
        </p:txBody>
      </p:sp>
      <p:sp>
        <p:nvSpPr>
          <p:cNvPr id="15" name="文本占位符 14"/>
          <p:cNvSpPr>
            <a:spLocks noGrp="1"/>
          </p:cNvSpPr>
          <p:nvPr>
            <p:ph type="body" idx="16387" hasCustomPrompt="1"/>
            <p:custDataLst>
              <p:tags r:id="rId9"/>
            </p:custDataLst>
          </p:nvPr>
        </p:nvSpPr>
        <p:spPr>
          <a:xfrm>
            <a:off x="762000" y="2794000"/>
            <a:ext cx="7239000" cy="609600"/>
          </a:xfrm>
          <a:noFill/>
        </p:spPr>
        <p:txBody>
          <a:bodyPr lIns="0" tIns="0" rIns="0" bIns="0" anchor="t">
            <a:normAutofit/>
          </a:bodyPr>
          <a:lstStyle>
            <a:lvl1pPr marL="0" indent="0" algn="l">
              <a:lnSpc>
                <a:spcPct val="125000"/>
              </a:lnSpc>
              <a:spcBef>
                <a:spcPct val="0"/>
              </a:spcBef>
              <a:spcAft>
                <a:spcPct val="0"/>
              </a:spcAft>
              <a:buNone/>
              <a:defRPr sz="1600" b="0" spc="0">
                <a:solidFill>
                  <a:schemeClr val="tx1"/>
                </a:solidFill>
              </a:defRPr>
            </a:lvl1pPr>
          </a:lstStyle>
          <a:p>
            <a:pPr lvl="0"/>
            <a:r>
              <a:rPr lang="zh-CN" altLang="en-US" smtClean="0"/>
              <a:t>单击此处添加项正文</a:t>
            </a:r>
            <a:endParaRPr lang="zh-CN" altLang="en-US" smtClean="0"/>
          </a:p>
        </p:txBody>
      </p:sp>
      <p:sp>
        <p:nvSpPr>
          <p:cNvPr id="16" name="装饰  5"/>
          <p:cNvSpPr>
            <a:spLocks noGrp="1"/>
          </p:cNvSpPr>
          <p:nvPr>
            <p:ph type="body" idx="16394" hasCustomPrompt="1"/>
            <p:custDataLst>
              <p:tags r:id="rId10"/>
            </p:custDataLst>
          </p:nvPr>
        </p:nvSpPr>
        <p:spPr>
          <a:xfrm>
            <a:off x="609600" y="3708400"/>
            <a:ext cx="50800" cy="1117600"/>
          </a:xfrm>
          <a:custGeom>
            <a:avLst/>
            <a:gdLst>
              <a:gd name="connisteX0" fmla="*/ 0 w 50800"/>
              <a:gd name="connsiteY0" fmla="*/ 25400 h 1117600"/>
              <a:gd name="connisteX1" fmla="*/ 25400 w 50800"/>
              <a:gd name="connsiteY1" fmla="*/ 0 h 1117600"/>
              <a:gd name="connisteX2" fmla="*/ 25400 w 50800"/>
              <a:gd name="connsiteY2" fmla="*/ 0 h 1117600"/>
              <a:gd name="connisteX3" fmla="*/ 50800 w 50800"/>
              <a:gd name="connsiteY3" fmla="*/ 25400 h 1117600"/>
              <a:gd name="connisteX4" fmla="*/ 50800 w 50800"/>
              <a:gd name="connsiteY4" fmla="*/ 1092200 h 1117600"/>
              <a:gd name="connisteX5" fmla="*/ 25400 w 50800"/>
              <a:gd name="connsiteY5" fmla="*/ 1117600 h 1117600"/>
              <a:gd name="connisteX6" fmla="*/ 25400 w 50800"/>
              <a:gd name="connsiteY6" fmla="*/ 1117600 h 1117600"/>
              <a:gd name="connisteX7" fmla="*/ 0 w 50800"/>
              <a:gd name="connsiteY7" fmla="*/ 1092200 h 1117600"/>
              <a:gd name="connisteX8" fmla="*/ 0 w 50800"/>
              <a:gd name="connsiteY8" fmla="*/ 25400 h 1117600"/>
            </a:gdLst>
            <a:ahLst/>
            <a:cxnLst>
              <a:cxn ang="0">
                <a:pos x="connisteX0" y="connsiteY0"/>
              </a:cxn>
              <a:cxn ang="0">
                <a:pos x="connisteX1" y="connsiteY1"/>
              </a:cxn>
              <a:cxn ang="0">
                <a:pos x="connisteX2" y="connsiteY2"/>
              </a:cxn>
              <a:cxn ang="0">
                <a:pos x="connisteX3" y="connsiteY3"/>
              </a:cxn>
              <a:cxn ang="0">
                <a:pos x="connisteX4" y="connsiteY4"/>
              </a:cxn>
              <a:cxn ang="0">
                <a:pos x="connisteX5" y="connsiteY5"/>
              </a:cxn>
              <a:cxn ang="0">
                <a:pos x="connisteX6" y="connsiteY6"/>
              </a:cxn>
              <a:cxn ang="0">
                <a:pos x="connisteX7" y="connsiteY7"/>
              </a:cxn>
              <a:cxn ang="0">
                <a:pos x="connisteX8" y="connsiteY8"/>
              </a:cxn>
            </a:cxnLst>
            <a:pathLst>
              <a:path w="50800" h="1117600">
                <a:moveTo>
                  <a:pt x="0" y="25400"/>
                </a:moveTo>
                <a:cubicBezTo>
                  <a:pt x="0" y="11372"/>
                  <a:pt x="11372" y="0"/>
                  <a:pt x="25400" y="0"/>
                </a:cubicBezTo>
                <a:lnTo>
                  <a:pt x="25400" y="0"/>
                </a:lnTo>
                <a:cubicBezTo>
                  <a:pt x="39428" y="0"/>
                  <a:pt x="50800" y="11372"/>
                  <a:pt x="50800" y="25400"/>
                </a:cubicBezTo>
                <a:lnTo>
                  <a:pt x="50800" y="1092200"/>
                </a:lnTo>
                <a:cubicBezTo>
                  <a:pt x="50800" y="1106228"/>
                  <a:pt x="39428" y="1117600"/>
                  <a:pt x="25400" y="1117600"/>
                </a:cubicBezTo>
                <a:lnTo>
                  <a:pt x="25400" y="1117600"/>
                </a:lnTo>
                <a:cubicBezTo>
                  <a:pt x="11372" y="1117600"/>
                  <a:pt x="0" y="1106228"/>
                  <a:pt x="0" y="1092200"/>
                </a:cubicBezTo>
                <a:lnTo>
                  <a:pt x="0" y="25400"/>
                </a:lnTo>
                <a:close/>
              </a:path>
            </a:pathLst>
          </a:custGeom>
          <a:solidFill>
            <a:schemeClr val="accent1"/>
          </a:solidFill>
          <a:ln>
            <a:solidFill>
              <a:prstClr val="black">
                <a:alpha val="0"/>
              </a:prstClr>
            </a:solidFill>
            <a:prstDash val="solid"/>
          </a:ln>
        </p:spPr>
        <p:txBody>
          <a:bodyPr>
            <a:noAutofit/>
          </a:bodyPr>
          <a:lstStyle>
            <a:lvl1pPr>
              <a:buNone/>
              <a:defRPr/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zh-CN" altLang="en-US" smtClean="0"/>
              <a:t> </a:t>
            </a:r>
            <a:endParaRPr lang="zh-CN" altLang="en-US" smtClean="0"/>
          </a:p>
        </p:txBody>
      </p:sp>
      <p:sp>
        <p:nvSpPr>
          <p:cNvPr id="17" name="文本占位符 16"/>
          <p:cNvSpPr>
            <a:spLocks noGrp="1"/>
          </p:cNvSpPr>
          <p:nvPr>
            <p:ph type="body" idx="16388" hasCustomPrompt="1"/>
            <p:custDataLst>
              <p:tags r:id="rId11"/>
            </p:custDataLst>
          </p:nvPr>
        </p:nvSpPr>
        <p:spPr>
          <a:xfrm>
            <a:off x="762000" y="3708400"/>
            <a:ext cx="7239000" cy="406400"/>
          </a:xfrm>
          <a:noFill/>
        </p:spPr>
        <p:txBody>
          <a:bodyPr lIns="0" tIns="0" rIns="0" bIns="0" anchor="t">
            <a:normAutofit/>
          </a:bodyPr>
          <a:lstStyle>
            <a:lvl1pPr marL="0" indent="0" algn="l">
              <a:lnSpc>
                <a:spcPct val="111000"/>
              </a:lnSpc>
              <a:spcBef>
                <a:spcPct val="0"/>
              </a:spcBef>
              <a:spcAft>
                <a:spcPct val="0"/>
              </a:spcAft>
              <a:buNone/>
              <a:defRPr sz="2400" b="0" spc="0">
                <a:solidFill>
                  <a:schemeClr val="tx1"/>
                </a:solidFill>
              </a:defRPr>
            </a:lvl1pPr>
          </a:lstStyle>
          <a:p>
            <a:pPr lvl="0"/>
            <a:r>
              <a:rPr lang="zh-CN" altLang="en-US" smtClean="0"/>
              <a:t>单击此处添加项标题</a:t>
            </a:r>
            <a:endParaRPr lang="zh-CN" altLang="en-US" smtClean="0"/>
          </a:p>
        </p:txBody>
      </p:sp>
      <p:sp>
        <p:nvSpPr>
          <p:cNvPr id="18" name="文本占位符 17"/>
          <p:cNvSpPr>
            <a:spLocks noGrp="1"/>
          </p:cNvSpPr>
          <p:nvPr>
            <p:ph type="body" idx="16389" hasCustomPrompt="1"/>
            <p:custDataLst>
              <p:tags r:id="rId12"/>
            </p:custDataLst>
          </p:nvPr>
        </p:nvSpPr>
        <p:spPr>
          <a:xfrm>
            <a:off x="762000" y="4216400"/>
            <a:ext cx="7239000" cy="609600"/>
          </a:xfrm>
          <a:noFill/>
        </p:spPr>
        <p:txBody>
          <a:bodyPr lIns="0" tIns="0" rIns="0" bIns="0" anchor="t">
            <a:normAutofit/>
          </a:bodyPr>
          <a:lstStyle>
            <a:lvl1pPr marL="0" indent="0" algn="l">
              <a:lnSpc>
                <a:spcPct val="125000"/>
              </a:lnSpc>
              <a:spcBef>
                <a:spcPct val="0"/>
              </a:spcBef>
              <a:spcAft>
                <a:spcPct val="0"/>
              </a:spcAft>
              <a:buNone/>
              <a:defRPr sz="1600" b="0" spc="0">
                <a:solidFill>
                  <a:schemeClr val="tx1"/>
                </a:solidFill>
              </a:defRPr>
            </a:lvl1pPr>
          </a:lstStyle>
          <a:p>
            <a:pPr lvl="0"/>
            <a:r>
              <a:rPr lang="zh-CN" altLang="en-US" smtClean="0"/>
              <a:t>单击此处添加项正文</a:t>
            </a:r>
            <a:endParaRPr lang="zh-CN" altLang="en-US" smtClean="0"/>
          </a:p>
        </p:txBody>
      </p:sp>
      <p:sp>
        <p:nvSpPr>
          <p:cNvPr id="19" name="装饰  8"/>
          <p:cNvSpPr>
            <a:spLocks noGrp="1"/>
          </p:cNvSpPr>
          <p:nvPr>
            <p:ph type="body" idx="16395" hasCustomPrompt="1"/>
            <p:custDataLst>
              <p:tags r:id="rId13"/>
            </p:custDataLst>
          </p:nvPr>
        </p:nvSpPr>
        <p:spPr>
          <a:xfrm>
            <a:off x="609600" y="5130800"/>
            <a:ext cx="50800" cy="1117600"/>
          </a:xfrm>
          <a:custGeom>
            <a:avLst/>
            <a:gdLst>
              <a:gd name="connisteX0" fmla="*/ 0 w 50800"/>
              <a:gd name="connsiteY0" fmla="*/ 25400 h 1117600"/>
              <a:gd name="connisteX1" fmla="*/ 25400 w 50800"/>
              <a:gd name="connsiteY1" fmla="*/ 0 h 1117600"/>
              <a:gd name="connisteX2" fmla="*/ 25400 w 50800"/>
              <a:gd name="connsiteY2" fmla="*/ 0 h 1117600"/>
              <a:gd name="connisteX3" fmla="*/ 50800 w 50800"/>
              <a:gd name="connsiteY3" fmla="*/ 25400 h 1117600"/>
              <a:gd name="connisteX4" fmla="*/ 50800 w 50800"/>
              <a:gd name="connsiteY4" fmla="*/ 1092200 h 1117600"/>
              <a:gd name="connisteX5" fmla="*/ 25400 w 50800"/>
              <a:gd name="connsiteY5" fmla="*/ 1117600 h 1117600"/>
              <a:gd name="connisteX6" fmla="*/ 25400 w 50800"/>
              <a:gd name="connsiteY6" fmla="*/ 1117600 h 1117600"/>
              <a:gd name="connisteX7" fmla="*/ 0 w 50800"/>
              <a:gd name="connsiteY7" fmla="*/ 1092200 h 1117600"/>
              <a:gd name="connisteX8" fmla="*/ 0 w 50800"/>
              <a:gd name="connsiteY8" fmla="*/ 25400 h 1117600"/>
            </a:gdLst>
            <a:ahLst/>
            <a:cxnLst>
              <a:cxn ang="0">
                <a:pos x="connisteX0" y="connsiteY0"/>
              </a:cxn>
              <a:cxn ang="0">
                <a:pos x="connisteX1" y="connsiteY1"/>
              </a:cxn>
              <a:cxn ang="0">
                <a:pos x="connisteX2" y="connsiteY2"/>
              </a:cxn>
              <a:cxn ang="0">
                <a:pos x="connisteX3" y="connsiteY3"/>
              </a:cxn>
              <a:cxn ang="0">
                <a:pos x="connisteX4" y="connsiteY4"/>
              </a:cxn>
              <a:cxn ang="0">
                <a:pos x="connisteX5" y="connsiteY5"/>
              </a:cxn>
              <a:cxn ang="0">
                <a:pos x="connisteX6" y="connsiteY6"/>
              </a:cxn>
              <a:cxn ang="0">
                <a:pos x="connisteX7" y="connsiteY7"/>
              </a:cxn>
              <a:cxn ang="0">
                <a:pos x="connisteX8" y="connsiteY8"/>
              </a:cxn>
            </a:cxnLst>
            <a:pathLst>
              <a:path w="50800" h="1117600">
                <a:moveTo>
                  <a:pt x="0" y="25400"/>
                </a:moveTo>
                <a:cubicBezTo>
                  <a:pt x="0" y="11372"/>
                  <a:pt x="11372" y="0"/>
                  <a:pt x="25400" y="0"/>
                </a:cubicBezTo>
                <a:lnTo>
                  <a:pt x="25400" y="0"/>
                </a:lnTo>
                <a:cubicBezTo>
                  <a:pt x="39428" y="0"/>
                  <a:pt x="50800" y="11372"/>
                  <a:pt x="50800" y="25400"/>
                </a:cubicBezTo>
                <a:lnTo>
                  <a:pt x="50800" y="1092200"/>
                </a:lnTo>
                <a:cubicBezTo>
                  <a:pt x="50800" y="1106228"/>
                  <a:pt x="39428" y="1117600"/>
                  <a:pt x="25400" y="1117600"/>
                </a:cubicBezTo>
                <a:lnTo>
                  <a:pt x="25400" y="1117600"/>
                </a:lnTo>
                <a:cubicBezTo>
                  <a:pt x="11372" y="1117600"/>
                  <a:pt x="0" y="1106228"/>
                  <a:pt x="0" y="1092200"/>
                </a:cubicBezTo>
                <a:lnTo>
                  <a:pt x="0" y="25400"/>
                </a:lnTo>
                <a:close/>
              </a:path>
            </a:pathLst>
          </a:custGeom>
          <a:solidFill>
            <a:schemeClr val="accent1"/>
          </a:solidFill>
          <a:ln>
            <a:solidFill>
              <a:prstClr val="black">
                <a:alpha val="0"/>
              </a:prstClr>
            </a:solidFill>
            <a:prstDash val="solid"/>
          </a:ln>
        </p:spPr>
        <p:txBody>
          <a:bodyPr>
            <a:noAutofit/>
          </a:bodyPr>
          <a:lstStyle>
            <a:lvl1pPr>
              <a:buNone/>
              <a:defRPr/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zh-CN" altLang="en-US" smtClean="0"/>
              <a:t> </a:t>
            </a:r>
            <a:endParaRPr lang="zh-CN" altLang="en-US" smtClean="0"/>
          </a:p>
        </p:txBody>
      </p:sp>
      <p:sp>
        <p:nvSpPr>
          <p:cNvPr id="20" name="文本占位符 19"/>
          <p:cNvSpPr>
            <a:spLocks noGrp="1"/>
          </p:cNvSpPr>
          <p:nvPr>
            <p:ph type="body" idx="16390" hasCustomPrompt="1"/>
            <p:custDataLst>
              <p:tags r:id="rId14"/>
            </p:custDataLst>
          </p:nvPr>
        </p:nvSpPr>
        <p:spPr>
          <a:xfrm>
            <a:off x="762000" y="5130800"/>
            <a:ext cx="7239000" cy="406400"/>
          </a:xfrm>
          <a:noFill/>
        </p:spPr>
        <p:txBody>
          <a:bodyPr lIns="0" tIns="0" rIns="0" bIns="0" anchor="t">
            <a:normAutofit/>
          </a:bodyPr>
          <a:lstStyle>
            <a:lvl1pPr marL="0" indent="0" algn="l">
              <a:lnSpc>
                <a:spcPct val="111000"/>
              </a:lnSpc>
              <a:spcBef>
                <a:spcPct val="0"/>
              </a:spcBef>
              <a:spcAft>
                <a:spcPct val="0"/>
              </a:spcAft>
              <a:buNone/>
              <a:defRPr sz="2400" b="0" spc="0">
                <a:solidFill>
                  <a:schemeClr val="tx1"/>
                </a:solidFill>
              </a:defRPr>
            </a:lvl1pPr>
          </a:lstStyle>
          <a:p>
            <a:pPr lvl="0"/>
            <a:r>
              <a:rPr lang="zh-CN" altLang="en-US" smtClean="0"/>
              <a:t>单击此处添加项标题</a:t>
            </a:r>
            <a:endParaRPr lang="zh-CN" altLang="en-US" smtClean="0"/>
          </a:p>
        </p:txBody>
      </p:sp>
      <p:sp>
        <p:nvSpPr>
          <p:cNvPr id="21" name="文本占位符 20"/>
          <p:cNvSpPr>
            <a:spLocks noGrp="1"/>
          </p:cNvSpPr>
          <p:nvPr>
            <p:ph type="body" idx="16391" hasCustomPrompt="1"/>
            <p:custDataLst>
              <p:tags r:id="rId15"/>
            </p:custDataLst>
          </p:nvPr>
        </p:nvSpPr>
        <p:spPr>
          <a:xfrm>
            <a:off x="762000" y="5638800"/>
            <a:ext cx="7239000" cy="609600"/>
          </a:xfrm>
          <a:noFill/>
        </p:spPr>
        <p:txBody>
          <a:bodyPr lIns="0" tIns="0" rIns="0" bIns="0" anchor="t">
            <a:normAutofit/>
          </a:bodyPr>
          <a:lstStyle>
            <a:lvl1pPr marL="0" indent="0" algn="l">
              <a:lnSpc>
                <a:spcPct val="125000"/>
              </a:lnSpc>
              <a:spcBef>
                <a:spcPct val="0"/>
              </a:spcBef>
              <a:spcAft>
                <a:spcPct val="0"/>
              </a:spcAft>
              <a:buNone/>
              <a:defRPr sz="1600" b="0" spc="0">
                <a:solidFill>
                  <a:schemeClr val="tx1"/>
                </a:solidFill>
              </a:defRPr>
            </a:lvl1pPr>
          </a:lstStyle>
          <a:p>
            <a:pPr lvl="0"/>
            <a:r>
              <a:rPr lang="zh-CN" altLang="en-US" smtClean="0"/>
              <a:t>单击此处添加项正文</a:t>
            </a:r>
            <a:endParaRPr lang="zh-CN" altLang="en-US" smtClean="0"/>
          </a:p>
        </p:txBody>
      </p:sp>
    </p:spTree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4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正文页-10012_15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日期占位符 5"/>
          <p:cNvSpPr>
            <a:spLocks noGrp="1"/>
          </p:cNvSpPr>
          <p:nvPr>
            <p:ph type="dt" sz="half" idx="10"/>
            <p:custDataLst>
              <p:tags r:id="rId2"/>
            </p:custDataLst>
          </p:nvPr>
        </p:nvSpPr>
        <p:spPr>
          <a:xfrm>
            <a:off x="838200" y="6356350"/>
            <a:ext cx="2743200" cy="365125"/>
          </a:xfrm>
        </p:spPr>
        <p:txBody>
          <a:bodyPr/>
          <a:lstStyle/>
          <a:p>
            <a:fld id="{AFF1154F-E427-4513-B34B-94E36374A1AB}" type="datetimeFigureOut">
              <a:rPr lang="zh-CN" altLang="en-US" smtClean="0"/>
            </a:fld>
            <a:endParaRPr lang="zh-CN" altLang="en-US"/>
          </a:p>
        </p:txBody>
      </p:sp>
      <p:sp>
        <p:nvSpPr>
          <p:cNvPr id="9" name="页脚占位符 8"/>
          <p:cNvSpPr>
            <a:spLocks noGrp="1"/>
          </p:cNvSpPr>
          <p:nvPr>
            <p:ph type="ftr" sz="quarter" idx="11"/>
            <p:custDataLst>
              <p:tags r:id="rId3"/>
            </p:custDataLst>
          </p:nvPr>
        </p:nvSpPr>
        <p:spPr>
          <a:xfrm>
            <a:off x="4038600" y="6356350"/>
            <a:ext cx="4114800" cy="365125"/>
          </a:xfrm>
        </p:spPr>
        <p:txBody>
          <a:bodyPr/>
          <a:lstStyle/>
          <a:p>
            <a:endParaRPr lang="zh-CN" altLang="en-US"/>
          </a:p>
        </p:txBody>
      </p:sp>
      <p:sp>
        <p:nvSpPr>
          <p:cNvPr id="10" name="灯片编号占位符 9"/>
          <p:cNvSpPr>
            <a:spLocks noGrp="1"/>
          </p:cNvSpPr>
          <p:nvPr>
            <p:ph type="sldNum" sz="quarter" idx="12"/>
            <p:custDataLst>
              <p:tags r:id="rId4"/>
            </p:custDataLst>
          </p:nvPr>
        </p:nvSpPr>
        <p:spPr>
          <a:xfrm>
            <a:off x="8610600" y="6356350"/>
            <a:ext cx="2743200" cy="365125"/>
          </a:xfrm>
        </p:spPr>
        <p:txBody>
          <a:bodyPr/>
          <a:lstStyle/>
          <a:p>
            <a:fld id="{CFDA0808-8B01-405B-8ED6-12013DCE0AF6}" type="slidenum">
              <a:rPr lang="zh-CN" altLang="en-US" smtClean="0"/>
            </a:fld>
            <a:endParaRPr lang="zh-CN" altLang="en-US"/>
          </a:p>
        </p:txBody>
      </p:sp>
      <p:sp>
        <p:nvSpPr>
          <p:cNvPr id="11" name="标题 10"/>
          <p:cNvSpPr>
            <a:spLocks noGrp="1"/>
          </p:cNvSpPr>
          <p:nvPr>
            <p:ph type="ctrTitle" idx="16385" hasCustomPrompt="1"/>
            <p:custDataLst>
              <p:tags r:id="rId5"/>
            </p:custDataLst>
          </p:nvPr>
        </p:nvSpPr>
        <p:spPr>
          <a:xfrm>
            <a:off x="609600" y="533400"/>
            <a:ext cx="10972800" cy="609600"/>
          </a:xfrm>
          <a:noFill/>
        </p:spPr>
        <p:txBody>
          <a:bodyPr lIns="0" tIns="0" rIns="0" bIns="0" anchor="t">
            <a:normAutofit/>
          </a:bodyPr>
          <a:lstStyle>
            <a:lvl1pPr marL="0" indent="0" algn="l">
              <a:lnSpc>
                <a:spcPct val="111000"/>
              </a:lnSpc>
              <a:spcBef>
                <a:spcPct val="0"/>
              </a:spcBef>
              <a:spcAft>
                <a:spcPct val="0"/>
              </a:spcAft>
              <a:buNone/>
              <a:defRPr sz="3600" b="0" spc="0">
                <a:solidFill>
                  <a:schemeClr val="tx1"/>
                </a:solidFill>
              </a:defRPr>
            </a:lvl1pPr>
          </a:lstStyle>
          <a:p>
            <a:r>
              <a:rPr lang="zh-CN" altLang="en-US"/>
              <a:t>单击此处添加标题</a:t>
            </a:r>
            <a:endParaRPr lang="zh-CN" altLang="en-US"/>
          </a:p>
        </p:txBody>
      </p:sp>
      <p:sp>
        <p:nvSpPr>
          <p:cNvPr id="12" name="内容占位符 11"/>
          <p:cNvSpPr>
            <a:spLocks noGrp="1"/>
          </p:cNvSpPr>
          <p:nvPr>
            <p:ph idx="16392" hasCustomPrompt="1"/>
            <p:custDataLst>
              <p:tags r:id="rId6"/>
            </p:custDataLst>
          </p:nvPr>
        </p:nvSpPr>
        <p:spPr>
          <a:xfrm>
            <a:off x="609600" y="1524000"/>
            <a:ext cx="5486400" cy="4724400"/>
          </a:xfrm>
          <a:custGeom>
            <a:avLst/>
            <a:gdLst>
              <a:gd name="connisteX0" fmla="*/ 0 w 5486400"/>
              <a:gd name="connsiteY0" fmla="*/ 203200 h 4724400"/>
              <a:gd name="connisteX1" fmla="*/ 203200 w 5486400"/>
              <a:gd name="connsiteY1" fmla="*/ 0 h 4724400"/>
              <a:gd name="connisteX2" fmla="*/ 5283200 w 5486400"/>
              <a:gd name="connsiteY2" fmla="*/ 0 h 4724400"/>
              <a:gd name="connisteX3" fmla="*/ 5486400 w 5486400"/>
              <a:gd name="connsiteY3" fmla="*/ 203200 h 4724400"/>
              <a:gd name="connisteX4" fmla="*/ 5486400 w 5486400"/>
              <a:gd name="connsiteY4" fmla="*/ 4521200 h 4724400"/>
              <a:gd name="connisteX5" fmla="*/ 5283200 w 5486400"/>
              <a:gd name="connsiteY5" fmla="*/ 4724400 h 4724400"/>
              <a:gd name="connisteX6" fmla="*/ 203200 w 5486400"/>
              <a:gd name="connsiteY6" fmla="*/ 4724400 h 4724400"/>
              <a:gd name="connisteX7" fmla="*/ 0 w 5486400"/>
              <a:gd name="connsiteY7" fmla="*/ 4521200 h 4724400"/>
              <a:gd name="connisteX8" fmla="*/ 0 w 5486400"/>
              <a:gd name="connsiteY8" fmla="*/ 203200 h 4724400"/>
            </a:gdLst>
            <a:ahLst/>
            <a:cxnLst>
              <a:cxn ang="0">
                <a:pos x="connisteX0" y="connsiteY0"/>
              </a:cxn>
              <a:cxn ang="0">
                <a:pos x="connisteX1" y="connsiteY1"/>
              </a:cxn>
              <a:cxn ang="0">
                <a:pos x="connisteX2" y="connsiteY2"/>
              </a:cxn>
              <a:cxn ang="0">
                <a:pos x="connisteX3" y="connsiteY3"/>
              </a:cxn>
              <a:cxn ang="0">
                <a:pos x="connisteX4" y="connsiteY4"/>
              </a:cxn>
              <a:cxn ang="0">
                <a:pos x="connisteX5" y="connsiteY5"/>
              </a:cxn>
              <a:cxn ang="0">
                <a:pos x="connisteX6" y="connsiteY6"/>
              </a:cxn>
              <a:cxn ang="0">
                <a:pos x="connisteX7" y="connsiteY7"/>
              </a:cxn>
              <a:cxn ang="0">
                <a:pos x="connisteX8" y="connsiteY8"/>
              </a:cxn>
            </a:cxnLst>
            <a:pathLst>
              <a:path w="5486400" h="4724400">
                <a:moveTo>
                  <a:pt x="0" y="203200"/>
                </a:moveTo>
                <a:cubicBezTo>
                  <a:pt x="0" y="90976"/>
                  <a:pt x="90976" y="0"/>
                  <a:pt x="203200" y="0"/>
                </a:cubicBezTo>
                <a:lnTo>
                  <a:pt x="5283200" y="0"/>
                </a:lnTo>
                <a:cubicBezTo>
                  <a:pt x="5395424" y="0"/>
                  <a:pt x="5486400" y="90976"/>
                  <a:pt x="5486400" y="203200"/>
                </a:cubicBezTo>
                <a:lnTo>
                  <a:pt x="5486400" y="4521200"/>
                </a:lnTo>
                <a:cubicBezTo>
                  <a:pt x="5486400" y="4633424"/>
                  <a:pt x="5395424" y="4724400"/>
                  <a:pt x="5283200" y="4724400"/>
                </a:cubicBezTo>
                <a:lnTo>
                  <a:pt x="203200" y="4724400"/>
                </a:lnTo>
                <a:cubicBezTo>
                  <a:pt x="90976" y="4724400"/>
                  <a:pt x="0" y="4633424"/>
                  <a:pt x="0" y="4521200"/>
                </a:cubicBezTo>
                <a:lnTo>
                  <a:pt x="0" y="203200"/>
                </a:lnTo>
                <a:close/>
              </a:path>
            </a:pathLst>
          </a:custGeom>
          <a:solidFill>
            <a:srgbClr val="DDDDDD"/>
          </a:solidFill>
          <a:ln>
            <a:noFill/>
          </a:ln>
        </p:spPr>
        <p:txBody>
          <a:bodyPr>
            <a:normAutofit/>
          </a:bodyPr>
          <a:lstStyle>
            <a:lvl1pPr>
              <a:buNone/>
              <a:defRPr/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zh-CN" altLang="en-US" smtClean="0"/>
              <a:t> </a:t>
            </a:r>
            <a:endParaRPr lang="zh-CN" altLang="en-US" smtClean="0"/>
          </a:p>
        </p:txBody>
      </p:sp>
      <p:sp>
        <p:nvSpPr>
          <p:cNvPr id="13" name="文本占位符 12"/>
          <p:cNvSpPr>
            <a:spLocks noGrp="1"/>
          </p:cNvSpPr>
          <p:nvPr>
            <p:ph type="body" idx="16386" hasCustomPrompt="1"/>
            <p:custDataLst>
              <p:tags r:id="rId7"/>
            </p:custDataLst>
          </p:nvPr>
        </p:nvSpPr>
        <p:spPr>
          <a:xfrm>
            <a:off x="6553200" y="1524000"/>
            <a:ext cx="5029200" cy="406400"/>
          </a:xfrm>
          <a:noFill/>
        </p:spPr>
        <p:txBody>
          <a:bodyPr lIns="0" tIns="0" rIns="0" bIns="0" anchor="t">
            <a:normAutofit/>
          </a:bodyPr>
          <a:lstStyle>
            <a:lvl1pPr marL="0" indent="0" algn="l">
              <a:lnSpc>
                <a:spcPct val="111000"/>
              </a:lnSpc>
              <a:spcBef>
                <a:spcPct val="0"/>
              </a:spcBef>
              <a:spcAft>
                <a:spcPct val="0"/>
              </a:spcAft>
              <a:buNone/>
              <a:defRPr sz="2400" b="0" spc="0">
                <a:solidFill>
                  <a:schemeClr val="tx1"/>
                </a:solidFill>
              </a:defRPr>
            </a:lvl1pPr>
          </a:lstStyle>
          <a:p>
            <a:pPr lvl="0"/>
            <a:r>
              <a:rPr lang="zh-CN" altLang="en-US" smtClean="0"/>
              <a:t>单击此处添加项标题</a:t>
            </a:r>
            <a:endParaRPr lang="zh-CN" altLang="en-US" smtClean="0"/>
          </a:p>
        </p:txBody>
      </p:sp>
      <p:sp>
        <p:nvSpPr>
          <p:cNvPr id="14" name="文本占位符 13"/>
          <p:cNvSpPr>
            <a:spLocks noGrp="1"/>
          </p:cNvSpPr>
          <p:nvPr>
            <p:ph type="body" idx="16387" hasCustomPrompt="1"/>
            <p:custDataLst>
              <p:tags r:id="rId8"/>
            </p:custDataLst>
          </p:nvPr>
        </p:nvSpPr>
        <p:spPr>
          <a:xfrm>
            <a:off x="6553200" y="2082800"/>
            <a:ext cx="5029200" cy="914400"/>
          </a:xfrm>
          <a:noFill/>
        </p:spPr>
        <p:txBody>
          <a:bodyPr lIns="0" tIns="0" rIns="0" bIns="0" anchor="t">
            <a:normAutofit/>
          </a:bodyPr>
          <a:lstStyle>
            <a:lvl1pPr marL="0" indent="0" algn="l">
              <a:lnSpc>
                <a:spcPct val="125000"/>
              </a:lnSpc>
              <a:spcBef>
                <a:spcPct val="0"/>
              </a:spcBef>
              <a:spcAft>
                <a:spcPct val="0"/>
              </a:spcAft>
              <a:buNone/>
              <a:defRPr sz="1600" b="0" spc="0">
                <a:solidFill>
                  <a:schemeClr val="tx1"/>
                </a:solidFill>
              </a:defRPr>
            </a:lvl1pPr>
          </a:lstStyle>
          <a:p>
            <a:pPr lvl="0"/>
            <a:r>
              <a:rPr lang="zh-CN" altLang="en-US" smtClean="0"/>
              <a:t>单击此处添加项正文</a:t>
            </a:r>
            <a:endParaRPr lang="zh-CN" altLang="en-US" smtClean="0"/>
          </a:p>
        </p:txBody>
      </p:sp>
      <p:sp>
        <p:nvSpPr>
          <p:cNvPr id="15" name="文本占位符 14"/>
          <p:cNvSpPr>
            <a:spLocks noGrp="1"/>
          </p:cNvSpPr>
          <p:nvPr>
            <p:ph type="body" idx="16388" hasCustomPrompt="1"/>
            <p:custDataLst>
              <p:tags r:id="rId9"/>
            </p:custDataLst>
          </p:nvPr>
        </p:nvSpPr>
        <p:spPr>
          <a:xfrm>
            <a:off x="6553200" y="3149600"/>
            <a:ext cx="5029200" cy="406400"/>
          </a:xfrm>
          <a:noFill/>
        </p:spPr>
        <p:txBody>
          <a:bodyPr lIns="0" tIns="0" rIns="0" bIns="0" anchor="t">
            <a:normAutofit/>
          </a:bodyPr>
          <a:lstStyle>
            <a:lvl1pPr marL="0" indent="0" algn="l">
              <a:lnSpc>
                <a:spcPct val="111000"/>
              </a:lnSpc>
              <a:spcBef>
                <a:spcPct val="0"/>
              </a:spcBef>
              <a:spcAft>
                <a:spcPct val="0"/>
              </a:spcAft>
              <a:buNone/>
              <a:defRPr sz="2400" b="0" spc="0">
                <a:solidFill>
                  <a:schemeClr val="tx1"/>
                </a:solidFill>
              </a:defRPr>
            </a:lvl1pPr>
          </a:lstStyle>
          <a:p>
            <a:pPr lvl="0"/>
            <a:r>
              <a:rPr lang="zh-CN" altLang="en-US" smtClean="0"/>
              <a:t>单击此处添加项标题</a:t>
            </a:r>
            <a:endParaRPr lang="zh-CN" altLang="en-US" smtClean="0"/>
          </a:p>
        </p:txBody>
      </p:sp>
      <p:sp>
        <p:nvSpPr>
          <p:cNvPr id="16" name="文本占位符 15"/>
          <p:cNvSpPr>
            <a:spLocks noGrp="1"/>
          </p:cNvSpPr>
          <p:nvPr>
            <p:ph type="body" idx="16389" hasCustomPrompt="1"/>
            <p:custDataLst>
              <p:tags r:id="rId10"/>
            </p:custDataLst>
          </p:nvPr>
        </p:nvSpPr>
        <p:spPr>
          <a:xfrm>
            <a:off x="6553200" y="3708400"/>
            <a:ext cx="5029200" cy="914400"/>
          </a:xfrm>
          <a:noFill/>
        </p:spPr>
        <p:txBody>
          <a:bodyPr lIns="0" tIns="0" rIns="0" bIns="0" anchor="t">
            <a:normAutofit/>
          </a:bodyPr>
          <a:lstStyle>
            <a:lvl1pPr marL="0" indent="0" algn="l">
              <a:lnSpc>
                <a:spcPct val="125000"/>
              </a:lnSpc>
              <a:spcBef>
                <a:spcPct val="0"/>
              </a:spcBef>
              <a:spcAft>
                <a:spcPct val="0"/>
              </a:spcAft>
              <a:buNone/>
              <a:defRPr sz="1600" b="0" spc="0">
                <a:solidFill>
                  <a:schemeClr val="tx1"/>
                </a:solidFill>
              </a:defRPr>
            </a:lvl1pPr>
          </a:lstStyle>
          <a:p>
            <a:pPr lvl="0"/>
            <a:r>
              <a:rPr lang="zh-CN" altLang="en-US" smtClean="0"/>
              <a:t>单击此处添加项正文</a:t>
            </a:r>
            <a:endParaRPr lang="zh-CN" altLang="en-US" smtClean="0"/>
          </a:p>
        </p:txBody>
      </p:sp>
      <p:sp>
        <p:nvSpPr>
          <p:cNvPr id="17" name="文本占位符 16"/>
          <p:cNvSpPr>
            <a:spLocks noGrp="1"/>
          </p:cNvSpPr>
          <p:nvPr>
            <p:ph type="body" idx="16390" hasCustomPrompt="1"/>
            <p:custDataLst>
              <p:tags r:id="rId11"/>
            </p:custDataLst>
          </p:nvPr>
        </p:nvSpPr>
        <p:spPr>
          <a:xfrm>
            <a:off x="6553200" y="4775200"/>
            <a:ext cx="5029200" cy="406400"/>
          </a:xfrm>
          <a:noFill/>
        </p:spPr>
        <p:txBody>
          <a:bodyPr lIns="0" tIns="0" rIns="0" bIns="0" anchor="t">
            <a:normAutofit/>
          </a:bodyPr>
          <a:lstStyle>
            <a:lvl1pPr marL="0" indent="0" algn="l">
              <a:lnSpc>
                <a:spcPct val="111000"/>
              </a:lnSpc>
              <a:spcBef>
                <a:spcPct val="0"/>
              </a:spcBef>
              <a:spcAft>
                <a:spcPct val="0"/>
              </a:spcAft>
              <a:buNone/>
              <a:defRPr sz="2400" b="0" spc="0">
                <a:solidFill>
                  <a:schemeClr val="tx1"/>
                </a:solidFill>
              </a:defRPr>
            </a:lvl1pPr>
          </a:lstStyle>
          <a:p>
            <a:pPr lvl="0"/>
            <a:r>
              <a:rPr lang="zh-CN" altLang="en-US" smtClean="0"/>
              <a:t>单击此处添加项标题</a:t>
            </a:r>
            <a:endParaRPr lang="zh-CN" altLang="en-US" smtClean="0"/>
          </a:p>
        </p:txBody>
      </p:sp>
      <p:sp>
        <p:nvSpPr>
          <p:cNvPr id="18" name="文本占位符 17"/>
          <p:cNvSpPr>
            <a:spLocks noGrp="1"/>
          </p:cNvSpPr>
          <p:nvPr>
            <p:ph type="body" idx="16391" hasCustomPrompt="1"/>
            <p:custDataLst>
              <p:tags r:id="rId12"/>
            </p:custDataLst>
          </p:nvPr>
        </p:nvSpPr>
        <p:spPr>
          <a:xfrm>
            <a:off x="6553200" y="5334000"/>
            <a:ext cx="5029200" cy="914400"/>
          </a:xfrm>
          <a:noFill/>
        </p:spPr>
        <p:txBody>
          <a:bodyPr lIns="0" tIns="0" rIns="0" bIns="0" anchor="t">
            <a:normAutofit/>
          </a:bodyPr>
          <a:lstStyle>
            <a:lvl1pPr marL="0" indent="0" algn="l">
              <a:lnSpc>
                <a:spcPct val="125000"/>
              </a:lnSpc>
              <a:spcBef>
                <a:spcPct val="0"/>
              </a:spcBef>
              <a:spcAft>
                <a:spcPct val="0"/>
              </a:spcAft>
              <a:buNone/>
              <a:defRPr sz="1600" b="0" spc="0">
                <a:solidFill>
                  <a:schemeClr val="tx1"/>
                </a:solidFill>
              </a:defRPr>
            </a:lvl1pPr>
          </a:lstStyle>
          <a:p>
            <a:pPr lvl="0"/>
            <a:r>
              <a:rPr lang="zh-CN" altLang="en-US" smtClean="0"/>
              <a:t>单击此处添加项正文</a:t>
            </a:r>
            <a:endParaRPr lang="zh-CN" altLang="en-US" smtClean="0"/>
          </a:p>
        </p:txBody>
      </p:sp>
    </p:spTree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4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正文页-26_6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日期占位符 5"/>
          <p:cNvSpPr>
            <a:spLocks noGrp="1"/>
          </p:cNvSpPr>
          <p:nvPr>
            <p:ph type="dt" sz="half" idx="10"/>
            <p:custDataLst>
              <p:tags r:id="rId2"/>
            </p:custDataLst>
          </p:nvPr>
        </p:nvSpPr>
        <p:spPr>
          <a:xfrm>
            <a:off x="838200" y="6356350"/>
            <a:ext cx="2743200" cy="365125"/>
          </a:xfrm>
        </p:spPr>
        <p:txBody>
          <a:bodyPr/>
          <a:lstStyle/>
          <a:p>
            <a:fld id="{AFF1154F-E427-4513-B34B-94E36374A1AB}" type="datetimeFigureOut">
              <a:rPr lang="zh-CN" altLang="en-US" smtClean="0"/>
            </a:fld>
            <a:endParaRPr lang="zh-CN" altLang="en-US"/>
          </a:p>
        </p:txBody>
      </p:sp>
      <p:sp>
        <p:nvSpPr>
          <p:cNvPr id="9" name="页脚占位符 8"/>
          <p:cNvSpPr>
            <a:spLocks noGrp="1"/>
          </p:cNvSpPr>
          <p:nvPr>
            <p:ph type="ftr" sz="quarter" idx="11"/>
            <p:custDataLst>
              <p:tags r:id="rId3"/>
            </p:custDataLst>
          </p:nvPr>
        </p:nvSpPr>
        <p:spPr>
          <a:xfrm>
            <a:off x="4038600" y="6356350"/>
            <a:ext cx="4114800" cy="365125"/>
          </a:xfrm>
        </p:spPr>
        <p:txBody>
          <a:bodyPr/>
          <a:lstStyle/>
          <a:p>
            <a:endParaRPr lang="zh-CN" altLang="en-US"/>
          </a:p>
        </p:txBody>
      </p:sp>
      <p:sp>
        <p:nvSpPr>
          <p:cNvPr id="10" name="灯片编号占位符 9"/>
          <p:cNvSpPr>
            <a:spLocks noGrp="1"/>
          </p:cNvSpPr>
          <p:nvPr>
            <p:ph type="sldNum" sz="quarter" idx="12"/>
            <p:custDataLst>
              <p:tags r:id="rId4"/>
            </p:custDataLst>
          </p:nvPr>
        </p:nvSpPr>
        <p:spPr>
          <a:xfrm>
            <a:off x="8610600" y="6356350"/>
            <a:ext cx="2743200" cy="365125"/>
          </a:xfrm>
        </p:spPr>
        <p:txBody>
          <a:bodyPr/>
          <a:lstStyle/>
          <a:p>
            <a:fld id="{CFDA0808-8B01-405B-8ED6-12013DCE0AF6}" type="slidenum">
              <a:rPr lang="zh-CN" altLang="en-US" smtClean="0"/>
            </a:fld>
            <a:endParaRPr lang="zh-CN" altLang="en-US"/>
          </a:p>
        </p:txBody>
      </p:sp>
      <p:sp>
        <p:nvSpPr>
          <p:cNvPr id="11" name="标题 10"/>
          <p:cNvSpPr>
            <a:spLocks noGrp="1"/>
          </p:cNvSpPr>
          <p:nvPr>
            <p:ph type="ctrTitle" idx="16385" hasCustomPrompt="1"/>
            <p:custDataLst>
              <p:tags r:id="rId5"/>
            </p:custDataLst>
          </p:nvPr>
        </p:nvSpPr>
        <p:spPr>
          <a:xfrm>
            <a:off x="609600" y="533400"/>
            <a:ext cx="10972800" cy="609600"/>
          </a:xfrm>
          <a:noFill/>
        </p:spPr>
        <p:txBody>
          <a:bodyPr lIns="0" tIns="0" rIns="0" bIns="0" anchor="t">
            <a:normAutofit/>
          </a:bodyPr>
          <a:lstStyle>
            <a:lvl1pPr marL="0" indent="0" algn="l">
              <a:lnSpc>
                <a:spcPct val="111000"/>
              </a:lnSpc>
              <a:spcBef>
                <a:spcPct val="0"/>
              </a:spcBef>
              <a:spcAft>
                <a:spcPct val="0"/>
              </a:spcAft>
              <a:buNone/>
              <a:defRPr sz="3600" b="0" spc="0">
                <a:solidFill>
                  <a:schemeClr val="tx1"/>
                </a:solidFill>
              </a:defRPr>
            </a:lvl1pPr>
          </a:lstStyle>
          <a:p>
            <a:r>
              <a:rPr lang="zh-CN" altLang="en-US"/>
              <a:t>单击此处添加标题</a:t>
            </a:r>
            <a:endParaRPr lang="zh-CN" altLang="en-US"/>
          </a:p>
        </p:txBody>
      </p:sp>
      <p:sp>
        <p:nvSpPr>
          <p:cNvPr id="12" name="装饰  1"/>
          <p:cNvSpPr>
            <a:spLocks noGrp="1"/>
          </p:cNvSpPr>
          <p:nvPr>
            <p:ph type="body" idx="16390" hasCustomPrompt="1"/>
            <p:custDataLst>
              <p:tags r:id="rId6"/>
            </p:custDataLst>
          </p:nvPr>
        </p:nvSpPr>
        <p:spPr>
          <a:xfrm>
            <a:off x="609600" y="3556000"/>
            <a:ext cx="5334000" cy="2692400"/>
          </a:xfrm>
          <a:custGeom>
            <a:avLst/>
            <a:gdLst>
              <a:gd name="connisteX0" fmla="*/ 0 w 5334000"/>
              <a:gd name="connsiteY0" fmla="*/ 0 h 2692400"/>
              <a:gd name="connisteX1" fmla="*/ 5334000 w 5334000"/>
              <a:gd name="connsiteY1" fmla="*/ 0 h 2692400"/>
              <a:gd name="connisteX2" fmla="*/ 5334000 w 5334000"/>
              <a:gd name="connsiteY2" fmla="*/ 2489200 h 2692400"/>
              <a:gd name="connisteX3" fmla="*/ 5130800 w 5334000"/>
              <a:gd name="connsiteY3" fmla="*/ 2692400 h 2692400"/>
              <a:gd name="connisteX4" fmla="*/ 203200 w 5334000"/>
              <a:gd name="connsiteY4" fmla="*/ 2692400 h 2692400"/>
              <a:gd name="connisteX5" fmla="*/ 0 w 5334000"/>
              <a:gd name="connsiteY5" fmla="*/ 2489200 h 2692400"/>
              <a:gd name="connisteX6" fmla="*/ 0 w 5334000"/>
              <a:gd name="connsiteY6" fmla="*/ 0 h 2692400"/>
            </a:gdLst>
            <a:ahLst/>
            <a:cxnLst>
              <a:cxn ang="0">
                <a:pos x="connisteX0" y="connsiteY0"/>
              </a:cxn>
              <a:cxn ang="0">
                <a:pos x="connisteX1" y="connsiteY1"/>
              </a:cxn>
              <a:cxn ang="0">
                <a:pos x="connisteX2" y="connsiteY2"/>
              </a:cxn>
              <a:cxn ang="0">
                <a:pos x="connisteX3" y="connsiteY3"/>
              </a:cxn>
              <a:cxn ang="0">
                <a:pos x="connisteX4" y="connsiteY4"/>
              </a:cxn>
              <a:cxn ang="0">
                <a:pos x="connisteX5" y="connsiteY5"/>
              </a:cxn>
              <a:cxn ang="0">
                <a:pos x="connisteX6" y="connsiteY6"/>
              </a:cxn>
            </a:cxnLst>
            <a:pathLst>
              <a:path w="5334000" h="2692400">
                <a:moveTo>
                  <a:pt x="0" y="0"/>
                </a:moveTo>
                <a:lnTo>
                  <a:pt x="5334000" y="0"/>
                </a:lnTo>
                <a:lnTo>
                  <a:pt x="5334000" y="2489200"/>
                </a:lnTo>
                <a:cubicBezTo>
                  <a:pt x="5334000" y="2601424"/>
                  <a:pt x="5243024" y="2692400"/>
                  <a:pt x="5130800" y="2692400"/>
                </a:cubicBezTo>
                <a:lnTo>
                  <a:pt x="203200" y="2692400"/>
                </a:lnTo>
                <a:cubicBezTo>
                  <a:pt x="90976" y="2692400"/>
                  <a:pt x="0" y="2601424"/>
                  <a:pt x="0" y="2489200"/>
                </a:cubicBezTo>
                <a:lnTo>
                  <a:pt x="0" y="0"/>
                </a:lnTo>
                <a:close/>
              </a:path>
            </a:pathLst>
          </a:custGeom>
          <a:gradFill>
            <a:gsLst>
              <a:gs pos="0">
                <a:schemeClr val="accent1">
                  <a:lumMod val="10000"/>
                  <a:lumOff val="90000"/>
                </a:schemeClr>
              </a:gs>
              <a:gs pos="100000">
                <a:schemeClr val="accent1">
                  <a:lumMod val="10000"/>
                  <a:lumOff val="90000"/>
                </a:schemeClr>
              </a:gs>
            </a:gsLst>
            <a:lin ang="5400000"/>
          </a:gradFill>
          <a:ln>
            <a:solidFill>
              <a:prstClr val="black">
                <a:alpha val="0"/>
              </a:prstClr>
            </a:solidFill>
            <a:prstDash val="solid"/>
          </a:ln>
        </p:spPr>
        <p:txBody>
          <a:bodyPr>
            <a:noAutofit/>
          </a:bodyPr>
          <a:lstStyle>
            <a:lvl1pPr>
              <a:buNone/>
              <a:defRPr/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zh-CN" altLang="en-US" smtClean="0"/>
              <a:t> </a:t>
            </a:r>
            <a:endParaRPr lang="zh-CN" altLang="en-US" smtClean="0"/>
          </a:p>
        </p:txBody>
      </p:sp>
      <p:sp>
        <p:nvSpPr>
          <p:cNvPr id="13" name="图片占位符 12"/>
          <p:cNvSpPr>
            <a:spLocks noGrp="1"/>
          </p:cNvSpPr>
          <p:nvPr>
            <p:ph type="pic" idx="16391" hasCustomPrompt="1"/>
            <p:custDataLst>
              <p:tags r:id="rId7"/>
            </p:custDataLst>
          </p:nvPr>
        </p:nvSpPr>
        <p:spPr>
          <a:xfrm>
            <a:off x="609600" y="1524000"/>
            <a:ext cx="5334000" cy="2032000"/>
          </a:xfrm>
          <a:custGeom>
            <a:avLst/>
            <a:gdLst>
              <a:gd name="connisteX0" fmla="*/ 0 w 5334000"/>
              <a:gd name="connsiteY0" fmla="*/ 203200 h 2032000"/>
              <a:gd name="connisteX1" fmla="*/ 203200 w 5334000"/>
              <a:gd name="connsiteY1" fmla="*/ 0 h 2032000"/>
              <a:gd name="connisteX2" fmla="*/ 5130800 w 5334000"/>
              <a:gd name="connsiteY2" fmla="*/ 0 h 2032000"/>
              <a:gd name="connisteX3" fmla="*/ 5334000 w 5334000"/>
              <a:gd name="connsiteY3" fmla="*/ 203200 h 2032000"/>
              <a:gd name="connisteX4" fmla="*/ 5334000 w 5334000"/>
              <a:gd name="connsiteY4" fmla="*/ 2032000 h 2032000"/>
              <a:gd name="connisteX5" fmla="*/ 0 w 5334000"/>
              <a:gd name="connsiteY5" fmla="*/ 2032000 h 2032000"/>
              <a:gd name="connisteX6" fmla="*/ 0 w 5334000"/>
              <a:gd name="connsiteY6" fmla="*/ 203200 h 2032000"/>
            </a:gdLst>
            <a:ahLst/>
            <a:cxnLst>
              <a:cxn ang="0">
                <a:pos x="connisteX0" y="connsiteY0"/>
              </a:cxn>
              <a:cxn ang="0">
                <a:pos x="connisteX1" y="connsiteY1"/>
              </a:cxn>
              <a:cxn ang="0">
                <a:pos x="connisteX2" y="connsiteY2"/>
              </a:cxn>
              <a:cxn ang="0">
                <a:pos x="connisteX3" y="connsiteY3"/>
              </a:cxn>
              <a:cxn ang="0">
                <a:pos x="connisteX4" y="connsiteY4"/>
              </a:cxn>
              <a:cxn ang="0">
                <a:pos x="connisteX5" y="connsiteY5"/>
              </a:cxn>
              <a:cxn ang="0">
                <a:pos x="connisteX6" y="connsiteY6"/>
              </a:cxn>
            </a:cxnLst>
            <a:pathLst>
              <a:path w="5334000" h="2032000">
                <a:moveTo>
                  <a:pt x="0" y="203200"/>
                </a:moveTo>
                <a:cubicBezTo>
                  <a:pt x="0" y="90976"/>
                  <a:pt x="90976" y="0"/>
                  <a:pt x="203200" y="0"/>
                </a:cubicBezTo>
                <a:lnTo>
                  <a:pt x="5130800" y="0"/>
                </a:lnTo>
                <a:cubicBezTo>
                  <a:pt x="5243024" y="0"/>
                  <a:pt x="5334000" y="90976"/>
                  <a:pt x="5334000" y="203200"/>
                </a:cubicBezTo>
                <a:lnTo>
                  <a:pt x="5334000" y="2032000"/>
                </a:lnTo>
                <a:lnTo>
                  <a:pt x="0" y="2032000"/>
                </a:lnTo>
                <a:lnTo>
                  <a:pt x="0" y="203200"/>
                </a:lnTo>
                <a:close/>
              </a:path>
            </a:pathLst>
          </a:custGeom>
          <a:solidFill>
            <a:srgbClr val="DDDDDD"/>
          </a:solidFill>
          <a:ln>
            <a:noFill/>
          </a:ln>
        </p:spPr>
        <p:txBody>
          <a:bodyPr>
            <a:noAutofit/>
          </a:bodyPr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r>
              <a:rPr lang="zh-CN" altLang="en-US"/>
              <a:t> </a:t>
            </a:r>
            <a:endParaRPr lang="zh-CN" altLang="en-US"/>
          </a:p>
        </p:txBody>
      </p:sp>
      <p:sp>
        <p:nvSpPr>
          <p:cNvPr id="14" name="文本占位符 13"/>
          <p:cNvSpPr>
            <a:spLocks noGrp="1"/>
          </p:cNvSpPr>
          <p:nvPr>
            <p:ph type="body" idx="16386" hasCustomPrompt="1"/>
            <p:custDataLst>
              <p:tags r:id="rId8"/>
            </p:custDataLst>
          </p:nvPr>
        </p:nvSpPr>
        <p:spPr>
          <a:xfrm>
            <a:off x="914400" y="3759200"/>
            <a:ext cx="4724400" cy="406400"/>
          </a:xfrm>
          <a:noFill/>
        </p:spPr>
        <p:txBody>
          <a:bodyPr lIns="0" tIns="0" rIns="0" bIns="0" anchor="t">
            <a:normAutofit/>
          </a:bodyPr>
          <a:lstStyle>
            <a:lvl1pPr marL="0" indent="0" algn="l">
              <a:lnSpc>
                <a:spcPct val="111000"/>
              </a:lnSpc>
              <a:spcBef>
                <a:spcPct val="0"/>
              </a:spcBef>
              <a:spcAft>
                <a:spcPct val="0"/>
              </a:spcAft>
              <a:buNone/>
              <a:defRPr sz="2400" b="0" spc="0">
                <a:solidFill>
                  <a:schemeClr val="tx1"/>
                </a:solidFill>
              </a:defRPr>
            </a:lvl1pPr>
          </a:lstStyle>
          <a:p>
            <a:pPr lvl="0"/>
            <a:r>
              <a:rPr lang="zh-CN" altLang="en-US" smtClean="0"/>
              <a:t>单击此处添加项标题</a:t>
            </a:r>
            <a:endParaRPr lang="zh-CN" altLang="en-US" smtClean="0"/>
          </a:p>
        </p:txBody>
      </p:sp>
      <p:sp>
        <p:nvSpPr>
          <p:cNvPr id="15" name="文本占位符 14"/>
          <p:cNvSpPr>
            <a:spLocks noGrp="1"/>
          </p:cNvSpPr>
          <p:nvPr>
            <p:ph type="body" idx="16387" hasCustomPrompt="1"/>
            <p:custDataLst>
              <p:tags r:id="rId9"/>
            </p:custDataLst>
          </p:nvPr>
        </p:nvSpPr>
        <p:spPr>
          <a:xfrm>
            <a:off x="914400" y="4216400"/>
            <a:ext cx="4724400" cy="1828800"/>
          </a:xfrm>
          <a:noFill/>
        </p:spPr>
        <p:txBody>
          <a:bodyPr lIns="0" tIns="0" rIns="0" bIns="0" anchor="t">
            <a:normAutofit/>
          </a:bodyPr>
          <a:lstStyle>
            <a:lvl1pPr marL="0" indent="0" algn="l">
              <a:lnSpc>
                <a:spcPct val="125000"/>
              </a:lnSpc>
              <a:spcBef>
                <a:spcPct val="0"/>
              </a:spcBef>
              <a:spcAft>
                <a:spcPct val="0"/>
              </a:spcAft>
              <a:buNone/>
              <a:defRPr sz="1600" b="0" spc="0">
                <a:solidFill>
                  <a:schemeClr val="tx1"/>
                </a:solidFill>
              </a:defRPr>
            </a:lvl1pPr>
          </a:lstStyle>
          <a:p>
            <a:pPr lvl="0"/>
            <a:r>
              <a:rPr lang="zh-CN" altLang="en-US" smtClean="0"/>
              <a:t>单击此处添加项正文</a:t>
            </a:r>
            <a:endParaRPr lang="zh-CN" altLang="en-US" smtClean="0"/>
          </a:p>
        </p:txBody>
      </p:sp>
      <p:sp>
        <p:nvSpPr>
          <p:cNvPr id="16" name="装饰  5"/>
          <p:cNvSpPr>
            <a:spLocks noGrp="1"/>
          </p:cNvSpPr>
          <p:nvPr>
            <p:ph type="body" idx="16392" hasCustomPrompt="1"/>
            <p:custDataLst>
              <p:tags r:id="rId10"/>
            </p:custDataLst>
          </p:nvPr>
        </p:nvSpPr>
        <p:spPr>
          <a:xfrm>
            <a:off x="6248400" y="1524000"/>
            <a:ext cx="5334000" cy="2692400"/>
          </a:xfrm>
          <a:custGeom>
            <a:avLst/>
            <a:gdLst>
              <a:gd name="connisteX0" fmla="*/ 0 w 5334000"/>
              <a:gd name="connsiteY0" fmla="*/ 203200 h 2692400"/>
              <a:gd name="connisteX1" fmla="*/ 203200 w 5334000"/>
              <a:gd name="connsiteY1" fmla="*/ 0 h 2692400"/>
              <a:gd name="connisteX2" fmla="*/ 5130800 w 5334000"/>
              <a:gd name="connsiteY2" fmla="*/ 0 h 2692400"/>
              <a:gd name="connisteX3" fmla="*/ 5334000 w 5334000"/>
              <a:gd name="connsiteY3" fmla="*/ 203200 h 2692400"/>
              <a:gd name="connisteX4" fmla="*/ 5334000 w 5334000"/>
              <a:gd name="connsiteY4" fmla="*/ 2692400 h 2692400"/>
              <a:gd name="connisteX5" fmla="*/ 0 w 5334000"/>
              <a:gd name="connsiteY5" fmla="*/ 2692400 h 2692400"/>
              <a:gd name="connisteX6" fmla="*/ 0 w 5334000"/>
              <a:gd name="connsiteY6" fmla="*/ 203200 h 2692400"/>
            </a:gdLst>
            <a:ahLst/>
            <a:cxnLst>
              <a:cxn ang="0">
                <a:pos x="connisteX0" y="connsiteY0"/>
              </a:cxn>
              <a:cxn ang="0">
                <a:pos x="connisteX1" y="connsiteY1"/>
              </a:cxn>
              <a:cxn ang="0">
                <a:pos x="connisteX2" y="connsiteY2"/>
              </a:cxn>
              <a:cxn ang="0">
                <a:pos x="connisteX3" y="connsiteY3"/>
              </a:cxn>
              <a:cxn ang="0">
                <a:pos x="connisteX4" y="connsiteY4"/>
              </a:cxn>
              <a:cxn ang="0">
                <a:pos x="connisteX5" y="connsiteY5"/>
              </a:cxn>
              <a:cxn ang="0">
                <a:pos x="connisteX6" y="connsiteY6"/>
              </a:cxn>
            </a:cxnLst>
            <a:pathLst>
              <a:path w="5334000" h="2692400">
                <a:moveTo>
                  <a:pt x="0" y="203200"/>
                </a:moveTo>
                <a:cubicBezTo>
                  <a:pt x="0" y="90976"/>
                  <a:pt x="90976" y="0"/>
                  <a:pt x="203200" y="0"/>
                </a:cubicBezTo>
                <a:lnTo>
                  <a:pt x="5130800" y="0"/>
                </a:lnTo>
                <a:cubicBezTo>
                  <a:pt x="5243024" y="0"/>
                  <a:pt x="5334000" y="90976"/>
                  <a:pt x="5334000" y="203200"/>
                </a:cubicBezTo>
                <a:lnTo>
                  <a:pt x="5334000" y="2692400"/>
                </a:lnTo>
                <a:lnTo>
                  <a:pt x="0" y="2692400"/>
                </a:lnTo>
                <a:lnTo>
                  <a:pt x="0" y="203200"/>
                </a:lnTo>
                <a:close/>
              </a:path>
            </a:pathLst>
          </a:custGeom>
          <a:gradFill>
            <a:gsLst>
              <a:gs pos="0">
                <a:schemeClr val="accent1">
                  <a:lumMod val="10000"/>
                  <a:lumOff val="90000"/>
                </a:schemeClr>
              </a:gs>
              <a:gs pos="100000">
                <a:schemeClr val="accent1">
                  <a:lumMod val="10000"/>
                  <a:lumOff val="90000"/>
                </a:schemeClr>
              </a:gs>
            </a:gsLst>
            <a:lin ang="5400000"/>
          </a:gradFill>
          <a:ln>
            <a:solidFill>
              <a:prstClr val="black">
                <a:alpha val="0"/>
              </a:prstClr>
            </a:solidFill>
            <a:prstDash val="solid"/>
          </a:ln>
        </p:spPr>
        <p:txBody>
          <a:bodyPr>
            <a:noAutofit/>
          </a:bodyPr>
          <a:lstStyle>
            <a:lvl1pPr>
              <a:buNone/>
              <a:defRPr/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zh-CN" altLang="en-US" smtClean="0"/>
              <a:t> </a:t>
            </a:r>
            <a:endParaRPr lang="zh-CN" altLang="en-US" smtClean="0"/>
          </a:p>
        </p:txBody>
      </p:sp>
      <p:sp>
        <p:nvSpPr>
          <p:cNvPr id="17" name="图片占位符 16"/>
          <p:cNvSpPr>
            <a:spLocks noGrp="1"/>
          </p:cNvSpPr>
          <p:nvPr>
            <p:ph type="pic" idx="16393" hasCustomPrompt="1"/>
            <p:custDataLst>
              <p:tags r:id="rId11"/>
            </p:custDataLst>
          </p:nvPr>
        </p:nvSpPr>
        <p:spPr>
          <a:xfrm>
            <a:off x="6248400" y="4216400"/>
            <a:ext cx="5334000" cy="2032000"/>
          </a:xfrm>
          <a:custGeom>
            <a:avLst/>
            <a:gdLst>
              <a:gd name="connisteX0" fmla="*/ 0 w 5334000"/>
              <a:gd name="connsiteY0" fmla="*/ 0 h 2032000"/>
              <a:gd name="connisteX1" fmla="*/ 5334000 w 5334000"/>
              <a:gd name="connsiteY1" fmla="*/ 0 h 2032000"/>
              <a:gd name="connisteX2" fmla="*/ 5334000 w 5334000"/>
              <a:gd name="connsiteY2" fmla="*/ 1828800 h 2032000"/>
              <a:gd name="connisteX3" fmla="*/ 5130800 w 5334000"/>
              <a:gd name="connsiteY3" fmla="*/ 2032000 h 2032000"/>
              <a:gd name="connisteX4" fmla="*/ 203200 w 5334000"/>
              <a:gd name="connsiteY4" fmla="*/ 2032000 h 2032000"/>
              <a:gd name="connisteX5" fmla="*/ 0 w 5334000"/>
              <a:gd name="connsiteY5" fmla="*/ 1828800 h 2032000"/>
              <a:gd name="connisteX6" fmla="*/ 0 w 5334000"/>
              <a:gd name="connsiteY6" fmla="*/ 0 h 2032000"/>
            </a:gdLst>
            <a:ahLst/>
            <a:cxnLst>
              <a:cxn ang="0">
                <a:pos x="connisteX0" y="connsiteY0"/>
              </a:cxn>
              <a:cxn ang="0">
                <a:pos x="connisteX1" y="connsiteY1"/>
              </a:cxn>
              <a:cxn ang="0">
                <a:pos x="connisteX2" y="connsiteY2"/>
              </a:cxn>
              <a:cxn ang="0">
                <a:pos x="connisteX3" y="connsiteY3"/>
              </a:cxn>
              <a:cxn ang="0">
                <a:pos x="connisteX4" y="connsiteY4"/>
              </a:cxn>
              <a:cxn ang="0">
                <a:pos x="connisteX5" y="connsiteY5"/>
              </a:cxn>
              <a:cxn ang="0">
                <a:pos x="connisteX6" y="connsiteY6"/>
              </a:cxn>
            </a:cxnLst>
            <a:pathLst>
              <a:path w="5334000" h="2032000">
                <a:moveTo>
                  <a:pt x="0" y="0"/>
                </a:moveTo>
                <a:lnTo>
                  <a:pt x="5334000" y="0"/>
                </a:lnTo>
                <a:lnTo>
                  <a:pt x="5334000" y="1828800"/>
                </a:lnTo>
                <a:cubicBezTo>
                  <a:pt x="5334000" y="1941024"/>
                  <a:pt x="5243024" y="2032000"/>
                  <a:pt x="5130800" y="2032000"/>
                </a:cubicBezTo>
                <a:lnTo>
                  <a:pt x="203200" y="2032000"/>
                </a:lnTo>
                <a:cubicBezTo>
                  <a:pt x="90976" y="2032000"/>
                  <a:pt x="0" y="1941024"/>
                  <a:pt x="0" y="1828800"/>
                </a:cubicBezTo>
                <a:lnTo>
                  <a:pt x="0" y="0"/>
                </a:lnTo>
                <a:close/>
              </a:path>
            </a:pathLst>
          </a:custGeom>
          <a:solidFill>
            <a:srgbClr val="DDDDDD"/>
          </a:solidFill>
          <a:ln>
            <a:noFill/>
          </a:ln>
        </p:spPr>
        <p:txBody>
          <a:bodyPr>
            <a:noAutofit/>
          </a:bodyPr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r>
              <a:rPr lang="zh-CN" altLang="en-US"/>
              <a:t> </a:t>
            </a:r>
            <a:endParaRPr lang="zh-CN" altLang="en-US"/>
          </a:p>
        </p:txBody>
      </p:sp>
      <p:sp>
        <p:nvSpPr>
          <p:cNvPr id="18" name="文本占位符 17"/>
          <p:cNvSpPr>
            <a:spLocks noGrp="1"/>
          </p:cNvSpPr>
          <p:nvPr>
            <p:ph type="body" idx="16388" hasCustomPrompt="1"/>
            <p:custDataLst>
              <p:tags r:id="rId12"/>
            </p:custDataLst>
          </p:nvPr>
        </p:nvSpPr>
        <p:spPr>
          <a:xfrm>
            <a:off x="6553200" y="1727200"/>
            <a:ext cx="4724400" cy="406400"/>
          </a:xfrm>
          <a:noFill/>
        </p:spPr>
        <p:txBody>
          <a:bodyPr lIns="0" tIns="0" rIns="0" bIns="0" anchor="t">
            <a:normAutofit/>
          </a:bodyPr>
          <a:lstStyle>
            <a:lvl1pPr marL="0" indent="0" algn="l">
              <a:lnSpc>
                <a:spcPct val="111000"/>
              </a:lnSpc>
              <a:spcBef>
                <a:spcPct val="0"/>
              </a:spcBef>
              <a:spcAft>
                <a:spcPct val="0"/>
              </a:spcAft>
              <a:buNone/>
              <a:defRPr sz="2400" b="0" spc="0">
                <a:solidFill>
                  <a:schemeClr val="tx1"/>
                </a:solidFill>
              </a:defRPr>
            </a:lvl1pPr>
          </a:lstStyle>
          <a:p>
            <a:pPr lvl="0"/>
            <a:r>
              <a:rPr lang="zh-CN" altLang="en-US" smtClean="0"/>
              <a:t>单击此处添加项标题</a:t>
            </a:r>
            <a:endParaRPr lang="zh-CN" altLang="en-US" smtClean="0"/>
          </a:p>
        </p:txBody>
      </p:sp>
      <p:sp>
        <p:nvSpPr>
          <p:cNvPr id="19" name="文本占位符 18"/>
          <p:cNvSpPr>
            <a:spLocks noGrp="1"/>
          </p:cNvSpPr>
          <p:nvPr>
            <p:ph type="body" idx="16389" hasCustomPrompt="1"/>
            <p:custDataLst>
              <p:tags r:id="rId13"/>
            </p:custDataLst>
          </p:nvPr>
        </p:nvSpPr>
        <p:spPr>
          <a:xfrm>
            <a:off x="6553200" y="2184400"/>
            <a:ext cx="4724400" cy="1828800"/>
          </a:xfrm>
          <a:noFill/>
        </p:spPr>
        <p:txBody>
          <a:bodyPr lIns="0" tIns="0" rIns="0" bIns="0" anchor="t">
            <a:normAutofit/>
          </a:bodyPr>
          <a:lstStyle>
            <a:lvl1pPr marL="0" indent="0" algn="l">
              <a:lnSpc>
                <a:spcPct val="125000"/>
              </a:lnSpc>
              <a:spcBef>
                <a:spcPct val="0"/>
              </a:spcBef>
              <a:spcAft>
                <a:spcPct val="0"/>
              </a:spcAft>
              <a:buNone/>
              <a:defRPr sz="1600" b="0" spc="0">
                <a:solidFill>
                  <a:schemeClr val="tx1"/>
                </a:solidFill>
              </a:defRPr>
            </a:lvl1pPr>
          </a:lstStyle>
          <a:p>
            <a:pPr lvl="0"/>
            <a:r>
              <a:rPr lang="zh-CN" altLang="en-US" smtClean="0"/>
              <a:t>单击此处添加项正文</a:t>
            </a:r>
            <a:endParaRPr lang="zh-CN" altLang="en-US" smtClean="0"/>
          </a:p>
        </p:txBody>
      </p:sp>
    </p:spTree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4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正文页-30_82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日期占位符 5"/>
          <p:cNvSpPr>
            <a:spLocks noGrp="1"/>
          </p:cNvSpPr>
          <p:nvPr>
            <p:ph type="dt" sz="half" idx="10"/>
            <p:custDataLst>
              <p:tags r:id="rId2"/>
            </p:custDataLst>
          </p:nvPr>
        </p:nvSpPr>
        <p:spPr>
          <a:xfrm>
            <a:off x="838200" y="6356350"/>
            <a:ext cx="2743200" cy="365125"/>
          </a:xfrm>
        </p:spPr>
        <p:txBody>
          <a:bodyPr/>
          <a:lstStyle/>
          <a:p>
            <a:fld id="{AFF1154F-E427-4513-B34B-94E36374A1AB}" type="datetimeFigureOut">
              <a:rPr lang="zh-CN" altLang="en-US" smtClean="0"/>
            </a:fld>
            <a:endParaRPr lang="zh-CN" altLang="en-US"/>
          </a:p>
        </p:txBody>
      </p:sp>
      <p:sp>
        <p:nvSpPr>
          <p:cNvPr id="9" name="页脚占位符 8"/>
          <p:cNvSpPr>
            <a:spLocks noGrp="1"/>
          </p:cNvSpPr>
          <p:nvPr>
            <p:ph type="ftr" sz="quarter" idx="11"/>
            <p:custDataLst>
              <p:tags r:id="rId3"/>
            </p:custDataLst>
          </p:nvPr>
        </p:nvSpPr>
        <p:spPr>
          <a:xfrm>
            <a:off x="4038600" y="6356350"/>
            <a:ext cx="4114800" cy="365125"/>
          </a:xfrm>
        </p:spPr>
        <p:txBody>
          <a:bodyPr/>
          <a:lstStyle/>
          <a:p>
            <a:endParaRPr lang="zh-CN" altLang="en-US"/>
          </a:p>
        </p:txBody>
      </p:sp>
      <p:sp>
        <p:nvSpPr>
          <p:cNvPr id="10" name="灯片编号占位符 9"/>
          <p:cNvSpPr>
            <a:spLocks noGrp="1"/>
          </p:cNvSpPr>
          <p:nvPr>
            <p:ph type="sldNum" sz="quarter" idx="12"/>
            <p:custDataLst>
              <p:tags r:id="rId4"/>
            </p:custDataLst>
          </p:nvPr>
        </p:nvSpPr>
        <p:spPr>
          <a:xfrm>
            <a:off x="8610600" y="6356350"/>
            <a:ext cx="2743200" cy="365125"/>
          </a:xfrm>
        </p:spPr>
        <p:txBody>
          <a:bodyPr/>
          <a:lstStyle/>
          <a:p>
            <a:fld id="{CFDA0808-8B01-405B-8ED6-12013DCE0AF6}" type="slidenum">
              <a:rPr lang="zh-CN" altLang="en-US" smtClean="0"/>
            </a:fld>
            <a:endParaRPr lang="zh-CN" altLang="en-US"/>
          </a:p>
        </p:txBody>
      </p:sp>
      <p:sp>
        <p:nvSpPr>
          <p:cNvPr id="11" name="标题 10"/>
          <p:cNvSpPr>
            <a:spLocks noGrp="1"/>
          </p:cNvSpPr>
          <p:nvPr>
            <p:ph type="ctrTitle" idx="16385" hasCustomPrompt="1"/>
            <p:custDataLst>
              <p:tags r:id="rId5"/>
            </p:custDataLst>
          </p:nvPr>
        </p:nvSpPr>
        <p:spPr>
          <a:xfrm>
            <a:off x="5257800" y="533400"/>
            <a:ext cx="6324600" cy="609600"/>
          </a:xfrm>
          <a:noFill/>
        </p:spPr>
        <p:txBody>
          <a:bodyPr lIns="0" tIns="0" rIns="0" bIns="0" anchor="t">
            <a:normAutofit/>
          </a:bodyPr>
          <a:lstStyle>
            <a:lvl1pPr marL="0" indent="0" algn="l">
              <a:lnSpc>
                <a:spcPct val="111000"/>
              </a:lnSpc>
              <a:spcBef>
                <a:spcPct val="0"/>
              </a:spcBef>
              <a:spcAft>
                <a:spcPct val="0"/>
              </a:spcAft>
              <a:buNone/>
              <a:defRPr sz="3600" b="0" spc="0">
                <a:solidFill>
                  <a:schemeClr val="tx1"/>
                </a:solidFill>
              </a:defRPr>
            </a:lvl1pPr>
          </a:lstStyle>
          <a:p>
            <a:r>
              <a:rPr lang="zh-CN" altLang="en-US"/>
              <a:t>单击此处添加标题</a:t>
            </a:r>
            <a:endParaRPr lang="zh-CN" altLang="en-US"/>
          </a:p>
        </p:txBody>
      </p:sp>
      <p:sp>
        <p:nvSpPr>
          <p:cNvPr id="12" name="内容占位符 11"/>
          <p:cNvSpPr>
            <a:spLocks noGrp="1"/>
          </p:cNvSpPr>
          <p:nvPr>
            <p:ph idx="16392" hasCustomPrompt="1"/>
            <p:custDataLst>
              <p:tags r:id="rId6"/>
            </p:custDataLst>
          </p:nvPr>
        </p:nvSpPr>
        <p:spPr>
          <a:xfrm>
            <a:off x="609600" y="609600"/>
            <a:ext cx="4038600" cy="5638800"/>
          </a:xfrm>
          <a:custGeom>
            <a:avLst/>
            <a:gdLst>
              <a:gd name="connisteX0" fmla="*/ 0 w 4038600"/>
              <a:gd name="connsiteY0" fmla="*/ 0 h 5638800"/>
              <a:gd name="connisteX1" fmla="*/ 4038600 w 4038600"/>
              <a:gd name="connsiteY1" fmla="*/ 0 h 5638800"/>
              <a:gd name="connisteX2" fmla="*/ 4038600 w 4038600"/>
              <a:gd name="connsiteY2" fmla="*/ 5638800 h 5638800"/>
              <a:gd name="connisteX3" fmla="*/ 0 w 4038600"/>
              <a:gd name="connsiteY3" fmla="*/ 5638800 h 5638800"/>
              <a:gd name="connisteX4" fmla="*/ 0 w 4038600"/>
              <a:gd name="connsiteY4" fmla="*/ 0 h 5638800"/>
            </a:gdLst>
            <a:ahLst/>
            <a:cxnLst>
              <a:cxn ang="0">
                <a:pos x="connisteX0" y="connsiteY0"/>
              </a:cxn>
              <a:cxn ang="0">
                <a:pos x="connisteX1" y="connsiteY1"/>
              </a:cxn>
              <a:cxn ang="0">
                <a:pos x="connisteX2" y="connsiteY2"/>
              </a:cxn>
              <a:cxn ang="0">
                <a:pos x="connisteX3" y="connsiteY3"/>
              </a:cxn>
              <a:cxn ang="0">
                <a:pos x="connisteX4" y="connsiteY4"/>
              </a:cxn>
            </a:cxnLst>
            <a:pathLst>
              <a:path w="4038600" h="5638800">
                <a:moveTo>
                  <a:pt x="0" y="0"/>
                </a:moveTo>
                <a:lnTo>
                  <a:pt x="4038600" y="0"/>
                </a:lnTo>
                <a:lnTo>
                  <a:pt x="4038600" y="5638800"/>
                </a:lnTo>
                <a:lnTo>
                  <a:pt x="0" y="5638800"/>
                </a:lnTo>
                <a:lnTo>
                  <a:pt x="0" y="0"/>
                </a:lnTo>
                <a:close/>
              </a:path>
            </a:pathLst>
          </a:custGeom>
          <a:solidFill>
            <a:srgbClr val="DDDDDD"/>
          </a:solidFill>
          <a:ln>
            <a:noFill/>
          </a:ln>
        </p:spPr>
        <p:txBody>
          <a:bodyPr>
            <a:normAutofit/>
          </a:bodyPr>
          <a:lstStyle>
            <a:lvl1pPr>
              <a:buNone/>
              <a:defRPr/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zh-CN" altLang="en-US" smtClean="0"/>
              <a:t> </a:t>
            </a:r>
            <a:endParaRPr lang="zh-CN" altLang="en-US" smtClean="0"/>
          </a:p>
        </p:txBody>
      </p:sp>
      <p:sp>
        <p:nvSpPr>
          <p:cNvPr id="13" name="装饰  2"/>
          <p:cNvSpPr>
            <a:spLocks noGrp="1"/>
          </p:cNvSpPr>
          <p:nvPr>
            <p:ph type="body" idx="16393" hasCustomPrompt="1"/>
            <p:custDataLst>
              <p:tags r:id="rId7"/>
            </p:custDataLst>
          </p:nvPr>
        </p:nvSpPr>
        <p:spPr>
          <a:xfrm>
            <a:off x="5257800" y="1676400"/>
            <a:ext cx="50800" cy="1117600"/>
          </a:xfrm>
          <a:custGeom>
            <a:avLst/>
            <a:gdLst>
              <a:gd name="connisteX0" fmla="*/ 0 w 50800"/>
              <a:gd name="connsiteY0" fmla="*/ 25400 h 1117600"/>
              <a:gd name="connisteX1" fmla="*/ 25400 w 50800"/>
              <a:gd name="connsiteY1" fmla="*/ 0 h 1117600"/>
              <a:gd name="connisteX2" fmla="*/ 25400 w 50800"/>
              <a:gd name="connsiteY2" fmla="*/ 0 h 1117600"/>
              <a:gd name="connisteX3" fmla="*/ 50800 w 50800"/>
              <a:gd name="connsiteY3" fmla="*/ 25400 h 1117600"/>
              <a:gd name="connisteX4" fmla="*/ 50800 w 50800"/>
              <a:gd name="connsiteY4" fmla="*/ 1092200 h 1117600"/>
              <a:gd name="connisteX5" fmla="*/ 25400 w 50800"/>
              <a:gd name="connsiteY5" fmla="*/ 1117600 h 1117600"/>
              <a:gd name="connisteX6" fmla="*/ 25400 w 50800"/>
              <a:gd name="connsiteY6" fmla="*/ 1117600 h 1117600"/>
              <a:gd name="connisteX7" fmla="*/ 0 w 50800"/>
              <a:gd name="connsiteY7" fmla="*/ 1092200 h 1117600"/>
              <a:gd name="connisteX8" fmla="*/ 0 w 50800"/>
              <a:gd name="connsiteY8" fmla="*/ 25400 h 1117600"/>
            </a:gdLst>
            <a:ahLst/>
            <a:cxnLst>
              <a:cxn ang="0">
                <a:pos x="connisteX0" y="connsiteY0"/>
              </a:cxn>
              <a:cxn ang="0">
                <a:pos x="connisteX1" y="connsiteY1"/>
              </a:cxn>
              <a:cxn ang="0">
                <a:pos x="connisteX2" y="connsiteY2"/>
              </a:cxn>
              <a:cxn ang="0">
                <a:pos x="connisteX3" y="connsiteY3"/>
              </a:cxn>
              <a:cxn ang="0">
                <a:pos x="connisteX4" y="connsiteY4"/>
              </a:cxn>
              <a:cxn ang="0">
                <a:pos x="connisteX5" y="connsiteY5"/>
              </a:cxn>
              <a:cxn ang="0">
                <a:pos x="connisteX6" y="connsiteY6"/>
              </a:cxn>
              <a:cxn ang="0">
                <a:pos x="connisteX7" y="connsiteY7"/>
              </a:cxn>
              <a:cxn ang="0">
                <a:pos x="connisteX8" y="connsiteY8"/>
              </a:cxn>
            </a:cxnLst>
            <a:pathLst>
              <a:path w="50800" h="1117600">
                <a:moveTo>
                  <a:pt x="0" y="25400"/>
                </a:moveTo>
                <a:cubicBezTo>
                  <a:pt x="0" y="11372"/>
                  <a:pt x="11372" y="0"/>
                  <a:pt x="25400" y="0"/>
                </a:cubicBezTo>
                <a:lnTo>
                  <a:pt x="25400" y="0"/>
                </a:lnTo>
                <a:cubicBezTo>
                  <a:pt x="39428" y="0"/>
                  <a:pt x="50800" y="11372"/>
                  <a:pt x="50800" y="25400"/>
                </a:cubicBezTo>
                <a:lnTo>
                  <a:pt x="50800" y="1092200"/>
                </a:lnTo>
                <a:cubicBezTo>
                  <a:pt x="50800" y="1106228"/>
                  <a:pt x="39428" y="1117600"/>
                  <a:pt x="25400" y="1117600"/>
                </a:cubicBezTo>
                <a:lnTo>
                  <a:pt x="25400" y="1117600"/>
                </a:lnTo>
                <a:cubicBezTo>
                  <a:pt x="11372" y="1117600"/>
                  <a:pt x="0" y="1106228"/>
                  <a:pt x="0" y="1092200"/>
                </a:cubicBezTo>
                <a:lnTo>
                  <a:pt x="0" y="25400"/>
                </a:lnTo>
                <a:close/>
              </a:path>
            </a:pathLst>
          </a:custGeom>
          <a:solidFill>
            <a:schemeClr val="accent1"/>
          </a:solidFill>
          <a:ln>
            <a:solidFill>
              <a:prstClr val="black">
                <a:alpha val="0"/>
              </a:prstClr>
            </a:solidFill>
            <a:prstDash val="solid"/>
          </a:ln>
        </p:spPr>
        <p:txBody>
          <a:bodyPr>
            <a:noAutofit/>
          </a:bodyPr>
          <a:lstStyle>
            <a:lvl1pPr>
              <a:buNone/>
              <a:defRPr/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zh-CN" altLang="en-US" smtClean="0"/>
              <a:t> </a:t>
            </a:r>
            <a:endParaRPr lang="zh-CN" altLang="en-US" smtClean="0"/>
          </a:p>
        </p:txBody>
      </p:sp>
      <p:sp>
        <p:nvSpPr>
          <p:cNvPr id="14" name="文本占位符 13"/>
          <p:cNvSpPr>
            <a:spLocks noGrp="1"/>
          </p:cNvSpPr>
          <p:nvPr>
            <p:ph type="body" idx="16386" hasCustomPrompt="1"/>
            <p:custDataLst>
              <p:tags r:id="rId8"/>
            </p:custDataLst>
          </p:nvPr>
        </p:nvSpPr>
        <p:spPr>
          <a:xfrm>
            <a:off x="5410200" y="1676400"/>
            <a:ext cx="6172200" cy="406400"/>
          </a:xfrm>
          <a:noFill/>
        </p:spPr>
        <p:txBody>
          <a:bodyPr lIns="0" tIns="0" rIns="0" bIns="0" anchor="t">
            <a:normAutofit/>
          </a:bodyPr>
          <a:lstStyle>
            <a:lvl1pPr marL="0" indent="0" algn="l">
              <a:lnSpc>
                <a:spcPct val="111000"/>
              </a:lnSpc>
              <a:spcBef>
                <a:spcPct val="0"/>
              </a:spcBef>
              <a:spcAft>
                <a:spcPct val="0"/>
              </a:spcAft>
              <a:buNone/>
              <a:defRPr sz="2400" b="0" spc="0">
                <a:solidFill>
                  <a:schemeClr val="tx1"/>
                </a:solidFill>
              </a:defRPr>
            </a:lvl1pPr>
          </a:lstStyle>
          <a:p>
            <a:pPr lvl="0"/>
            <a:r>
              <a:rPr lang="zh-CN" altLang="en-US" smtClean="0"/>
              <a:t>单击此处添加项标题</a:t>
            </a:r>
            <a:endParaRPr lang="zh-CN" altLang="en-US" smtClean="0"/>
          </a:p>
        </p:txBody>
      </p:sp>
      <p:sp>
        <p:nvSpPr>
          <p:cNvPr id="15" name="文本占位符 14"/>
          <p:cNvSpPr>
            <a:spLocks noGrp="1"/>
          </p:cNvSpPr>
          <p:nvPr>
            <p:ph type="body" idx="16387" hasCustomPrompt="1"/>
            <p:custDataLst>
              <p:tags r:id="rId9"/>
            </p:custDataLst>
          </p:nvPr>
        </p:nvSpPr>
        <p:spPr>
          <a:xfrm>
            <a:off x="5410200" y="2184400"/>
            <a:ext cx="6172200" cy="609600"/>
          </a:xfrm>
          <a:noFill/>
        </p:spPr>
        <p:txBody>
          <a:bodyPr lIns="0" tIns="0" rIns="0" bIns="0" anchor="t">
            <a:normAutofit/>
          </a:bodyPr>
          <a:lstStyle>
            <a:lvl1pPr marL="0" indent="0" algn="l">
              <a:lnSpc>
                <a:spcPct val="125000"/>
              </a:lnSpc>
              <a:spcBef>
                <a:spcPct val="0"/>
              </a:spcBef>
              <a:spcAft>
                <a:spcPct val="0"/>
              </a:spcAft>
              <a:buNone/>
              <a:defRPr sz="1600" b="0" spc="0">
                <a:solidFill>
                  <a:schemeClr val="tx1"/>
                </a:solidFill>
              </a:defRPr>
            </a:lvl1pPr>
          </a:lstStyle>
          <a:p>
            <a:pPr lvl="0"/>
            <a:r>
              <a:rPr lang="zh-CN" altLang="en-US" smtClean="0"/>
              <a:t>单击此处添加项正文</a:t>
            </a:r>
            <a:endParaRPr lang="zh-CN" altLang="en-US" smtClean="0"/>
          </a:p>
        </p:txBody>
      </p:sp>
      <p:sp>
        <p:nvSpPr>
          <p:cNvPr id="16" name="装饰  5"/>
          <p:cNvSpPr>
            <a:spLocks noGrp="1"/>
          </p:cNvSpPr>
          <p:nvPr>
            <p:ph type="body" idx="16394" hasCustomPrompt="1"/>
            <p:custDataLst>
              <p:tags r:id="rId10"/>
            </p:custDataLst>
          </p:nvPr>
        </p:nvSpPr>
        <p:spPr>
          <a:xfrm>
            <a:off x="5257800" y="3403600"/>
            <a:ext cx="50800" cy="1117600"/>
          </a:xfrm>
          <a:custGeom>
            <a:avLst/>
            <a:gdLst>
              <a:gd name="connisteX0" fmla="*/ 0 w 50800"/>
              <a:gd name="connsiteY0" fmla="*/ 25400 h 1117600"/>
              <a:gd name="connisteX1" fmla="*/ 25400 w 50800"/>
              <a:gd name="connsiteY1" fmla="*/ 0 h 1117600"/>
              <a:gd name="connisteX2" fmla="*/ 25400 w 50800"/>
              <a:gd name="connsiteY2" fmla="*/ 0 h 1117600"/>
              <a:gd name="connisteX3" fmla="*/ 50800 w 50800"/>
              <a:gd name="connsiteY3" fmla="*/ 25400 h 1117600"/>
              <a:gd name="connisteX4" fmla="*/ 50800 w 50800"/>
              <a:gd name="connsiteY4" fmla="*/ 1092200 h 1117600"/>
              <a:gd name="connisteX5" fmla="*/ 25400 w 50800"/>
              <a:gd name="connsiteY5" fmla="*/ 1117600 h 1117600"/>
              <a:gd name="connisteX6" fmla="*/ 25400 w 50800"/>
              <a:gd name="connsiteY6" fmla="*/ 1117600 h 1117600"/>
              <a:gd name="connisteX7" fmla="*/ 0 w 50800"/>
              <a:gd name="connsiteY7" fmla="*/ 1092200 h 1117600"/>
              <a:gd name="connisteX8" fmla="*/ 0 w 50800"/>
              <a:gd name="connsiteY8" fmla="*/ 25400 h 1117600"/>
            </a:gdLst>
            <a:ahLst/>
            <a:cxnLst>
              <a:cxn ang="0">
                <a:pos x="connisteX0" y="connsiteY0"/>
              </a:cxn>
              <a:cxn ang="0">
                <a:pos x="connisteX1" y="connsiteY1"/>
              </a:cxn>
              <a:cxn ang="0">
                <a:pos x="connisteX2" y="connsiteY2"/>
              </a:cxn>
              <a:cxn ang="0">
                <a:pos x="connisteX3" y="connsiteY3"/>
              </a:cxn>
              <a:cxn ang="0">
                <a:pos x="connisteX4" y="connsiteY4"/>
              </a:cxn>
              <a:cxn ang="0">
                <a:pos x="connisteX5" y="connsiteY5"/>
              </a:cxn>
              <a:cxn ang="0">
                <a:pos x="connisteX6" y="connsiteY6"/>
              </a:cxn>
              <a:cxn ang="0">
                <a:pos x="connisteX7" y="connsiteY7"/>
              </a:cxn>
              <a:cxn ang="0">
                <a:pos x="connisteX8" y="connsiteY8"/>
              </a:cxn>
            </a:cxnLst>
            <a:pathLst>
              <a:path w="50800" h="1117600">
                <a:moveTo>
                  <a:pt x="0" y="25400"/>
                </a:moveTo>
                <a:cubicBezTo>
                  <a:pt x="0" y="11372"/>
                  <a:pt x="11372" y="0"/>
                  <a:pt x="25400" y="0"/>
                </a:cubicBezTo>
                <a:lnTo>
                  <a:pt x="25400" y="0"/>
                </a:lnTo>
                <a:cubicBezTo>
                  <a:pt x="39428" y="0"/>
                  <a:pt x="50800" y="11372"/>
                  <a:pt x="50800" y="25400"/>
                </a:cubicBezTo>
                <a:lnTo>
                  <a:pt x="50800" y="1092200"/>
                </a:lnTo>
                <a:cubicBezTo>
                  <a:pt x="50800" y="1106228"/>
                  <a:pt x="39428" y="1117600"/>
                  <a:pt x="25400" y="1117600"/>
                </a:cubicBezTo>
                <a:lnTo>
                  <a:pt x="25400" y="1117600"/>
                </a:lnTo>
                <a:cubicBezTo>
                  <a:pt x="11372" y="1117600"/>
                  <a:pt x="0" y="1106228"/>
                  <a:pt x="0" y="1092200"/>
                </a:cubicBezTo>
                <a:lnTo>
                  <a:pt x="0" y="25400"/>
                </a:lnTo>
                <a:close/>
              </a:path>
            </a:pathLst>
          </a:custGeom>
          <a:solidFill>
            <a:schemeClr val="accent1"/>
          </a:solidFill>
          <a:ln>
            <a:solidFill>
              <a:prstClr val="black">
                <a:alpha val="0"/>
              </a:prstClr>
            </a:solidFill>
            <a:prstDash val="solid"/>
          </a:ln>
        </p:spPr>
        <p:txBody>
          <a:bodyPr>
            <a:noAutofit/>
          </a:bodyPr>
          <a:lstStyle>
            <a:lvl1pPr>
              <a:buNone/>
              <a:defRPr/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zh-CN" altLang="en-US" smtClean="0"/>
              <a:t> </a:t>
            </a:r>
            <a:endParaRPr lang="zh-CN" altLang="en-US" smtClean="0"/>
          </a:p>
        </p:txBody>
      </p:sp>
      <p:sp>
        <p:nvSpPr>
          <p:cNvPr id="17" name="文本占位符 16"/>
          <p:cNvSpPr>
            <a:spLocks noGrp="1"/>
          </p:cNvSpPr>
          <p:nvPr>
            <p:ph type="body" idx="16388" hasCustomPrompt="1"/>
            <p:custDataLst>
              <p:tags r:id="rId11"/>
            </p:custDataLst>
          </p:nvPr>
        </p:nvSpPr>
        <p:spPr>
          <a:xfrm>
            <a:off x="5410200" y="3403600"/>
            <a:ext cx="6172200" cy="406400"/>
          </a:xfrm>
          <a:noFill/>
        </p:spPr>
        <p:txBody>
          <a:bodyPr lIns="0" tIns="0" rIns="0" bIns="0" anchor="t">
            <a:normAutofit/>
          </a:bodyPr>
          <a:lstStyle>
            <a:lvl1pPr marL="0" indent="0" algn="l">
              <a:lnSpc>
                <a:spcPct val="111000"/>
              </a:lnSpc>
              <a:spcBef>
                <a:spcPct val="0"/>
              </a:spcBef>
              <a:spcAft>
                <a:spcPct val="0"/>
              </a:spcAft>
              <a:buNone/>
              <a:defRPr sz="2400" b="0" spc="0">
                <a:solidFill>
                  <a:schemeClr val="tx1"/>
                </a:solidFill>
              </a:defRPr>
            </a:lvl1pPr>
          </a:lstStyle>
          <a:p>
            <a:pPr lvl="0"/>
            <a:r>
              <a:rPr lang="zh-CN" altLang="en-US" smtClean="0"/>
              <a:t>单击此处添加项标题</a:t>
            </a:r>
            <a:endParaRPr lang="zh-CN" altLang="en-US" smtClean="0"/>
          </a:p>
        </p:txBody>
      </p:sp>
      <p:sp>
        <p:nvSpPr>
          <p:cNvPr id="18" name="文本占位符 17"/>
          <p:cNvSpPr>
            <a:spLocks noGrp="1"/>
          </p:cNvSpPr>
          <p:nvPr>
            <p:ph type="body" idx="16389" hasCustomPrompt="1"/>
            <p:custDataLst>
              <p:tags r:id="rId12"/>
            </p:custDataLst>
          </p:nvPr>
        </p:nvSpPr>
        <p:spPr>
          <a:xfrm>
            <a:off x="5410200" y="3911600"/>
            <a:ext cx="6172200" cy="609600"/>
          </a:xfrm>
          <a:noFill/>
        </p:spPr>
        <p:txBody>
          <a:bodyPr lIns="0" tIns="0" rIns="0" bIns="0" anchor="t">
            <a:normAutofit/>
          </a:bodyPr>
          <a:lstStyle>
            <a:lvl1pPr marL="0" indent="0" algn="l">
              <a:lnSpc>
                <a:spcPct val="125000"/>
              </a:lnSpc>
              <a:spcBef>
                <a:spcPct val="0"/>
              </a:spcBef>
              <a:spcAft>
                <a:spcPct val="0"/>
              </a:spcAft>
              <a:buNone/>
              <a:defRPr sz="1600" b="0" spc="0">
                <a:solidFill>
                  <a:schemeClr val="tx1"/>
                </a:solidFill>
              </a:defRPr>
            </a:lvl1pPr>
          </a:lstStyle>
          <a:p>
            <a:pPr lvl="0"/>
            <a:r>
              <a:rPr lang="zh-CN" altLang="en-US" smtClean="0"/>
              <a:t>单击此处添加项正文</a:t>
            </a:r>
            <a:endParaRPr lang="zh-CN" altLang="en-US" smtClean="0"/>
          </a:p>
        </p:txBody>
      </p:sp>
      <p:sp>
        <p:nvSpPr>
          <p:cNvPr id="19" name="装饰  8"/>
          <p:cNvSpPr>
            <a:spLocks noGrp="1"/>
          </p:cNvSpPr>
          <p:nvPr>
            <p:ph type="body" idx="16395" hasCustomPrompt="1"/>
            <p:custDataLst>
              <p:tags r:id="rId13"/>
            </p:custDataLst>
          </p:nvPr>
        </p:nvSpPr>
        <p:spPr>
          <a:xfrm>
            <a:off x="5257800" y="5130800"/>
            <a:ext cx="50800" cy="1117600"/>
          </a:xfrm>
          <a:custGeom>
            <a:avLst/>
            <a:gdLst>
              <a:gd name="connisteX0" fmla="*/ 0 w 50800"/>
              <a:gd name="connsiteY0" fmla="*/ 25400 h 1117600"/>
              <a:gd name="connisteX1" fmla="*/ 25400 w 50800"/>
              <a:gd name="connsiteY1" fmla="*/ 0 h 1117600"/>
              <a:gd name="connisteX2" fmla="*/ 25400 w 50800"/>
              <a:gd name="connsiteY2" fmla="*/ 0 h 1117600"/>
              <a:gd name="connisteX3" fmla="*/ 50800 w 50800"/>
              <a:gd name="connsiteY3" fmla="*/ 25400 h 1117600"/>
              <a:gd name="connisteX4" fmla="*/ 50800 w 50800"/>
              <a:gd name="connsiteY4" fmla="*/ 1092200 h 1117600"/>
              <a:gd name="connisteX5" fmla="*/ 25400 w 50800"/>
              <a:gd name="connsiteY5" fmla="*/ 1117600 h 1117600"/>
              <a:gd name="connisteX6" fmla="*/ 25400 w 50800"/>
              <a:gd name="connsiteY6" fmla="*/ 1117600 h 1117600"/>
              <a:gd name="connisteX7" fmla="*/ 0 w 50800"/>
              <a:gd name="connsiteY7" fmla="*/ 1092200 h 1117600"/>
              <a:gd name="connisteX8" fmla="*/ 0 w 50800"/>
              <a:gd name="connsiteY8" fmla="*/ 25400 h 1117600"/>
            </a:gdLst>
            <a:ahLst/>
            <a:cxnLst>
              <a:cxn ang="0">
                <a:pos x="connisteX0" y="connsiteY0"/>
              </a:cxn>
              <a:cxn ang="0">
                <a:pos x="connisteX1" y="connsiteY1"/>
              </a:cxn>
              <a:cxn ang="0">
                <a:pos x="connisteX2" y="connsiteY2"/>
              </a:cxn>
              <a:cxn ang="0">
                <a:pos x="connisteX3" y="connsiteY3"/>
              </a:cxn>
              <a:cxn ang="0">
                <a:pos x="connisteX4" y="connsiteY4"/>
              </a:cxn>
              <a:cxn ang="0">
                <a:pos x="connisteX5" y="connsiteY5"/>
              </a:cxn>
              <a:cxn ang="0">
                <a:pos x="connisteX6" y="connsiteY6"/>
              </a:cxn>
              <a:cxn ang="0">
                <a:pos x="connisteX7" y="connsiteY7"/>
              </a:cxn>
              <a:cxn ang="0">
                <a:pos x="connisteX8" y="connsiteY8"/>
              </a:cxn>
            </a:cxnLst>
            <a:pathLst>
              <a:path w="50800" h="1117600">
                <a:moveTo>
                  <a:pt x="0" y="25400"/>
                </a:moveTo>
                <a:cubicBezTo>
                  <a:pt x="0" y="11372"/>
                  <a:pt x="11372" y="0"/>
                  <a:pt x="25400" y="0"/>
                </a:cubicBezTo>
                <a:lnTo>
                  <a:pt x="25400" y="0"/>
                </a:lnTo>
                <a:cubicBezTo>
                  <a:pt x="39428" y="0"/>
                  <a:pt x="50800" y="11372"/>
                  <a:pt x="50800" y="25400"/>
                </a:cubicBezTo>
                <a:lnTo>
                  <a:pt x="50800" y="1092200"/>
                </a:lnTo>
                <a:cubicBezTo>
                  <a:pt x="50800" y="1106228"/>
                  <a:pt x="39428" y="1117600"/>
                  <a:pt x="25400" y="1117600"/>
                </a:cubicBezTo>
                <a:lnTo>
                  <a:pt x="25400" y="1117600"/>
                </a:lnTo>
                <a:cubicBezTo>
                  <a:pt x="11372" y="1117600"/>
                  <a:pt x="0" y="1106228"/>
                  <a:pt x="0" y="1092200"/>
                </a:cubicBezTo>
                <a:lnTo>
                  <a:pt x="0" y="25400"/>
                </a:lnTo>
                <a:close/>
              </a:path>
            </a:pathLst>
          </a:custGeom>
          <a:solidFill>
            <a:schemeClr val="accent1"/>
          </a:solidFill>
          <a:ln>
            <a:solidFill>
              <a:prstClr val="black">
                <a:alpha val="0"/>
              </a:prstClr>
            </a:solidFill>
            <a:prstDash val="solid"/>
          </a:ln>
        </p:spPr>
        <p:txBody>
          <a:bodyPr>
            <a:noAutofit/>
          </a:bodyPr>
          <a:lstStyle>
            <a:lvl1pPr>
              <a:buNone/>
              <a:defRPr/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zh-CN" altLang="en-US" smtClean="0"/>
              <a:t> </a:t>
            </a:r>
            <a:endParaRPr lang="zh-CN" altLang="en-US" smtClean="0"/>
          </a:p>
        </p:txBody>
      </p:sp>
      <p:sp>
        <p:nvSpPr>
          <p:cNvPr id="20" name="文本占位符 19"/>
          <p:cNvSpPr>
            <a:spLocks noGrp="1"/>
          </p:cNvSpPr>
          <p:nvPr>
            <p:ph type="body" idx="16390" hasCustomPrompt="1"/>
            <p:custDataLst>
              <p:tags r:id="rId14"/>
            </p:custDataLst>
          </p:nvPr>
        </p:nvSpPr>
        <p:spPr>
          <a:xfrm>
            <a:off x="5410200" y="5130800"/>
            <a:ext cx="6172200" cy="406400"/>
          </a:xfrm>
          <a:noFill/>
        </p:spPr>
        <p:txBody>
          <a:bodyPr lIns="0" tIns="0" rIns="0" bIns="0" anchor="t">
            <a:normAutofit/>
          </a:bodyPr>
          <a:lstStyle>
            <a:lvl1pPr marL="0" indent="0" algn="l">
              <a:lnSpc>
                <a:spcPct val="111000"/>
              </a:lnSpc>
              <a:spcBef>
                <a:spcPct val="0"/>
              </a:spcBef>
              <a:spcAft>
                <a:spcPct val="0"/>
              </a:spcAft>
              <a:buNone/>
              <a:defRPr sz="2400" b="0" spc="0">
                <a:solidFill>
                  <a:schemeClr val="tx1"/>
                </a:solidFill>
              </a:defRPr>
            </a:lvl1pPr>
          </a:lstStyle>
          <a:p>
            <a:pPr lvl="0"/>
            <a:r>
              <a:rPr lang="zh-CN" altLang="en-US" smtClean="0"/>
              <a:t>单击此处添加项标题</a:t>
            </a:r>
            <a:endParaRPr lang="zh-CN" altLang="en-US" smtClean="0"/>
          </a:p>
        </p:txBody>
      </p:sp>
      <p:sp>
        <p:nvSpPr>
          <p:cNvPr id="21" name="文本占位符 20"/>
          <p:cNvSpPr>
            <a:spLocks noGrp="1"/>
          </p:cNvSpPr>
          <p:nvPr>
            <p:ph type="body" idx="16391" hasCustomPrompt="1"/>
            <p:custDataLst>
              <p:tags r:id="rId15"/>
            </p:custDataLst>
          </p:nvPr>
        </p:nvSpPr>
        <p:spPr>
          <a:xfrm>
            <a:off x="5410200" y="5638800"/>
            <a:ext cx="6172200" cy="609600"/>
          </a:xfrm>
          <a:noFill/>
        </p:spPr>
        <p:txBody>
          <a:bodyPr lIns="0" tIns="0" rIns="0" bIns="0" anchor="t">
            <a:normAutofit/>
          </a:bodyPr>
          <a:lstStyle>
            <a:lvl1pPr marL="0" indent="0" algn="l">
              <a:lnSpc>
                <a:spcPct val="125000"/>
              </a:lnSpc>
              <a:spcBef>
                <a:spcPct val="0"/>
              </a:spcBef>
              <a:spcAft>
                <a:spcPct val="0"/>
              </a:spcAft>
              <a:buNone/>
              <a:defRPr sz="1600" b="0" spc="0">
                <a:solidFill>
                  <a:schemeClr val="tx1"/>
                </a:solidFill>
              </a:defRPr>
            </a:lvl1pPr>
          </a:lstStyle>
          <a:p>
            <a:pPr lvl="0"/>
            <a:r>
              <a:rPr lang="zh-CN" altLang="en-US" smtClean="0"/>
              <a:t>单击此处添加项正文</a:t>
            </a:r>
            <a:endParaRPr lang="zh-CN" altLang="en-US" smtClean="0"/>
          </a:p>
        </p:txBody>
      </p:sp>
    </p:spTree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4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正文页-48_11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日期占位符 5"/>
          <p:cNvSpPr>
            <a:spLocks noGrp="1"/>
          </p:cNvSpPr>
          <p:nvPr>
            <p:ph type="dt" sz="half" idx="10"/>
            <p:custDataLst>
              <p:tags r:id="rId2"/>
            </p:custDataLst>
          </p:nvPr>
        </p:nvSpPr>
        <p:spPr>
          <a:xfrm>
            <a:off x="838200" y="6356350"/>
            <a:ext cx="2743200" cy="365125"/>
          </a:xfrm>
        </p:spPr>
        <p:txBody>
          <a:bodyPr/>
          <a:lstStyle/>
          <a:p>
            <a:fld id="{AFF1154F-E427-4513-B34B-94E36374A1AB}" type="datetimeFigureOut">
              <a:rPr lang="zh-CN" altLang="en-US" smtClean="0"/>
            </a:fld>
            <a:endParaRPr lang="zh-CN" altLang="en-US"/>
          </a:p>
        </p:txBody>
      </p:sp>
      <p:sp>
        <p:nvSpPr>
          <p:cNvPr id="9" name="页脚占位符 8"/>
          <p:cNvSpPr>
            <a:spLocks noGrp="1"/>
          </p:cNvSpPr>
          <p:nvPr>
            <p:ph type="ftr" sz="quarter" idx="11"/>
            <p:custDataLst>
              <p:tags r:id="rId3"/>
            </p:custDataLst>
          </p:nvPr>
        </p:nvSpPr>
        <p:spPr>
          <a:xfrm>
            <a:off x="4038600" y="6356350"/>
            <a:ext cx="4114800" cy="365125"/>
          </a:xfrm>
        </p:spPr>
        <p:txBody>
          <a:bodyPr/>
          <a:lstStyle/>
          <a:p>
            <a:endParaRPr lang="zh-CN" altLang="en-US"/>
          </a:p>
        </p:txBody>
      </p:sp>
      <p:sp>
        <p:nvSpPr>
          <p:cNvPr id="10" name="灯片编号占位符 9"/>
          <p:cNvSpPr>
            <a:spLocks noGrp="1"/>
          </p:cNvSpPr>
          <p:nvPr>
            <p:ph type="sldNum" sz="quarter" idx="12"/>
            <p:custDataLst>
              <p:tags r:id="rId4"/>
            </p:custDataLst>
          </p:nvPr>
        </p:nvSpPr>
        <p:spPr>
          <a:xfrm>
            <a:off x="8610600" y="6356350"/>
            <a:ext cx="2743200" cy="365125"/>
          </a:xfrm>
        </p:spPr>
        <p:txBody>
          <a:bodyPr/>
          <a:lstStyle/>
          <a:p>
            <a:fld id="{CFDA0808-8B01-405B-8ED6-12013DCE0AF6}" type="slidenum">
              <a:rPr lang="zh-CN" altLang="en-US" smtClean="0"/>
            </a:fld>
            <a:endParaRPr lang="zh-CN" altLang="en-US"/>
          </a:p>
        </p:txBody>
      </p:sp>
      <p:sp>
        <p:nvSpPr>
          <p:cNvPr id="11" name="标题 10"/>
          <p:cNvSpPr>
            <a:spLocks noGrp="1"/>
          </p:cNvSpPr>
          <p:nvPr>
            <p:ph type="ctrTitle" idx="16385" hasCustomPrompt="1"/>
            <p:custDataLst>
              <p:tags r:id="rId5"/>
            </p:custDataLst>
          </p:nvPr>
        </p:nvSpPr>
        <p:spPr>
          <a:xfrm>
            <a:off x="609600" y="533400"/>
            <a:ext cx="10972800" cy="609600"/>
          </a:xfrm>
          <a:noFill/>
        </p:spPr>
        <p:txBody>
          <a:bodyPr lIns="0" tIns="0" rIns="0" bIns="0" anchor="t">
            <a:normAutofit/>
          </a:bodyPr>
          <a:lstStyle>
            <a:lvl1pPr marL="0" indent="0" algn="l">
              <a:lnSpc>
                <a:spcPct val="111000"/>
              </a:lnSpc>
              <a:spcBef>
                <a:spcPct val="0"/>
              </a:spcBef>
              <a:spcAft>
                <a:spcPct val="0"/>
              </a:spcAft>
              <a:buNone/>
              <a:defRPr sz="3600" b="0" spc="0">
                <a:solidFill>
                  <a:schemeClr val="tx1"/>
                </a:solidFill>
              </a:defRPr>
            </a:lvl1pPr>
          </a:lstStyle>
          <a:p>
            <a:r>
              <a:rPr lang="zh-CN" altLang="en-US"/>
              <a:t>单击此处添加标题</a:t>
            </a:r>
            <a:endParaRPr lang="zh-CN" altLang="en-US"/>
          </a:p>
        </p:txBody>
      </p:sp>
      <p:sp>
        <p:nvSpPr>
          <p:cNvPr id="12" name="装饰  1"/>
          <p:cNvSpPr>
            <a:spLocks noGrp="1"/>
          </p:cNvSpPr>
          <p:nvPr>
            <p:ph type="body" idx="16392" hasCustomPrompt="1"/>
            <p:custDataLst>
              <p:tags r:id="rId6"/>
            </p:custDataLst>
          </p:nvPr>
        </p:nvSpPr>
        <p:spPr>
          <a:xfrm>
            <a:off x="609600" y="1524000"/>
            <a:ext cx="3454400" cy="4724400"/>
          </a:xfrm>
          <a:custGeom>
            <a:avLst/>
            <a:gdLst>
              <a:gd name="connisteX0" fmla="*/ 0 w 3454400"/>
              <a:gd name="connsiteY0" fmla="*/ 203200 h 4724400"/>
              <a:gd name="connisteX1" fmla="*/ 203200 w 3454400"/>
              <a:gd name="connsiteY1" fmla="*/ 0 h 4724400"/>
              <a:gd name="connisteX2" fmla="*/ 3251200 w 3454400"/>
              <a:gd name="connsiteY2" fmla="*/ 0 h 4724400"/>
              <a:gd name="connisteX3" fmla="*/ 3454400 w 3454400"/>
              <a:gd name="connsiteY3" fmla="*/ 203200 h 4724400"/>
              <a:gd name="connisteX4" fmla="*/ 3454400 w 3454400"/>
              <a:gd name="connsiteY4" fmla="*/ 4521200 h 4724400"/>
              <a:gd name="connisteX5" fmla="*/ 3251200 w 3454400"/>
              <a:gd name="connsiteY5" fmla="*/ 4724400 h 4724400"/>
              <a:gd name="connisteX6" fmla="*/ 203200 w 3454400"/>
              <a:gd name="connsiteY6" fmla="*/ 4724400 h 4724400"/>
              <a:gd name="connisteX7" fmla="*/ 0 w 3454400"/>
              <a:gd name="connsiteY7" fmla="*/ 4521200 h 4724400"/>
              <a:gd name="connisteX8" fmla="*/ 0 w 3454400"/>
              <a:gd name="connsiteY8" fmla="*/ 203200 h 4724400"/>
            </a:gdLst>
            <a:ahLst/>
            <a:cxnLst>
              <a:cxn ang="0">
                <a:pos x="connisteX0" y="connsiteY0"/>
              </a:cxn>
              <a:cxn ang="0">
                <a:pos x="connisteX1" y="connsiteY1"/>
              </a:cxn>
              <a:cxn ang="0">
                <a:pos x="connisteX2" y="connsiteY2"/>
              </a:cxn>
              <a:cxn ang="0">
                <a:pos x="connisteX3" y="connsiteY3"/>
              </a:cxn>
              <a:cxn ang="0">
                <a:pos x="connisteX4" y="connsiteY4"/>
              </a:cxn>
              <a:cxn ang="0">
                <a:pos x="connisteX5" y="connsiteY5"/>
              </a:cxn>
              <a:cxn ang="0">
                <a:pos x="connisteX6" y="connsiteY6"/>
              </a:cxn>
              <a:cxn ang="0">
                <a:pos x="connisteX7" y="connsiteY7"/>
              </a:cxn>
              <a:cxn ang="0">
                <a:pos x="connisteX8" y="connsiteY8"/>
              </a:cxn>
            </a:cxnLst>
            <a:pathLst>
              <a:path w="3454400" h="4724400">
                <a:moveTo>
                  <a:pt x="0" y="203200"/>
                </a:moveTo>
                <a:cubicBezTo>
                  <a:pt x="0" y="90976"/>
                  <a:pt x="90976" y="0"/>
                  <a:pt x="203200" y="0"/>
                </a:cubicBezTo>
                <a:lnTo>
                  <a:pt x="3251200" y="0"/>
                </a:lnTo>
                <a:cubicBezTo>
                  <a:pt x="3363424" y="0"/>
                  <a:pt x="3454400" y="90976"/>
                  <a:pt x="3454400" y="203200"/>
                </a:cubicBezTo>
                <a:lnTo>
                  <a:pt x="3454400" y="4521200"/>
                </a:lnTo>
                <a:cubicBezTo>
                  <a:pt x="3454400" y="4633424"/>
                  <a:pt x="3363424" y="4724400"/>
                  <a:pt x="3251200" y="4724400"/>
                </a:cubicBezTo>
                <a:lnTo>
                  <a:pt x="203200" y="4724400"/>
                </a:lnTo>
                <a:cubicBezTo>
                  <a:pt x="90976" y="4724400"/>
                  <a:pt x="0" y="4633424"/>
                  <a:pt x="0" y="4521200"/>
                </a:cubicBezTo>
                <a:lnTo>
                  <a:pt x="0" y="203200"/>
                </a:lnTo>
                <a:close/>
              </a:path>
            </a:pathLst>
          </a:custGeom>
          <a:gradFill>
            <a:gsLst>
              <a:gs pos="0">
                <a:schemeClr val="accent1">
                  <a:lumMod val="10000"/>
                  <a:lumOff val="90000"/>
                </a:schemeClr>
              </a:gs>
              <a:gs pos="100000">
                <a:schemeClr val="accent1">
                  <a:lumMod val="10000"/>
                  <a:lumOff val="90000"/>
                </a:schemeClr>
              </a:gs>
            </a:gsLst>
            <a:lin ang="5400000"/>
          </a:gradFill>
          <a:ln>
            <a:solidFill>
              <a:prstClr val="black">
                <a:alpha val="0"/>
              </a:prstClr>
            </a:solidFill>
            <a:prstDash val="solid"/>
          </a:ln>
        </p:spPr>
        <p:txBody>
          <a:bodyPr>
            <a:noAutofit/>
          </a:bodyPr>
          <a:lstStyle>
            <a:lvl1pPr>
              <a:buNone/>
              <a:defRPr/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zh-CN" altLang="en-US" smtClean="0"/>
              <a:t> </a:t>
            </a:r>
            <a:endParaRPr lang="zh-CN" altLang="en-US" smtClean="0"/>
          </a:p>
        </p:txBody>
      </p:sp>
      <p:sp>
        <p:nvSpPr>
          <p:cNvPr id="13" name="图片占位符 12"/>
          <p:cNvSpPr>
            <a:spLocks noGrp="1"/>
          </p:cNvSpPr>
          <p:nvPr>
            <p:ph type="pic" idx="16393" hasCustomPrompt="1"/>
            <p:custDataLst>
              <p:tags r:id="rId7"/>
            </p:custDataLst>
          </p:nvPr>
        </p:nvSpPr>
        <p:spPr>
          <a:xfrm>
            <a:off x="914400" y="1828800"/>
            <a:ext cx="2844800" cy="1930400"/>
          </a:xfrm>
          <a:solidFill>
            <a:srgbClr val="DDDDDD"/>
          </a:solidFill>
          <a:ln>
            <a:noFill/>
          </a:ln>
        </p:spPr>
        <p:txBody>
          <a:bodyPr>
            <a:noAutofit/>
          </a:bodyPr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r>
              <a:rPr lang="zh-CN" altLang="en-US"/>
              <a:t> </a:t>
            </a:r>
            <a:endParaRPr lang="zh-CN" altLang="en-US"/>
          </a:p>
        </p:txBody>
      </p:sp>
      <p:sp>
        <p:nvSpPr>
          <p:cNvPr id="14" name="文本占位符 13"/>
          <p:cNvSpPr>
            <a:spLocks noGrp="1"/>
          </p:cNvSpPr>
          <p:nvPr>
            <p:ph type="body" idx="16386" hasCustomPrompt="1"/>
            <p:custDataLst>
              <p:tags r:id="rId8"/>
            </p:custDataLst>
          </p:nvPr>
        </p:nvSpPr>
        <p:spPr>
          <a:xfrm>
            <a:off x="914400" y="3962400"/>
            <a:ext cx="2844800" cy="406400"/>
          </a:xfrm>
          <a:noFill/>
        </p:spPr>
        <p:txBody>
          <a:bodyPr lIns="0" tIns="0" rIns="0" bIns="0" anchor="t">
            <a:normAutofit/>
          </a:bodyPr>
          <a:lstStyle>
            <a:lvl1pPr marL="0" indent="0" algn="l">
              <a:lnSpc>
                <a:spcPct val="111000"/>
              </a:lnSpc>
              <a:spcBef>
                <a:spcPct val="0"/>
              </a:spcBef>
              <a:spcAft>
                <a:spcPct val="0"/>
              </a:spcAft>
              <a:buNone/>
              <a:defRPr sz="2400" b="0" spc="0">
                <a:solidFill>
                  <a:schemeClr val="tx1"/>
                </a:solidFill>
              </a:defRPr>
            </a:lvl1pPr>
          </a:lstStyle>
          <a:p>
            <a:pPr lvl="0"/>
            <a:r>
              <a:rPr lang="zh-CN" altLang="en-US" smtClean="0"/>
              <a:t>项标题</a:t>
            </a:r>
            <a:endParaRPr lang="zh-CN" altLang="en-US" smtClean="0"/>
          </a:p>
        </p:txBody>
      </p:sp>
      <p:sp>
        <p:nvSpPr>
          <p:cNvPr id="15" name="文本占位符 14"/>
          <p:cNvSpPr>
            <a:spLocks noGrp="1"/>
          </p:cNvSpPr>
          <p:nvPr>
            <p:ph type="body" idx="16387" hasCustomPrompt="1"/>
            <p:custDataLst>
              <p:tags r:id="rId9"/>
            </p:custDataLst>
          </p:nvPr>
        </p:nvSpPr>
        <p:spPr>
          <a:xfrm>
            <a:off x="914400" y="4419600"/>
            <a:ext cx="2844800" cy="1524000"/>
          </a:xfrm>
          <a:noFill/>
        </p:spPr>
        <p:txBody>
          <a:bodyPr lIns="0" tIns="0" rIns="0" bIns="0" anchor="t">
            <a:normAutofit/>
          </a:bodyPr>
          <a:lstStyle>
            <a:lvl1pPr marL="0" indent="0" algn="l">
              <a:lnSpc>
                <a:spcPct val="125000"/>
              </a:lnSpc>
              <a:spcBef>
                <a:spcPct val="0"/>
              </a:spcBef>
              <a:spcAft>
                <a:spcPct val="0"/>
              </a:spcAft>
              <a:buNone/>
              <a:defRPr sz="1600" b="0" spc="0">
                <a:solidFill>
                  <a:schemeClr val="tx1"/>
                </a:solidFill>
              </a:defRPr>
            </a:lvl1pPr>
          </a:lstStyle>
          <a:p>
            <a:pPr lvl="0"/>
            <a:r>
              <a:rPr lang="zh-CN" altLang="en-US" smtClean="0"/>
              <a:t>单击此处添加项正文</a:t>
            </a:r>
            <a:endParaRPr lang="zh-CN" altLang="en-US" smtClean="0"/>
          </a:p>
        </p:txBody>
      </p:sp>
      <p:sp>
        <p:nvSpPr>
          <p:cNvPr id="16" name="装饰  5"/>
          <p:cNvSpPr>
            <a:spLocks noGrp="1"/>
          </p:cNvSpPr>
          <p:nvPr>
            <p:ph type="body" idx="16394" hasCustomPrompt="1"/>
            <p:custDataLst>
              <p:tags r:id="rId10"/>
            </p:custDataLst>
          </p:nvPr>
        </p:nvSpPr>
        <p:spPr>
          <a:xfrm>
            <a:off x="4368800" y="1524000"/>
            <a:ext cx="3454400" cy="4724400"/>
          </a:xfrm>
          <a:custGeom>
            <a:avLst/>
            <a:gdLst>
              <a:gd name="connisteX0" fmla="*/ 0 w 3454400"/>
              <a:gd name="connsiteY0" fmla="*/ 203200 h 4724400"/>
              <a:gd name="connisteX1" fmla="*/ 203200 w 3454400"/>
              <a:gd name="connsiteY1" fmla="*/ 0 h 4724400"/>
              <a:gd name="connisteX2" fmla="*/ 3251200 w 3454400"/>
              <a:gd name="connsiteY2" fmla="*/ 0 h 4724400"/>
              <a:gd name="connisteX3" fmla="*/ 3454400 w 3454400"/>
              <a:gd name="connsiteY3" fmla="*/ 203200 h 4724400"/>
              <a:gd name="connisteX4" fmla="*/ 3454400 w 3454400"/>
              <a:gd name="connsiteY4" fmla="*/ 4521200 h 4724400"/>
              <a:gd name="connisteX5" fmla="*/ 3251200 w 3454400"/>
              <a:gd name="connsiteY5" fmla="*/ 4724400 h 4724400"/>
              <a:gd name="connisteX6" fmla="*/ 203200 w 3454400"/>
              <a:gd name="connsiteY6" fmla="*/ 4724400 h 4724400"/>
              <a:gd name="connisteX7" fmla="*/ 0 w 3454400"/>
              <a:gd name="connsiteY7" fmla="*/ 4521200 h 4724400"/>
              <a:gd name="connisteX8" fmla="*/ 0 w 3454400"/>
              <a:gd name="connsiteY8" fmla="*/ 203200 h 4724400"/>
            </a:gdLst>
            <a:ahLst/>
            <a:cxnLst>
              <a:cxn ang="0">
                <a:pos x="connisteX0" y="connsiteY0"/>
              </a:cxn>
              <a:cxn ang="0">
                <a:pos x="connisteX1" y="connsiteY1"/>
              </a:cxn>
              <a:cxn ang="0">
                <a:pos x="connisteX2" y="connsiteY2"/>
              </a:cxn>
              <a:cxn ang="0">
                <a:pos x="connisteX3" y="connsiteY3"/>
              </a:cxn>
              <a:cxn ang="0">
                <a:pos x="connisteX4" y="connsiteY4"/>
              </a:cxn>
              <a:cxn ang="0">
                <a:pos x="connisteX5" y="connsiteY5"/>
              </a:cxn>
              <a:cxn ang="0">
                <a:pos x="connisteX6" y="connsiteY6"/>
              </a:cxn>
              <a:cxn ang="0">
                <a:pos x="connisteX7" y="connsiteY7"/>
              </a:cxn>
              <a:cxn ang="0">
                <a:pos x="connisteX8" y="connsiteY8"/>
              </a:cxn>
            </a:cxnLst>
            <a:pathLst>
              <a:path w="3454400" h="4724400">
                <a:moveTo>
                  <a:pt x="0" y="203200"/>
                </a:moveTo>
                <a:cubicBezTo>
                  <a:pt x="0" y="90976"/>
                  <a:pt x="90976" y="0"/>
                  <a:pt x="203200" y="0"/>
                </a:cubicBezTo>
                <a:lnTo>
                  <a:pt x="3251200" y="0"/>
                </a:lnTo>
                <a:cubicBezTo>
                  <a:pt x="3363424" y="0"/>
                  <a:pt x="3454400" y="90976"/>
                  <a:pt x="3454400" y="203200"/>
                </a:cubicBezTo>
                <a:lnTo>
                  <a:pt x="3454400" y="4521200"/>
                </a:lnTo>
                <a:cubicBezTo>
                  <a:pt x="3454400" y="4633424"/>
                  <a:pt x="3363424" y="4724400"/>
                  <a:pt x="3251200" y="4724400"/>
                </a:cubicBezTo>
                <a:lnTo>
                  <a:pt x="203200" y="4724400"/>
                </a:lnTo>
                <a:cubicBezTo>
                  <a:pt x="90976" y="4724400"/>
                  <a:pt x="0" y="4633424"/>
                  <a:pt x="0" y="4521200"/>
                </a:cubicBezTo>
                <a:lnTo>
                  <a:pt x="0" y="203200"/>
                </a:lnTo>
                <a:close/>
              </a:path>
            </a:pathLst>
          </a:custGeom>
          <a:gradFill>
            <a:gsLst>
              <a:gs pos="0">
                <a:schemeClr val="accent1">
                  <a:lumMod val="10000"/>
                  <a:lumOff val="90000"/>
                </a:schemeClr>
              </a:gs>
              <a:gs pos="100000">
                <a:schemeClr val="accent1">
                  <a:lumMod val="10000"/>
                  <a:lumOff val="90000"/>
                </a:schemeClr>
              </a:gs>
            </a:gsLst>
            <a:lin ang="5400000"/>
          </a:gradFill>
          <a:ln>
            <a:solidFill>
              <a:prstClr val="black">
                <a:alpha val="0"/>
              </a:prstClr>
            </a:solidFill>
            <a:prstDash val="solid"/>
          </a:ln>
        </p:spPr>
        <p:txBody>
          <a:bodyPr>
            <a:noAutofit/>
          </a:bodyPr>
          <a:lstStyle>
            <a:lvl1pPr>
              <a:buNone/>
              <a:defRPr/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zh-CN" altLang="en-US" smtClean="0"/>
              <a:t> </a:t>
            </a:r>
            <a:endParaRPr lang="zh-CN" altLang="en-US" smtClean="0"/>
          </a:p>
        </p:txBody>
      </p:sp>
      <p:sp>
        <p:nvSpPr>
          <p:cNvPr id="17" name="图片占位符 16"/>
          <p:cNvSpPr>
            <a:spLocks noGrp="1"/>
          </p:cNvSpPr>
          <p:nvPr>
            <p:ph type="pic" idx="16395" hasCustomPrompt="1"/>
            <p:custDataLst>
              <p:tags r:id="rId11"/>
            </p:custDataLst>
          </p:nvPr>
        </p:nvSpPr>
        <p:spPr>
          <a:xfrm>
            <a:off x="4673600" y="1828800"/>
            <a:ext cx="2844800" cy="1930400"/>
          </a:xfrm>
          <a:solidFill>
            <a:srgbClr val="DDDDDD"/>
          </a:solidFill>
          <a:ln>
            <a:noFill/>
          </a:ln>
        </p:spPr>
        <p:txBody>
          <a:bodyPr>
            <a:noAutofit/>
          </a:bodyPr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r>
              <a:rPr lang="zh-CN" altLang="en-US"/>
              <a:t> </a:t>
            </a:r>
            <a:endParaRPr lang="zh-CN" altLang="en-US"/>
          </a:p>
        </p:txBody>
      </p:sp>
      <p:sp>
        <p:nvSpPr>
          <p:cNvPr id="18" name="文本占位符 17"/>
          <p:cNvSpPr>
            <a:spLocks noGrp="1"/>
          </p:cNvSpPr>
          <p:nvPr>
            <p:ph type="body" idx="16388" hasCustomPrompt="1"/>
            <p:custDataLst>
              <p:tags r:id="rId12"/>
            </p:custDataLst>
          </p:nvPr>
        </p:nvSpPr>
        <p:spPr>
          <a:xfrm>
            <a:off x="4673600" y="3962400"/>
            <a:ext cx="2844800" cy="406400"/>
          </a:xfrm>
          <a:noFill/>
        </p:spPr>
        <p:txBody>
          <a:bodyPr lIns="0" tIns="0" rIns="0" bIns="0" anchor="t">
            <a:normAutofit/>
          </a:bodyPr>
          <a:lstStyle>
            <a:lvl1pPr marL="0" indent="0" algn="l">
              <a:lnSpc>
                <a:spcPct val="111000"/>
              </a:lnSpc>
              <a:spcBef>
                <a:spcPct val="0"/>
              </a:spcBef>
              <a:spcAft>
                <a:spcPct val="0"/>
              </a:spcAft>
              <a:buNone/>
              <a:defRPr sz="2400" b="0" spc="0">
                <a:solidFill>
                  <a:schemeClr val="tx1"/>
                </a:solidFill>
              </a:defRPr>
            </a:lvl1pPr>
          </a:lstStyle>
          <a:p>
            <a:pPr lvl="0"/>
            <a:r>
              <a:rPr lang="zh-CN" altLang="en-US" smtClean="0"/>
              <a:t>项标题</a:t>
            </a:r>
            <a:endParaRPr lang="zh-CN" altLang="en-US" smtClean="0"/>
          </a:p>
        </p:txBody>
      </p:sp>
      <p:sp>
        <p:nvSpPr>
          <p:cNvPr id="19" name="文本占位符 18"/>
          <p:cNvSpPr>
            <a:spLocks noGrp="1"/>
          </p:cNvSpPr>
          <p:nvPr>
            <p:ph type="body" idx="16389" hasCustomPrompt="1"/>
            <p:custDataLst>
              <p:tags r:id="rId13"/>
            </p:custDataLst>
          </p:nvPr>
        </p:nvSpPr>
        <p:spPr>
          <a:xfrm>
            <a:off x="4673600" y="4419600"/>
            <a:ext cx="2844800" cy="1524000"/>
          </a:xfrm>
          <a:noFill/>
        </p:spPr>
        <p:txBody>
          <a:bodyPr lIns="0" tIns="0" rIns="0" bIns="0" anchor="t">
            <a:normAutofit/>
          </a:bodyPr>
          <a:lstStyle>
            <a:lvl1pPr marL="0" indent="0" algn="l">
              <a:lnSpc>
                <a:spcPct val="125000"/>
              </a:lnSpc>
              <a:spcBef>
                <a:spcPct val="0"/>
              </a:spcBef>
              <a:spcAft>
                <a:spcPct val="0"/>
              </a:spcAft>
              <a:buNone/>
              <a:defRPr sz="1600" b="0" spc="0">
                <a:solidFill>
                  <a:schemeClr val="tx1"/>
                </a:solidFill>
              </a:defRPr>
            </a:lvl1pPr>
          </a:lstStyle>
          <a:p>
            <a:pPr lvl="0"/>
            <a:r>
              <a:rPr lang="zh-CN" altLang="en-US" smtClean="0"/>
              <a:t>单击此处添加项正文</a:t>
            </a:r>
            <a:endParaRPr lang="zh-CN" altLang="en-US" smtClean="0"/>
          </a:p>
        </p:txBody>
      </p:sp>
      <p:sp>
        <p:nvSpPr>
          <p:cNvPr id="20" name="装饰  9"/>
          <p:cNvSpPr>
            <a:spLocks noGrp="1"/>
          </p:cNvSpPr>
          <p:nvPr>
            <p:ph type="body" idx="16396" hasCustomPrompt="1"/>
            <p:custDataLst>
              <p:tags r:id="rId14"/>
            </p:custDataLst>
          </p:nvPr>
        </p:nvSpPr>
        <p:spPr>
          <a:xfrm>
            <a:off x="8128000" y="1524000"/>
            <a:ext cx="3454400" cy="4724400"/>
          </a:xfrm>
          <a:custGeom>
            <a:avLst/>
            <a:gdLst>
              <a:gd name="connisteX0" fmla="*/ 0 w 3454400"/>
              <a:gd name="connsiteY0" fmla="*/ 203200 h 4724400"/>
              <a:gd name="connisteX1" fmla="*/ 203200 w 3454400"/>
              <a:gd name="connsiteY1" fmla="*/ 0 h 4724400"/>
              <a:gd name="connisteX2" fmla="*/ 3251200 w 3454400"/>
              <a:gd name="connsiteY2" fmla="*/ 0 h 4724400"/>
              <a:gd name="connisteX3" fmla="*/ 3454400 w 3454400"/>
              <a:gd name="connsiteY3" fmla="*/ 203200 h 4724400"/>
              <a:gd name="connisteX4" fmla="*/ 3454400 w 3454400"/>
              <a:gd name="connsiteY4" fmla="*/ 4521200 h 4724400"/>
              <a:gd name="connisteX5" fmla="*/ 3251200 w 3454400"/>
              <a:gd name="connsiteY5" fmla="*/ 4724400 h 4724400"/>
              <a:gd name="connisteX6" fmla="*/ 203200 w 3454400"/>
              <a:gd name="connsiteY6" fmla="*/ 4724400 h 4724400"/>
              <a:gd name="connisteX7" fmla="*/ 0 w 3454400"/>
              <a:gd name="connsiteY7" fmla="*/ 4521200 h 4724400"/>
              <a:gd name="connisteX8" fmla="*/ 0 w 3454400"/>
              <a:gd name="connsiteY8" fmla="*/ 203200 h 4724400"/>
            </a:gdLst>
            <a:ahLst/>
            <a:cxnLst>
              <a:cxn ang="0">
                <a:pos x="connisteX0" y="connsiteY0"/>
              </a:cxn>
              <a:cxn ang="0">
                <a:pos x="connisteX1" y="connsiteY1"/>
              </a:cxn>
              <a:cxn ang="0">
                <a:pos x="connisteX2" y="connsiteY2"/>
              </a:cxn>
              <a:cxn ang="0">
                <a:pos x="connisteX3" y="connsiteY3"/>
              </a:cxn>
              <a:cxn ang="0">
                <a:pos x="connisteX4" y="connsiteY4"/>
              </a:cxn>
              <a:cxn ang="0">
                <a:pos x="connisteX5" y="connsiteY5"/>
              </a:cxn>
              <a:cxn ang="0">
                <a:pos x="connisteX6" y="connsiteY6"/>
              </a:cxn>
              <a:cxn ang="0">
                <a:pos x="connisteX7" y="connsiteY7"/>
              </a:cxn>
              <a:cxn ang="0">
                <a:pos x="connisteX8" y="connsiteY8"/>
              </a:cxn>
            </a:cxnLst>
            <a:pathLst>
              <a:path w="3454400" h="4724400">
                <a:moveTo>
                  <a:pt x="0" y="203200"/>
                </a:moveTo>
                <a:cubicBezTo>
                  <a:pt x="0" y="90976"/>
                  <a:pt x="90976" y="0"/>
                  <a:pt x="203200" y="0"/>
                </a:cubicBezTo>
                <a:lnTo>
                  <a:pt x="3251200" y="0"/>
                </a:lnTo>
                <a:cubicBezTo>
                  <a:pt x="3363424" y="0"/>
                  <a:pt x="3454400" y="90976"/>
                  <a:pt x="3454400" y="203200"/>
                </a:cubicBezTo>
                <a:lnTo>
                  <a:pt x="3454400" y="4521200"/>
                </a:lnTo>
                <a:cubicBezTo>
                  <a:pt x="3454400" y="4633424"/>
                  <a:pt x="3363424" y="4724400"/>
                  <a:pt x="3251200" y="4724400"/>
                </a:cubicBezTo>
                <a:lnTo>
                  <a:pt x="203200" y="4724400"/>
                </a:lnTo>
                <a:cubicBezTo>
                  <a:pt x="90976" y="4724400"/>
                  <a:pt x="0" y="4633424"/>
                  <a:pt x="0" y="4521200"/>
                </a:cubicBezTo>
                <a:lnTo>
                  <a:pt x="0" y="203200"/>
                </a:lnTo>
                <a:close/>
              </a:path>
            </a:pathLst>
          </a:custGeom>
          <a:gradFill>
            <a:gsLst>
              <a:gs pos="0">
                <a:schemeClr val="accent1">
                  <a:lumMod val="10000"/>
                  <a:lumOff val="90000"/>
                </a:schemeClr>
              </a:gs>
              <a:gs pos="100000">
                <a:schemeClr val="accent1">
                  <a:lumMod val="10000"/>
                  <a:lumOff val="90000"/>
                </a:schemeClr>
              </a:gs>
            </a:gsLst>
            <a:lin ang="5400000"/>
          </a:gradFill>
          <a:ln>
            <a:solidFill>
              <a:prstClr val="black">
                <a:alpha val="0"/>
              </a:prstClr>
            </a:solidFill>
            <a:prstDash val="solid"/>
          </a:ln>
        </p:spPr>
        <p:txBody>
          <a:bodyPr>
            <a:noAutofit/>
          </a:bodyPr>
          <a:lstStyle>
            <a:lvl1pPr>
              <a:buNone/>
              <a:defRPr/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zh-CN" altLang="en-US" smtClean="0"/>
              <a:t> </a:t>
            </a:r>
            <a:endParaRPr lang="zh-CN" altLang="en-US" smtClean="0"/>
          </a:p>
        </p:txBody>
      </p:sp>
      <p:sp>
        <p:nvSpPr>
          <p:cNvPr id="21" name="图片占位符 20"/>
          <p:cNvSpPr>
            <a:spLocks noGrp="1"/>
          </p:cNvSpPr>
          <p:nvPr>
            <p:ph type="pic" idx="16397" hasCustomPrompt="1"/>
            <p:custDataLst>
              <p:tags r:id="rId15"/>
            </p:custDataLst>
          </p:nvPr>
        </p:nvSpPr>
        <p:spPr>
          <a:xfrm>
            <a:off x="8432800" y="1828800"/>
            <a:ext cx="2844800" cy="1930400"/>
          </a:xfrm>
          <a:solidFill>
            <a:srgbClr val="DDDDDD"/>
          </a:solidFill>
          <a:ln>
            <a:noFill/>
          </a:ln>
        </p:spPr>
        <p:txBody>
          <a:bodyPr>
            <a:noAutofit/>
          </a:bodyPr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r>
              <a:rPr lang="zh-CN" altLang="en-US"/>
              <a:t> </a:t>
            </a:r>
            <a:endParaRPr lang="zh-CN" altLang="en-US"/>
          </a:p>
        </p:txBody>
      </p:sp>
      <p:sp>
        <p:nvSpPr>
          <p:cNvPr id="22" name="文本占位符 21"/>
          <p:cNvSpPr>
            <a:spLocks noGrp="1"/>
          </p:cNvSpPr>
          <p:nvPr>
            <p:ph type="body" idx="16390" hasCustomPrompt="1"/>
            <p:custDataLst>
              <p:tags r:id="rId16"/>
            </p:custDataLst>
          </p:nvPr>
        </p:nvSpPr>
        <p:spPr>
          <a:xfrm>
            <a:off x="8432800" y="3962400"/>
            <a:ext cx="2844800" cy="406400"/>
          </a:xfrm>
          <a:noFill/>
        </p:spPr>
        <p:txBody>
          <a:bodyPr lIns="0" tIns="0" rIns="0" bIns="0" anchor="t">
            <a:normAutofit/>
          </a:bodyPr>
          <a:lstStyle>
            <a:lvl1pPr marL="0" indent="0" algn="l">
              <a:lnSpc>
                <a:spcPct val="111000"/>
              </a:lnSpc>
              <a:spcBef>
                <a:spcPct val="0"/>
              </a:spcBef>
              <a:spcAft>
                <a:spcPct val="0"/>
              </a:spcAft>
              <a:buNone/>
              <a:defRPr sz="2400" b="0" spc="0">
                <a:solidFill>
                  <a:schemeClr val="tx1"/>
                </a:solidFill>
              </a:defRPr>
            </a:lvl1pPr>
          </a:lstStyle>
          <a:p>
            <a:pPr lvl="0"/>
            <a:r>
              <a:rPr lang="zh-CN" altLang="en-US" smtClean="0"/>
              <a:t>项标题</a:t>
            </a:r>
            <a:endParaRPr lang="zh-CN" altLang="en-US" smtClean="0"/>
          </a:p>
        </p:txBody>
      </p:sp>
      <p:sp>
        <p:nvSpPr>
          <p:cNvPr id="23" name="文本占位符 22"/>
          <p:cNvSpPr>
            <a:spLocks noGrp="1"/>
          </p:cNvSpPr>
          <p:nvPr>
            <p:ph type="body" idx="16391" hasCustomPrompt="1"/>
            <p:custDataLst>
              <p:tags r:id="rId17"/>
            </p:custDataLst>
          </p:nvPr>
        </p:nvSpPr>
        <p:spPr>
          <a:xfrm>
            <a:off x="8432800" y="4419600"/>
            <a:ext cx="2844800" cy="1524000"/>
          </a:xfrm>
          <a:noFill/>
        </p:spPr>
        <p:txBody>
          <a:bodyPr lIns="0" tIns="0" rIns="0" bIns="0" anchor="t">
            <a:normAutofit/>
          </a:bodyPr>
          <a:lstStyle>
            <a:lvl1pPr marL="0" indent="0" algn="l">
              <a:lnSpc>
                <a:spcPct val="125000"/>
              </a:lnSpc>
              <a:spcBef>
                <a:spcPct val="0"/>
              </a:spcBef>
              <a:spcAft>
                <a:spcPct val="0"/>
              </a:spcAft>
              <a:buNone/>
              <a:defRPr sz="1600" b="0" spc="0">
                <a:solidFill>
                  <a:schemeClr val="tx1"/>
                </a:solidFill>
              </a:defRPr>
            </a:lvl1pPr>
          </a:lstStyle>
          <a:p>
            <a:pPr lvl="0"/>
            <a:r>
              <a:rPr lang="zh-CN" altLang="en-US" smtClean="0"/>
              <a:t>单击此处添加项正文</a:t>
            </a:r>
            <a:endParaRPr lang="zh-CN" altLang="en-US" smtClean="0"/>
          </a:p>
        </p:txBody>
      </p:sp>
    </p:spTree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4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目录页-1-5_4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日期占位符 5"/>
          <p:cNvSpPr>
            <a:spLocks noGrp="1"/>
          </p:cNvSpPr>
          <p:nvPr>
            <p:ph type="dt" sz="half" idx="10"/>
            <p:custDataLst>
              <p:tags r:id="rId2"/>
            </p:custDataLst>
          </p:nvPr>
        </p:nvSpPr>
        <p:spPr>
          <a:xfrm>
            <a:off x="838200" y="6356350"/>
            <a:ext cx="2743200" cy="365125"/>
          </a:xfrm>
        </p:spPr>
        <p:txBody>
          <a:bodyPr/>
          <a:lstStyle/>
          <a:p>
            <a:fld id="{AFF1154F-E427-4513-B34B-94E36374A1AB}" type="datetimeFigureOut">
              <a:rPr lang="zh-CN" altLang="en-US" smtClean="0"/>
            </a:fld>
            <a:endParaRPr lang="zh-CN" altLang="en-US"/>
          </a:p>
        </p:txBody>
      </p:sp>
      <p:sp>
        <p:nvSpPr>
          <p:cNvPr id="9" name="页脚占位符 8"/>
          <p:cNvSpPr>
            <a:spLocks noGrp="1"/>
          </p:cNvSpPr>
          <p:nvPr>
            <p:ph type="ftr" sz="quarter" idx="11"/>
            <p:custDataLst>
              <p:tags r:id="rId3"/>
            </p:custDataLst>
          </p:nvPr>
        </p:nvSpPr>
        <p:spPr>
          <a:xfrm>
            <a:off x="4038600" y="6356350"/>
            <a:ext cx="4114800" cy="365125"/>
          </a:xfrm>
        </p:spPr>
        <p:txBody>
          <a:bodyPr/>
          <a:lstStyle/>
          <a:p>
            <a:endParaRPr lang="zh-CN" altLang="en-US"/>
          </a:p>
        </p:txBody>
      </p:sp>
      <p:sp>
        <p:nvSpPr>
          <p:cNvPr id="10" name="灯片编号占位符 9"/>
          <p:cNvSpPr>
            <a:spLocks noGrp="1"/>
          </p:cNvSpPr>
          <p:nvPr>
            <p:ph type="sldNum" sz="quarter" idx="12"/>
            <p:custDataLst>
              <p:tags r:id="rId4"/>
            </p:custDataLst>
          </p:nvPr>
        </p:nvSpPr>
        <p:spPr>
          <a:xfrm>
            <a:off x="8610600" y="6356350"/>
            <a:ext cx="2743200" cy="365125"/>
          </a:xfrm>
        </p:spPr>
        <p:txBody>
          <a:bodyPr/>
          <a:lstStyle/>
          <a:p>
            <a:fld id="{CFDA0808-8B01-405B-8ED6-12013DCE0AF6}" type="slidenum">
              <a:rPr lang="zh-CN" altLang="en-US" smtClean="0"/>
            </a:fld>
            <a:endParaRPr lang="zh-CN" altLang="en-US"/>
          </a:p>
        </p:txBody>
      </p:sp>
      <p:sp>
        <p:nvSpPr>
          <p:cNvPr id="11" name="副标题 10"/>
          <p:cNvSpPr>
            <a:spLocks noGrp="1"/>
          </p:cNvSpPr>
          <p:nvPr>
            <p:ph type="subTitle" idx="16386" hasCustomPrompt="1"/>
            <p:custDataLst>
              <p:tags r:id="rId5"/>
            </p:custDataLst>
          </p:nvPr>
        </p:nvSpPr>
        <p:spPr>
          <a:xfrm>
            <a:off x="761471" y="2667000"/>
            <a:ext cx="2363258" cy="457200"/>
          </a:xfrm>
          <a:noFill/>
        </p:spPr>
        <p:txBody>
          <a:bodyPr lIns="0" tIns="0" rIns="0" bIns="0" anchor="t">
            <a:normAutofit/>
          </a:bodyPr>
          <a:lstStyle>
            <a:lvl1pPr marL="0" indent="0" algn="ctr">
              <a:lnSpc>
                <a:spcPct val="125000"/>
              </a:lnSpc>
              <a:spcBef>
                <a:spcPct val="0"/>
              </a:spcBef>
              <a:spcAft>
                <a:spcPct val="0"/>
              </a:spcAft>
              <a:buNone/>
              <a:defRPr sz="2400" b="0" spc="0">
                <a:solidFill>
                  <a:schemeClr val="tx1"/>
                </a:solidFill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zh-CN" altLang="en-US"/>
              <a:t>CONTENTS</a:t>
            </a:r>
            <a:endParaRPr lang="zh-CN" altLang="en-US"/>
          </a:p>
        </p:txBody>
      </p:sp>
      <p:sp>
        <p:nvSpPr>
          <p:cNvPr id="12" name="标题 11"/>
          <p:cNvSpPr>
            <a:spLocks noGrp="1"/>
          </p:cNvSpPr>
          <p:nvPr>
            <p:ph type="ctrTitle" idx="16385" hasCustomPrompt="1"/>
            <p:custDataLst>
              <p:tags r:id="rId6"/>
            </p:custDataLst>
          </p:nvPr>
        </p:nvSpPr>
        <p:spPr>
          <a:xfrm>
            <a:off x="760942" y="3175000"/>
            <a:ext cx="2364317" cy="762000"/>
          </a:xfrm>
          <a:noFill/>
        </p:spPr>
        <p:txBody>
          <a:bodyPr lIns="0" tIns="0" rIns="0" bIns="0" anchor="t">
            <a:normAutofit/>
          </a:bodyPr>
          <a:lstStyle>
            <a:lvl1pPr marL="0" indent="0" algn="ctr">
              <a:lnSpc>
                <a:spcPct val="104000"/>
              </a:lnSpc>
              <a:spcBef>
                <a:spcPct val="0"/>
              </a:spcBef>
              <a:spcAft>
                <a:spcPct val="0"/>
              </a:spcAft>
              <a:buNone/>
              <a:defRPr sz="4800" b="1" spc="0">
                <a:solidFill>
                  <a:schemeClr val="tx1"/>
                </a:solidFill>
              </a:defRPr>
            </a:lvl1pPr>
          </a:lstStyle>
          <a:p>
            <a:r>
              <a:rPr lang="zh-CN" altLang="en-US"/>
              <a:t>目录</a:t>
            </a:r>
            <a:endParaRPr lang="zh-CN" altLang="en-US"/>
          </a:p>
        </p:txBody>
      </p:sp>
      <p:sp>
        <p:nvSpPr>
          <p:cNvPr id="13" name="文本占位符 12"/>
          <p:cNvSpPr>
            <a:spLocks noGrp="1"/>
          </p:cNvSpPr>
          <p:nvPr>
            <p:ph type="body" idx="16388" hasCustomPrompt="1"/>
            <p:custDataLst>
              <p:tags r:id="rId7"/>
            </p:custDataLst>
          </p:nvPr>
        </p:nvSpPr>
        <p:spPr>
          <a:xfrm>
            <a:off x="4070350" y="2286000"/>
            <a:ext cx="596900" cy="508000"/>
          </a:xfrm>
          <a:noFill/>
        </p:spPr>
        <p:txBody>
          <a:bodyPr wrap="none" lIns="0" tIns="0" rIns="0" bIns="0" anchor="ctr">
            <a:noAutofit/>
          </a:bodyPr>
          <a:lstStyle>
            <a:lvl1pPr marL="0" indent="0" algn="ctr">
              <a:lnSpc>
                <a:spcPct val="109000"/>
              </a:lnSpc>
              <a:spcBef>
                <a:spcPct val="0"/>
              </a:spcBef>
              <a:spcAft>
                <a:spcPct val="0"/>
              </a:spcAft>
              <a:buNone/>
              <a:defRPr sz="4000" b="0" spc="0">
                <a:solidFill>
                  <a:schemeClr val="accent1"/>
                </a:solidFill>
              </a:defRPr>
            </a:lvl1pPr>
          </a:lstStyle>
          <a:p>
            <a:pPr lvl="0"/>
            <a:r>
              <a:rPr lang="zh-CN" altLang="en-US" smtClean="0"/>
              <a:t>01</a:t>
            </a:r>
            <a:endParaRPr lang="zh-CN" altLang="en-US" smtClean="0"/>
          </a:p>
        </p:txBody>
      </p:sp>
      <p:sp>
        <p:nvSpPr>
          <p:cNvPr id="14" name="装饰  3"/>
          <p:cNvSpPr>
            <a:spLocks noGrp="1"/>
          </p:cNvSpPr>
          <p:nvPr>
            <p:ph type="body" idx="16395" hasCustomPrompt="1"/>
            <p:custDataLst>
              <p:tags r:id="rId8"/>
            </p:custDataLst>
          </p:nvPr>
        </p:nvSpPr>
        <p:spPr>
          <a:xfrm>
            <a:off x="4851400" y="2209800"/>
            <a:ext cx="25400" cy="762000"/>
          </a:xfrm>
          <a:custGeom>
            <a:avLst/>
            <a:gdLst>
              <a:gd name="connisteX0" fmla="*/ 0 w 25400"/>
              <a:gd name="connsiteY0" fmla="*/ 12700 h 762000"/>
              <a:gd name="connisteX1" fmla="*/ 12700 w 25400"/>
              <a:gd name="connsiteY1" fmla="*/ 0 h 762000"/>
              <a:gd name="connisteX2" fmla="*/ 12700 w 25400"/>
              <a:gd name="connsiteY2" fmla="*/ 0 h 762000"/>
              <a:gd name="connisteX3" fmla="*/ 25400 w 25400"/>
              <a:gd name="connsiteY3" fmla="*/ 12700 h 762000"/>
              <a:gd name="connisteX4" fmla="*/ 25400 w 25400"/>
              <a:gd name="connsiteY4" fmla="*/ 749300 h 762000"/>
              <a:gd name="connisteX5" fmla="*/ 12700 w 25400"/>
              <a:gd name="connsiteY5" fmla="*/ 762000 h 762000"/>
              <a:gd name="connisteX6" fmla="*/ 12700 w 25400"/>
              <a:gd name="connsiteY6" fmla="*/ 762000 h 762000"/>
              <a:gd name="connisteX7" fmla="*/ 0 w 25400"/>
              <a:gd name="connsiteY7" fmla="*/ 749300 h 762000"/>
              <a:gd name="connisteX8" fmla="*/ 0 w 25400"/>
              <a:gd name="connsiteY8" fmla="*/ 12700 h 762000"/>
            </a:gdLst>
            <a:ahLst/>
            <a:cxnLst>
              <a:cxn ang="0">
                <a:pos x="connisteX0" y="connsiteY0"/>
              </a:cxn>
              <a:cxn ang="0">
                <a:pos x="connisteX1" y="connsiteY1"/>
              </a:cxn>
              <a:cxn ang="0">
                <a:pos x="connisteX2" y="connsiteY2"/>
              </a:cxn>
              <a:cxn ang="0">
                <a:pos x="connisteX3" y="connsiteY3"/>
              </a:cxn>
              <a:cxn ang="0">
                <a:pos x="connisteX4" y="connsiteY4"/>
              </a:cxn>
              <a:cxn ang="0">
                <a:pos x="connisteX5" y="connsiteY5"/>
              </a:cxn>
              <a:cxn ang="0">
                <a:pos x="connisteX6" y="connsiteY6"/>
              </a:cxn>
              <a:cxn ang="0">
                <a:pos x="connisteX7" y="connsiteY7"/>
              </a:cxn>
              <a:cxn ang="0">
                <a:pos x="connisteX8" y="connsiteY8"/>
              </a:cxn>
            </a:cxnLst>
            <a:pathLst>
              <a:path w="25400" h="762000">
                <a:moveTo>
                  <a:pt x="0" y="12700"/>
                </a:moveTo>
                <a:cubicBezTo>
                  <a:pt x="0" y="5686"/>
                  <a:pt x="5686" y="0"/>
                  <a:pt x="12700" y="0"/>
                </a:cubicBezTo>
                <a:lnTo>
                  <a:pt x="12700" y="0"/>
                </a:lnTo>
                <a:cubicBezTo>
                  <a:pt x="19714" y="0"/>
                  <a:pt x="25400" y="5686"/>
                  <a:pt x="25400" y="12700"/>
                </a:cubicBezTo>
                <a:lnTo>
                  <a:pt x="25400" y="749300"/>
                </a:lnTo>
                <a:cubicBezTo>
                  <a:pt x="25400" y="756314"/>
                  <a:pt x="19714" y="762000"/>
                  <a:pt x="12700" y="762000"/>
                </a:cubicBezTo>
                <a:lnTo>
                  <a:pt x="12700" y="762000"/>
                </a:lnTo>
                <a:cubicBezTo>
                  <a:pt x="5686" y="762000"/>
                  <a:pt x="0" y="756314"/>
                  <a:pt x="0" y="749300"/>
                </a:cubicBezTo>
                <a:lnTo>
                  <a:pt x="0" y="12700"/>
                </a:lnTo>
                <a:close/>
              </a:path>
            </a:pathLst>
          </a:custGeom>
          <a:solidFill>
            <a:schemeClr val="accent1">
              <a:alpha val="50000"/>
            </a:schemeClr>
          </a:solidFill>
          <a:ln>
            <a:solidFill>
              <a:prstClr val="black">
                <a:alpha val="0"/>
              </a:prstClr>
            </a:solidFill>
            <a:prstDash val="solid"/>
          </a:ln>
        </p:spPr>
        <p:txBody>
          <a:bodyPr>
            <a:noAutofit/>
          </a:bodyPr>
          <a:lstStyle>
            <a:lvl1pPr>
              <a:buNone/>
              <a:defRPr/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zh-CN" altLang="en-US" smtClean="0"/>
              <a:t> </a:t>
            </a:r>
            <a:endParaRPr lang="zh-CN" altLang="en-US" smtClean="0"/>
          </a:p>
        </p:txBody>
      </p:sp>
      <p:sp>
        <p:nvSpPr>
          <p:cNvPr id="15" name="文本占位符 14"/>
          <p:cNvSpPr>
            <a:spLocks noGrp="1"/>
          </p:cNvSpPr>
          <p:nvPr>
            <p:ph type="body" idx="16387" hasCustomPrompt="1"/>
            <p:custDataLst>
              <p:tags r:id="rId9"/>
            </p:custDataLst>
          </p:nvPr>
        </p:nvSpPr>
        <p:spPr>
          <a:xfrm>
            <a:off x="5080000" y="2133600"/>
            <a:ext cx="2324100" cy="914400"/>
          </a:xfrm>
          <a:noFill/>
        </p:spPr>
        <p:txBody>
          <a:bodyPr lIns="0" tIns="0" rIns="0" bIns="0" anchor="ctr">
            <a:normAutofit/>
          </a:bodyPr>
          <a:lstStyle>
            <a:lvl1pPr marL="0" indent="0" algn="l">
              <a:lnSpc>
                <a:spcPct val="118000"/>
              </a:lnSpc>
              <a:spcBef>
                <a:spcPct val="0"/>
              </a:spcBef>
              <a:spcAft>
                <a:spcPct val="0"/>
              </a:spcAft>
              <a:buNone/>
              <a:defRPr sz="2400" b="0" spc="0">
                <a:solidFill>
                  <a:schemeClr val="tx1"/>
                </a:solidFill>
              </a:defRPr>
            </a:lvl1pPr>
          </a:lstStyle>
          <a:p>
            <a:pPr lvl="0"/>
            <a:r>
              <a:rPr lang="zh-CN" altLang="en-US" smtClean="0"/>
              <a:t>单击此处添加项标题</a:t>
            </a:r>
            <a:endParaRPr lang="zh-CN" altLang="en-US" smtClean="0"/>
          </a:p>
        </p:txBody>
      </p:sp>
      <p:sp>
        <p:nvSpPr>
          <p:cNvPr id="16" name="文本占位符 15"/>
          <p:cNvSpPr>
            <a:spLocks noGrp="1"/>
          </p:cNvSpPr>
          <p:nvPr>
            <p:ph type="body" idx="16390" hasCustomPrompt="1"/>
            <p:custDataLst>
              <p:tags r:id="rId10"/>
            </p:custDataLst>
          </p:nvPr>
        </p:nvSpPr>
        <p:spPr>
          <a:xfrm>
            <a:off x="7994650" y="2286000"/>
            <a:ext cx="596900" cy="508000"/>
          </a:xfrm>
          <a:noFill/>
        </p:spPr>
        <p:txBody>
          <a:bodyPr wrap="none" lIns="0" tIns="0" rIns="0" bIns="0" anchor="ctr">
            <a:noAutofit/>
          </a:bodyPr>
          <a:lstStyle>
            <a:lvl1pPr marL="0" indent="0" algn="ctr">
              <a:lnSpc>
                <a:spcPct val="109000"/>
              </a:lnSpc>
              <a:spcBef>
                <a:spcPct val="0"/>
              </a:spcBef>
              <a:spcAft>
                <a:spcPct val="0"/>
              </a:spcAft>
              <a:buNone/>
              <a:defRPr sz="4000" b="0" spc="0">
                <a:solidFill>
                  <a:schemeClr val="accent1"/>
                </a:solidFill>
              </a:defRPr>
            </a:lvl1pPr>
          </a:lstStyle>
          <a:p>
            <a:pPr lvl="0"/>
            <a:r>
              <a:rPr lang="zh-CN" altLang="en-US" smtClean="0"/>
              <a:t>02</a:t>
            </a:r>
            <a:endParaRPr lang="zh-CN" altLang="en-US" smtClean="0"/>
          </a:p>
        </p:txBody>
      </p:sp>
      <p:sp>
        <p:nvSpPr>
          <p:cNvPr id="17" name="装饰  6"/>
          <p:cNvSpPr>
            <a:spLocks noGrp="1"/>
          </p:cNvSpPr>
          <p:nvPr>
            <p:ph type="body" idx="16396" hasCustomPrompt="1"/>
            <p:custDataLst>
              <p:tags r:id="rId11"/>
            </p:custDataLst>
          </p:nvPr>
        </p:nvSpPr>
        <p:spPr>
          <a:xfrm>
            <a:off x="8775700" y="2209800"/>
            <a:ext cx="25400" cy="762000"/>
          </a:xfrm>
          <a:custGeom>
            <a:avLst/>
            <a:gdLst>
              <a:gd name="connisteX0" fmla="*/ 0 w 25400"/>
              <a:gd name="connsiteY0" fmla="*/ 12700 h 762000"/>
              <a:gd name="connisteX1" fmla="*/ 12700 w 25400"/>
              <a:gd name="connsiteY1" fmla="*/ 0 h 762000"/>
              <a:gd name="connisteX2" fmla="*/ 12700 w 25400"/>
              <a:gd name="connsiteY2" fmla="*/ 0 h 762000"/>
              <a:gd name="connisteX3" fmla="*/ 25400 w 25400"/>
              <a:gd name="connsiteY3" fmla="*/ 12700 h 762000"/>
              <a:gd name="connisteX4" fmla="*/ 25400 w 25400"/>
              <a:gd name="connsiteY4" fmla="*/ 749300 h 762000"/>
              <a:gd name="connisteX5" fmla="*/ 12700 w 25400"/>
              <a:gd name="connsiteY5" fmla="*/ 762000 h 762000"/>
              <a:gd name="connisteX6" fmla="*/ 12700 w 25400"/>
              <a:gd name="connsiteY6" fmla="*/ 762000 h 762000"/>
              <a:gd name="connisteX7" fmla="*/ 0 w 25400"/>
              <a:gd name="connsiteY7" fmla="*/ 749300 h 762000"/>
              <a:gd name="connisteX8" fmla="*/ 0 w 25400"/>
              <a:gd name="connsiteY8" fmla="*/ 12700 h 762000"/>
            </a:gdLst>
            <a:ahLst/>
            <a:cxnLst>
              <a:cxn ang="0">
                <a:pos x="connisteX0" y="connsiteY0"/>
              </a:cxn>
              <a:cxn ang="0">
                <a:pos x="connisteX1" y="connsiteY1"/>
              </a:cxn>
              <a:cxn ang="0">
                <a:pos x="connisteX2" y="connsiteY2"/>
              </a:cxn>
              <a:cxn ang="0">
                <a:pos x="connisteX3" y="connsiteY3"/>
              </a:cxn>
              <a:cxn ang="0">
                <a:pos x="connisteX4" y="connsiteY4"/>
              </a:cxn>
              <a:cxn ang="0">
                <a:pos x="connisteX5" y="connsiteY5"/>
              </a:cxn>
              <a:cxn ang="0">
                <a:pos x="connisteX6" y="connsiteY6"/>
              </a:cxn>
              <a:cxn ang="0">
                <a:pos x="connisteX7" y="connsiteY7"/>
              </a:cxn>
              <a:cxn ang="0">
                <a:pos x="connisteX8" y="connsiteY8"/>
              </a:cxn>
            </a:cxnLst>
            <a:pathLst>
              <a:path w="25400" h="762000">
                <a:moveTo>
                  <a:pt x="0" y="12700"/>
                </a:moveTo>
                <a:cubicBezTo>
                  <a:pt x="0" y="5686"/>
                  <a:pt x="5686" y="0"/>
                  <a:pt x="12700" y="0"/>
                </a:cubicBezTo>
                <a:lnTo>
                  <a:pt x="12700" y="0"/>
                </a:lnTo>
                <a:cubicBezTo>
                  <a:pt x="19714" y="0"/>
                  <a:pt x="25400" y="5686"/>
                  <a:pt x="25400" y="12700"/>
                </a:cubicBezTo>
                <a:lnTo>
                  <a:pt x="25400" y="749300"/>
                </a:lnTo>
                <a:cubicBezTo>
                  <a:pt x="25400" y="756314"/>
                  <a:pt x="19714" y="762000"/>
                  <a:pt x="12700" y="762000"/>
                </a:cubicBezTo>
                <a:lnTo>
                  <a:pt x="12700" y="762000"/>
                </a:lnTo>
                <a:cubicBezTo>
                  <a:pt x="5686" y="762000"/>
                  <a:pt x="0" y="756314"/>
                  <a:pt x="0" y="749300"/>
                </a:cubicBezTo>
                <a:lnTo>
                  <a:pt x="0" y="12700"/>
                </a:lnTo>
                <a:close/>
              </a:path>
            </a:pathLst>
          </a:custGeom>
          <a:solidFill>
            <a:schemeClr val="accent1">
              <a:alpha val="50000"/>
            </a:schemeClr>
          </a:solidFill>
          <a:ln>
            <a:solidFill>
              <a:prstClr val="black">
                <a:alpha val="0"/>
              </a:prstClr>
            </a:solidFill>
            <a:prstDash val="solid"/>
          </a:ln>
        </p:spPr>
        <p:txBody>
          <a:bodyPr>
            <a:noAutofit/>
          </a:bodyPr>
          <a:lstStyle>
            <a:lvl1pPr>
              <a:buNone/>
              <a:defRPr/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zh-CN" altLang="en-US" smtClean="0"/>
              <a:t> </a:t>
            </a:r>
            <a:endParaRPr lang="zh-CN" altLang="en-US" smtClean="0"/>
          </a:p>
        </p:txBody>
      </p:sp>
      <p:sp>
        <p:nvSpPr>
          <p:cNvPr id="18" name="文本占位符 17"/>
          <p:cNvSpPr>
            <a:spLocks noGrp="1"/>
          </p:cNvSpPr>
          <p:nvPr>
            <p:ph type="body" idx="16389" hasCustomPrompt="1"/>
            <p:custDataLst>
              <p:tags r:id="rId12"/>
            </p:custDataLst>
          </p:nvPr>
        </p:nvSpPr>
        <p:spPr>
          <a:xfrm>
            <a:off x="9004300" y="2133600"/>
            <a:ext cx="2324100" cy="914400"/>
          </a:xfrm>
          <a:noFill/>
        </p:spPr>
        <p:txBody>
          <a:bodyPr lIns="0" tIns="0" rIns="0" bIns="0" anchor="ctr">
            <a:normAutofit/>
          </a:bodyPr>
          <a:lstStyle>
            <a:lvl1pPr marL="0" indent="0" algn="l">
              <a:lnSpc>
                <a:spcPct val="118000"/>
              </a:lnSpc>
              <a:spcBef>
                <a:spcPct val="0"/>
              </a:spcBef>
              <a:spcAft>
                <a:spcPct val="0"/>
              </a:spcAft>
              <a:buNone/>
              <a:defRPr sz="2400" b="0" spc="0">
                <a:solidFill>
                  <a:schemeClr val="tx1"/>
                </a:solidFill>
              </a:defRPr>
            </a:lvl1pPr>
          </a:lstStyle>
          <a:p>
            <a:pPr lvl="0"/>
            <a:r>
              <a:rPr lang="zh-CN" altLang="en-US" smtClean="0"/>
              <a:t>单击此处添加项标题</a:t>
            </a:r>
            <a:endParaRPr lang="zh-CN" altLang="en-US" smtClean="0"/>
          </a:p>
        </p:txBody>
      </p:sp>
      <p:sp>
        <p:nvSpPr>
          <p:cNvPr id="19" name="文本占位符 18"/>
          <p:cNvSpPr>
            <a:spLocks noGrp="1"/>
          </p:cNvSpPr>
          <p:nvPr>
            <p:ph type="body" idx="16392" hasCustomPrompt="1"/>
            <p:custDataLst>
              <p:tags r:id="rId13"/>
            </p:custDataLst>
          </p:nvPr>
        </p:nvSpPr>
        <p:spPr>
          <a:xfrm>
            <a:off x="4070350" y="3962400"/>
            <a:ext cx="596900" cy="508000"/>
          </a:xfrm>
          <a:noFill/>
        </p:spPr>
        <p:txBody>
          <a:bodyPr wrap="none" lIns="0" tIns="0" rIns="0" bIns="0" anchor="ctr">
            <a:noAutofit/>
          </a:bodyPr>
          <a:lstStyle>
            <a:lvl1pPr marL="0" indent="0" algn="ctr">
              <a:lnSpc>
                <a:spcPct val="109000"/>
              </a:lnSpc>
              <a:spcBef>
                <a:spcPct val="0"/>
              </a:spcBef>
              <a:spcAft>
                <a:spcPct val="0"/>
              </a:spcAft>
              <a:buNone/>
              <a:defRPr sz="4000" b="0" spc="0">
                <a:solidFill>
                  <a:schemeClr val="accent1"/>
                </a:solidFill>
              </a:defRPr>
            </a:lvl1pPr>
          </a:lstStyle>
          <a:p>
            <a:pPr lvl="0"/>
            <a:r>
              <a:rPr lang="zh-CN" altLang="en-US" smtClean="0"/>
              <a:t>03</a:t>
            </a:r>
            <a:endParaRPr lang="zh-CN" altLang="en-US" smtClean="0"/>
          </a:p>
        </p:txBody>
      </p:sp>
      <p:sp>
        <p:nvSpPr>
          <p:cNvPr id="20" name="装饰  9"/>
          <p:cNvSpPr>
            <a:spLocks noGrp="1"/>
          </p:cNvSpPr>
          <p:nvPr>
            <p:ph type="body" idx="16397" hasCustomPrompt="1"/>
            <p:custDataLst>
              <p:tags r:id="rId14"/>
            </p:custDataLst>
          </p:nvPr>
        </p:nvSpPr>
        <p:spPr>
          <a:xfrm>
            <a:off x="4851400" y="3886200"/>
            <a:ext cx="25400" cy="762000"/>
          </a:xfrm>
          <a:custGeom>
            <a:avLst/>
            <a:gdLst>
              <a:gd name="connisteX0" fmla="*/ 0 w 25400"/>
              <a:gd name="connsiteY0" fmla="*/ 12700 h 762000"/>
              <a:gd name="connisteX1" fmla="*/ 12700 w 25400"/>
              <a:gd name="connsiteY1" fmla="*/ 0 h 762000"/>
              <a:gd name="connisteX2" fmla="*/ 12700 w 25400"/>
              <a:gd name="connsiteY2" fmla="*/ 0 h 762000"/>
              <a:gd name="connisteX3" fmla="*/ 25400 w 25400"/>
              <a:gd name="connsiteY3" fmla="*/ 12700 h 762000"/>
              <a:gd name="connisteX4" fmla="*/ 25400 w 25400"/>
              <a:gd name="connsiteY4" fmla="*/ 749300 h 762000"/>
              <a:gd name="connisteX5" fmla="*/ 12700 w 25400"/>
              <a:gd name="connsiteY5" fmla="*/ 762000 h 762000"/>
              <a:gd name="connisteX6" fmla="*/ 12700 w 25400"/>
              <a:gd name="connsiteY6" fmla="*/ 762000 h 762000"/>
              <a:gd name="connisteX7" fmla="*/ 0 w 25400"/>
              <a:gd name="connsiteY7" fmla="*/ 749300 h 762000"/>
              <a:gd name="connisteX8" fmla="*/ 0 w 25400"/>
              <a:gd name="connsiteY8" fmla="*/ 12700 h 762000"/>
            </a:gdLst>
            <a:ahLst/>
            <a:cxnLst>
              <a:cxn ang="0">
                <a:pos x="connisteX0" y="connsiteY0"/>
              </a:cxn>
              <a:cxn ang="0">
                <a:pos x="connisteX1" y="connsiteY1"/>
              </a:cxn>
              <a:cxn ang="0">
                <a:pos x="connisteX2" y="connsiteY2"/>
              </a:cxn>
              <a:cxn ang="0">
                <a:pos x="connisteX3" y="connsiteY3"/>
              </a:cxn>
              <a:cxn ang="0">
                <a:pos x="connisteX4" y="connsiteY4"/>
              </a:cxn>
              <a:cxn ang="0">
                <a:pos x="connisteX5" y="connsiteY5"/>
              </a:cxn>
              <a:cxn ang="0">
                <a:pos x="connisteX6" y="connsiteY6"/>
              </a:cxn>
              <a:cxn ang="0">
                <a:pos x="connisteX7" y="connsiteY7"/>
              </a:cxn>
              <a:cxn ang="0">
                <a:pos x="connisteX8" y="connsiteY8"/>
              </a:cxn>
            </a:cxnLst>
            <a:pathLst>
              <a:path w="25400" h="762000">
                <a:moveTo>
                  <a:pt x="0" y="12700"/>
                </a:moveTo>
                <a:cubicBezTo>
                  <a:pt x="0" y="5686"/>
                  <a:pt x="5686" y="0"/>
                  <a:pt x="12700" y="0"/>
                </a:cubicBezTo>
                <a:lnTo>
                  <a:pt x="12700" y="0"/>
                </a:lnTo>
                <a:cubicBezTo>
                  <a:pt x="19714" y="0"/>
                  <a:pt x="25400" y="5686"/>
                  <a:pt x="25400" y="12700"/>
                </a:cubicBezTo>
                <a:lnTo>
                  <a:pt x="25400" y="749300"/>
                </a:lnTo>
                <a:cubicBezTo>
                  <a:pt x="25400" y="756314"/>
                  <a:pt x="19714" y="762000"/>
                  <a:pt x="12700" y="762000"/>
                </a:cubicBezTo>
                <a:lnTo>
                  <a:pt x="12700" y="762000"/>
                </a:lnTo>
                <a:cubicBezTo>
                  <a:pt x="5686" y="762000"/>
                  <a:pt x="0" y="756314"/>
                  <a:pt x="0" y="749300"/>
                </a:cubicBezTo>
                <a:lnTo>
                  <a:pt x="0" y="12700"/>
                </a:lnTo>
                <a:close/>
              </a:path>
            </a:pathLst>
          </a:custGeom>
          <a:solidFill>
            <a:schemeClr val="accent1">
              <a:alpha val="50000"/>
            </a:schemeClr>
          </a:solidFill>
          <a:ln>
            <a:solidFill>
              <a:prstClr val="black">
                <a:alpha val="0"/>
              </a:prstClr>
            </a:solidFill>
            <a:prstDash val="solid"/>
          </a:ln>
        </p:spPr>
        <p:txBody>
          <a:bodyPr>
            <a:noAutofit/>
          </a:bodyPr>
          <a:lstStyle>
            <a:lvl1pPr>
              <a:buNone/>
              <a:defRPr/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zh-CN" altLang="en-US" smtClean="0"/>
              <a:t> </a:t>
            </a:r>
            <a:endParaRPr lang="zh-CN" altLang="en-US" smtClean="0"/>
          </a:p>
        </p:txBody>
      </p:sp>
      <p:sp>
        <p:nvSpPr>
          <p:cNvPr id="21" name="文本占位符 20"/>
          <p:cNvSpPr>
            <a:spLocks noGrp="1"/>
          </p:cNvSpPr>
          <p:nvPr>
            <p:ph type="body" idx="16391" hasCustomPrompt="1"/>
            <p:custDataLst>
              <p:tags r:id="rId15"/>
            </p:custDataLst>
          </p:nvPr>
        </p:nvSpPr>
        <p:spPr>
          <a:xfrm>
            <a:off x="5080000" y="3810000"/>
            <a:ext cx="2324100" cy="914400"/>
          </a:xfrm>
          <a:noFill/>
        </p:spPr>
        <p:txBody>
          <a:bodyPr lIns="0" tIns="0" rIns="0" bIns="0" anchor="ctr">
            <a:normAutofit/>
          </a:bodyPr>
          <a:lstStyle>
            <a:lvl1pPr marL="0" indent="0" algn="l">
              <a:lnSpc>
                <a:spcPct val="118000"/>
              </a:lnSpc>
              <a:spcBef>
                <a:spcPct val="0"/>
              </a:spcBef>
              <a:spcAft>
                <a:spcPct val="0"/>
              </a:spcAft>
              <a:buNone/>
              <a:defRPr sz="2400" b="0" spc="0">
                <a:solidFill>
                  <a:schemeClr val="tx1"/>
                </a:solidFill>
              </a:defRPr>
            </a:lvl1pPr>
          </a:lstStyle>
          <a:p>
            <a:pPr lvl="0"/>
            <a:r>
              <a:rPr lang="zh-CN" altLang="en-US" smtClean="0"/>
              <a:t>单击此处添加项标题</a:t>
            </a:r>
            <a:endParaRPr lang="zh-CN" altLang="en-US" smtClean="0"/>
          </a:p>
        </p:txBody>
      </p:sp>
      <p:sp>
        <p:nvSpPr>
          <p:cNvPr id="22" name="文本占位符 21"/>
          <p:cNvSpPr>
            <a:spLocks noGrp="1"/>
          </p:cNvSpPr>
          <p:nvPr>
            <p:ph type="body" idx="16394" hasCustomPrompt="1"/>
            <p:custDataLst>
              <p:tags r:id="rId16"/>
            </p:custDataLst>
          </p:nvPr>
        </p:nvSpPr>
        <p:spPr>
          <a:xfrm>
            <a:off x="7994650" y="3962400"/>
            <a:ext cx="596900" cy="508000"/>
          </a:xfrm>
          <a:noFill/>
        </p:spPr>
        <p:txBody>
          <a:bodyPr wrap="none" lIns="0" tIns="0" rIns="0" bIns="0" anchor="ctr">
            <a:noAutofit/>
          </a:bodyPr>
          <a:lstStyle>
            <a:lvl1pPr marL="0" indent="0" algn="ctr">
              <a:lnSpc>
                <a:spcPct val="109000"/>
              </a:lnSpc>
              <a:spcBef>
                <a:spcPct val="0"/>
              </a:spcBef>
              <a:spcAft>
                <a:spcPct val="0"/>
              </a:spcAft>
              <a:buNone/>
              <a:defRPr sz="4000" b="0" spc="0">
                <a:solidFill>
                  <a:schemeClr val="accent1"/>
                </a:solidFill>
              </a:defRPr>
            </a:lvl1pPr>
          </a:lstStyle>
          <a:p>
            <a:pPr lvl="0"/>
            <a:r>
              <a:rPr lang="zh-CN" altLang="en-US" smtClean="0"/>
              <a:t>04</a:t>
            </a:r>
            <a:endParaRPr lang="zh-CN" altLang="en-US" smtClean="0"/>
          </a:p>
        </p:txBody>
      </p:sp>
      <p:sp>
        <p:nvSpPr>
          <p:cNvPr id="23" name="装饰  2"/>
          <p:cNvSpPr>
            <a:spLocks noGrp="1"/>
          </p:cNvSpPr>
          <p:nvPr>
            <p:ph type="body" idx="16398" hasCustomPrompt="1"/>
            <p:custDataLst>
              <p:tags r:id="rId17"/>
            </p:custDataLst>
          </p:nvPr>
        </p:nvSpPr>
        <p:spPr>
          <a:xfrm>
            <a:off x="8775700" y="3886200"/>
            <a:ext cx="25400" cy="762000"/>
          </a:xfrm>
          <a:custGeom>
            <a:avLst/>
            <a:gdLst>
              <a:gd name="connisteX0" fmla="*/ 0 w 25400"/>
              <a:gd name="connsiteY0" fmla="*/ 12700 h 762000"/>
              <a:gd name="connisteX1" fmla="*/ 12700 w 25400"/>
              <a:gd name="connsiteY1" fmla="*/ 0 h 762000"/>
              <a:gd name="connisteX2" fmla="*/ 12700 w 25400"/>
              <a:gd name="connsiteY2" fmla="*/ 0 h 762000"/>
              <a:gd name="connisteX3" fmla="*/ 25400 w 25400"/>
              <a:gd name="connsiteY3" fmla="*/ 12700 h 762000"/>
              <a:gd name="connisteX4" fmla="*/ 25400 w 25400"/>
              <a:gd name="connsiteY4" fmla="*/ 749300 h 762000"/>
              <a:gd name="connisteX5" fmla="*/ 12700 w 25400"/>
              <a:gd name="connsiteY5" fmla="*/ 762000 h 762000"/>
              <a:gd name="connisteX6" fmla="*/ 12700 w 25400"/>
              <a:gd name="connsiteY6" fmla="*/ 762000 h 762000"/>
              <a:gd name="connisteX7" fmla="*/ 0 w 25400"/>
              <a:gd name="connsiteY7" fmla="*/ 749300 h 762000"/>
              <a:gd name="connisteX8" fmla="*/ 0 w 25400"/>
              <a:gd name="connsiteY8" fmla="*/ 12700 h 762000"/>
            </a:gdLst>
            <a:ahLst/>
            <a:cxnLst>
              <a:cxn ang="0">
                <a:pos x="connisteX0" y="connsiteY0"/>
              </a:cxn>
              <a:cxn ang="0">
                <a:pos x="connisteX1" y="connsiteY1"/>
              </a:cxn>
              <a:cxn ang="0">
                <a:pos x="connisteX2" y="connsiteY2"/>
              </a:cxn>
              <a:cxn ang="0">
                <a:pos x="connisteX3" y="connsiteY3"/>
              </a:cxn>
              <a:cxn ang="0">
                <a:pos x="connisteX4" y="connsiteY4"/>
              </a:cxn>
              <a:cxn ang="0">
                <a:pos x="connisteX5" y="connsiteY5"/>
              </a:cxn>
              <a:cxn ang="0">
                <a:pos x="connisteX6" y="connsiteY6"/>
              </a:cxn>
              <a:cxn ang="0">
                <a:pos x="connisteX7" y="connsiteY7"/>
              </a:cxn>
              <a:cxn ang="0">
                <a:pos x="connisteX8" y="connsiteY8"/>
              </a:cxn>
            </a:cxnLst>
            <a:pathLst>
              <a:path w="25400" h="762000">
                <a:moveTo>
                  <a:pt x="0" y="12700"/>
                </a:moveTo>
                <a:cubicBezTo>
                  <a:pt x="0" y="5686"/>
                  <a:pt x="5686" y="0"/>
                  <a:pt x="12700" y="0"/>
                </a:cubicBezTo>
                <a:lnTo>
                  <a:pt x="12700" y="0"/>
                </a:lnTo>
                <a:cubicBezTo>
                  <a:pt x="19714" y="0"/>
                  <a:pt x="25400" y="5686"/>
                  <a:pt x="25400" y="12700"/>
                </a:cubicBezTo>
                <a:lnTo>
                  <a:pt x="25400" y="749300"/>
                </a:lnTo>
                <a:cubicBezTo>
                  <a:pt x="25400" y="756314"/>
                  <a:pt x="19714" y="762000"/>
                  <a:pt x="12700" y="762000"/>
                </a:cubicBezTo>
                <a:lnTo>
                  <a:pt x="12700" y="762000"/>
                </a:lnTo>
                <a:cubicBezTo>
                  <a:pt x="5686" y="762000"/>
                  <a:pt x="0" y="756314"/>
                  <a:pt x="0" y="749300"/>
                </a:cubicBezTo>
                <a:lnTo>
                  <a:pt x="0" y="12700"/>
                </a:lnTo>
                <a:close/>
              </a:path>
            </a:pathLst>
          </a:custGeom>
          <a:solidFill>
            <a:schemeClr val="accent1">
              <a:alpha val="50000"/>
            </a:schemeClr>
          </a:solidFill>
          <a:ln>
            <a:solidFill>
              <a:prstClr val="black">
                <a:alpha val="0"/>
              </a:prstClr>
            </a:solidFill>
            <a:prstDash val="solid"/>
          </a:ln>
        </p:spPr>
        <p:txBody>
          <a:bodyPr>
            <a:noAutofit/>
          </a:bodyPr>
          <a:lstStyle>
            <a:lvl1pPr>
              <a:buNone/>
              <a:defRPr/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zh-CN" altLang="en-US" smtClean="0"/>
              <a:t> </a:t>
            </a:r>
            <a:endParaRPr lang="zh-CN" altLang="en-US" smtClean="0"/>
          </a:p>
        </p:txBody>
      </p:sp>
      <p:sp>
        <p:nvSpPr>
          <p:cNvPr id="24" name="文本占位符 23"/>
          <p:cNvSpPr>
            <a:spLocks noGrp="1"/>
          </p:cNvSpPr>
          <p:nvPr>
            <p:ph type="body" idx="16393" hasCustomPrompt="1"/>
            <p:custDataLst>
              <p:tags r:id="rId18"/>
            </p:custDataLst>
          </p:nvPr>
        </p:nvSpPr>
        <p:spPr>
          <a:xfrm>
            <a:off x="9004300" y="3810000"/>
            <a:ext cx="2324100" cy="914400"/>
          </a:xfrm>
          <a:noFill/>
        </p:spPr>
        <p:txBody>
          <a:bodyPr lIns="0" tIns="0" rIns="0" bIns="0" anchor="ctr">
            <a:normAutofit/>
          </a:bodyPr>
          <a:lstStyle>
            <a:lvl1pPr marL="0" indent="0" algn="l">
              <a:lnSpc>
                <a:spcPct val="118000"/>
              </a:lnSpc>
              <a:spcBef>
                <a:spcPct val="0"/>
              </a:spcBef>
              <a:spcAft>
                <a:spcPct val="0"/>
              </a:spcAft>
              <a:buNone/>
              <a:defRPr sz="2400" b="0" spc="0">
                <a:solidFill>
                  <a:schemeClr val="tx1"/>
                </a:solidFill>
              </a:defRPr>
            </a:lvl1pPr>
          </a:lstStyle>
          <a:p>
            <a:pPr lvl="0"/>
            <a:r>
              <a:rPr lang="zh-CN" altLang="en-US" smtClean="0"/>
              <a:t>单击此处添加项标题</a:t>
            </a:r>
            <a:endParaRPr lang="zh-CN" altLang="en-US" smtClean="0"/>
          </a:p>
        </p:txBody>
      </p:sp>
    </p:spTree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47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正文" descr="7b0a20202020227461726765744d6f64756c65223a202270726f636573734f6e6c696e65466f6e7473220a7d0a"/>
          <p:cNvSpPr txBox="1">
            <a:spLocks noGrp="1"/>
          </p:cNvSpPr>
          <p:nvPr>
            <p:ph idx="3"/>
            <p:custDataLst>
              <p:tags r:id="rId2"/>
            </p:custDataLst>
          </p:nvPr>
        </p:nvSpPr>
        <p:spPr>
          <a:xfrm>
            <a:off x="608330" y="1376045"/>
            <a:ext cx="10968990" cy="4873625"/>
          </a:xfrm>
          <a:prstGeom prst="rect">
            <a:avLst/>
          </a:prstGeom>
          <a:ln>
            <a:noFill/>
            <a:prstDash val="sysDash"/>
          </a:ln>
        </p:spPr>
        <p:txBody>
          <a:bodyPr vert="horz" lIns="90000" tIns="46800" rIns="90000" bIns="46800" rtlCol="0">
            <a:normAutofit/>
          </a:bodyPr>
          <a:lstStyle>
            <a:lvl1pPr marL="228600" marR="0" lvl="0" indent="-228600" algn="l" defTabSz="914400" rtl="0" eaLnBrk="1" fontAlgn="auto" latinLnBrk="0" hangingPunct="1">
              <a:lnSpc>
                <a:spcPct val="130000"/>
              </a:lnSpc>
              <a:spcBef>
                <a:spcPts val="1200"/>
              </a:spcBef>
              <a:spcAft>
                <a:spcPts val="0"/>
              </a:spcAft>
              <a:buClr>
                <a:srgbClr val="548235"/>
              </a:buClr>
              <a:buSzTx/>
              <a:buFont typeface="Arial" panose="020B0604020202020204" pitchFamily="34" charset="0"/>
              <a:buChar char="●"/>
              <a:defRPr kumimoji="0" lang="zh-CN" altLang="en-US" sz="1800" b="0" i="0" u="none" strike="noStrike" kern="1200" cap="none" spc="150" normalizeH="0" baseline="0" noProof="1" dirty="0">
                <a:ln>
                  <a:noFill/>
                  <a:prstDash val="sysDot"/>
                </a:ln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MiSans Normal" panose="00000500000000000000" charset="-122"/>
                <a:sym typeface="+mn-ea"/>
              </a:defRPr>
            </a:lvl1pPr>
            <a:lvl2pPr marL="685800" marR="0" lvl="1" indent="-228600" fontAlgn="auto">
              <a:lnSpc>
                <a:spcPct val="120000"/>
              </a:lnSpc>
              <a:spcBef>
                <a:spcPts val="0"/>
              </a:spcBef>
              <a:spcAft>
                <a:spcPts val="600"/>
              </a:spcAft>
              <a:buFont typeface="Arial" panose="020B0604020202020204" pitchFamily="34" charset="0"/>
              <a:buChar char="●"/>
              <a:tabLst>
                <a:tab pos="1609725" algn="l"/>
              </a:tabLst>
              <a:defRPr kumimoji="0" sz="1600" b="0" i="0" u="none" strike="noStrike" cap="none" spc="150" normalizeH="0" baseline="0">
                <a:solidFill>
                  <a:schemeClr val="tx1">
                    <a:lumMod val="65000"/>
                    <a:lumOff val="35000"/>
                  </a:schemeClr>
                </a:solidFill>
                <a:uFillTx/>
                <a:latin typeface="+mn-ea"/>
                <a:ea typeface="+mn-ea"/>
              </a:defRPr>
            </a:lvl2pPr>
            <a:lvl3pPr marL="1143000" marR="0" lvl="2" indent="-228600" fontAlgn="auto">
              <a:lnSpc>
                <a:spcPct val="120000"/>
              </a:lnSpc>
              <a:spcBef>
                <a:spcPts val="0"/>
              </a:spcBef>
              <a:spcAft>
                <a:spcPts val="600"/>
              </a:spcAft>
              <a:buFont typeface="Arial" panose="020B0604020202020204" pitchFamily="34" charset="0"/>
              <a:buChar char="●"/>
              <a:defRPr kumimoji="0" sz="1600" b="0" i="0" u="none" strike="noStrike" cap="none" spc="150" normalizeH="0" baseline="0">
                <a:solidFill>
                  <a:schemeClr val="tx1">
                    <a:lumMod val="65000"/>
                    <a:lumOff val="35000"/>
                  </a:schemeClr>
                </a:solidFill>
                <a:uFillTx/>
                <a:latin typeface="+mn-ea"/>
                <a:ea typeface="+mn-ea"/>
              </a:defRPr>
            </a:lvl3pPr>
            <a:lvl4pPr marL="1600200" marR="0" lvl="3" indent="-228600" fontAlgn="auto">
              <a:lnSpc>
                <a:spcPct val="120000"/>
              </a:lnSpc>
              <a:spcBef>
                <a:spcPts val="0"/>
              </a:spcBef>
              <a:spcAft>
                <a:spcPts val="300"/>
              </a:spcAft>
              <a:buFont typeface="Wingdings" panose="05000000000000000000" charset="0"/>
              <a:buChar char=""/>
              <a:defRPr kumimoji="0" sz="1400" b="0" i="0" u="none" strike="noStrike" cap="none" spc="150" normalizeH="0" baseline="0">
                <a:solidFill>
                  <a:schemeClr val="tx1">
                    <a:lumMod val="65000"/>
                    <a:lumOff val="35000"/>
                  </a:schemeClr>
                </a:solidFill>
                <a:uFillTx/>
                <a:latin typeface="+mn-ea"/>
                <a:ea typeface="+mn-ea"/>
              </a:defRPr>
            </a:lvl4pPr>
            <a:lvl5pPr marL="2057400" marR="0" lvl="4" indent="-228600" fontAlgn="auto">
              <a:lnSpc>
                <a:spcPct val="12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Char char="•"/>
              <a:defRPr kumimoji="0" sz="1400" b="0" i="0" u="none" strike="noStrike" cap="none" spc="150" normalizeH="0" baseline="0">
                <a:solidFill>
                  <a:schemeClr val="tx1">
                    <a:lumMod val="65000"/>
                    <a:lumOff val="35000"/>
                  </a:schemeClr>
                </a:solidFill>
                <a:uFillTx/>
                <a:latin typeface="+mn-ea"/>
                <a:ea typeface="+mn-ea"/>
              </a:defRPr>
            </a:lvl5pPr>
            <a:lvl6pPr indent="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</a:lvl6pPr>
            <a:lvl7pPr marL="29718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7pPr>
            <a:lvl8pPr marL="34290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8pPr>
            <a:lvl9pPr marL="38862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9pPr>
          </a:lstStyle>
          <a:p>
            <a:pPr lvl="0">
              <a:spcBef>
                <a:spcPts val="1200"/>
              </a:spcBef>
              <a:spcAft>
                <a:spcPts val="0"/>
              </a:spcAft>
              <a:buClr>
                <a:srgbClr val="548235"/>
              </a:buClr>
            </a:pPr>
            <a:r>
              <a:rPr dirty="0">
                <a:sym typeface="+mn-ea"/>
              </a:rPr>
              <a:t>单击此处编辑母版文本样式</a:t>
            </a:r>
            <a:endParaRPr dirty="0">
              <a:sym typeface="+mn-ea"/>
            </a:endParaRPr>
          </a:p>
          <a:p>
            <a:pPr lvl="1">
              <a:spcBef>
                <a:spcPts val="1200"/>
              </a:spcBef>
              <a:spcAft>
                <a:spcPts val="0"/>
              </a:spcAft>
              <a:buClr>
                <a:srgbClr val="548235"/>
              </a:buClr>
            </a:pPr>
            <a:r>
              <a:rPr dirty="0">
                <a:sym typeface="+mn-ea"/>
              </a:rPr>
              <a:t>第二级</a:t>
            </a:r>
            <a:endParaRPr dirty="0">
              <a:sym typeface="+mn-ea"/>
            </a:endParaRPr>
          </a:p>
          <a:p>
            <a:pPr lvl="2">
              <a:spcBef>
                <a:spcPts val="1200"/>
              </a:spcBef>
              <a:spcAft>
                <a:spcPts val="0"/>
              </a:spcAft>
              <a:buClr>
                <a:srgbClr val="548235"/>
              </a:buClr>
            </a:pPr>
            <a:r>
              <a:rPr dirty="0">
                <a:sym typeface="+mn-ea"/>
              </a:rPr>
              <a:t>第三级</a:t>
            </a:r>
            <a:endParaRPr dirty="0">
              <a:sym typeface="+mn-ea"/>
            </a:endParaRPr>
          </a:p>
          <a:p>
            <a:pPr lvl="3">
              <a:spcBef>
                <a:spcPts val="1200"/>
              </a:spcBef>
              <a:spcAft>
                <a:spcPts val="0"/>
              </a:spcAft>
              <a:buClr>
                <a:srgbClr val="548235"/>
              </a:buClr>
            </a:pPr>
            <a:r>
              <a:rPr dirty="0">
                <a:sym typeface="+mn-ea"/>
              </a:rPr>
              <a:t>第四级</a:t>
            </a:r>
            <a:endParaRPr dirty="0">
              <a:sym typeface="+mn-ea"/>
            </a:endParaRPr>
          </a:p>
          <a:p>
            <a:pPr lvl="4">
              <a:spcBef>
                <a:spcPts val="1200"/>
              </a:spcBef>
              <a:spcAft>
                <a:spcPts val="0"/>
              </a:spcAft>
              <a:buClr>
                <a:srgbClr val="548235"/>
              </a:buClr>
            </a:pPr>
            <a:r>
              <a:rPr dirty="0">
                <a:sym typeface="+mn-ea"/>
              </a:rPr>
              <a:t>第五级</a:t>
            </a:r>
            <a:endParaRPr dirty="0">
              <a:sym typeface="+mn-ea"/>
            </a:endParaRPr>
          </a:p>
        </p:txBody>
      </p:sp>
      <p:sp>
        <p:nvSpPr>
          <p:cNvPr id="7" name="标题" descr="7b0a20202020227461726765744d6f64756c65223a202270726f636573734f6e6c696e65466f6e7473220a7d0a"/>
          <p:cNvSpPr txBox="1">
            <a:spLocks noGrp="1"/>
          </p:cNvSpPr>
          <p:nvPr>
            <p:ph type="title" idx="2"/>
            <p:custDataLst>
              <p:tags r:id="rId3"/>
            </p:custDataLst>
          </p:nvPr>
        </p:nvSpPr>
        <p:spPr>
          <a:xfrm>
            <a:off x="608400" y="608400"/>
            <a:ext cx="10969200" cy="705600"/>
          </a:xfrm>
          <a:prstGeom prst="rect">
            <a:avLst/>
          </a:prstGeom>
          <a:noFill/>
          <a:ln>
            <a:noFill/>
            <a:prstDash val="sysDash"/>
          </a:ln>
        </p:spPr>
        <p:txBody>
          <a:bodyPr wrap="square" rtlCol="0">
            <a:normAutofit/>
          </a:bodyPr>
          <a:lstStyle>
            <a:lvl1pPr marL="0" marR="0" algn="l" defTabSz="914400" rtl="0" eaLnBrk="1" fontAlgn="auto" latinLnBrk="0" hangingPunct="1">
              <a:lnSpc>
                <a:spcPct val="100000"/>
              </a:lnSpc>
              <a:buClrTx/>
              <a:buSzTx/>
              <a:buFontTx/>
              <a:buNone/>
              <a:defRPr kumimoji="0" lang="zh-CN" altLang="en-US" sz="3600" b="0" i="0" u="none" strike="noStrike" kern="1200" cap="none" spc="300" normalizeH="0" baseline="0" noProof="1" dirty="0">
                <a:ln>
                  <a:noFill/>
                  <a:prstDash val="sysDot"/>
                </a:ln>
                <a:solidFill>
                  <a:schemeClr val="tx1">
                    <a:lumMod val="85000"/>
                    <a:lumOff val="15000"/>
                  </a:schemeClr>
                </a:solidFill>
                <a:latin typeface="+mj-ea"/>
                <a:ea typeface="+mj-ea"/>
                <a:cs typeface="MiSans Normal" panose="00000500000000000000" charset="-122"/>
              </a:defRPr>
            </a:lvl1pPr>
          </a:lstStyle>
          <a:p>
            <a:pPr lvl="0"/>
            <a:r>
              <a:rPr dirty="0">
                <a:sym typeface="+mn-ea"/>
              </a:rPr>
              <a:t>单击此处编辑母版标题样式</a:t>
            </a:r>
            <a:endParaRPr dirty="0">
              <a:sym typeface="+mn-ea"/>
            </a:endParaRPr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  <p:custDataLst>
              <p:tags r:id="rId4"/>
            </p:custDataLst>
          </p:nvPr>
        </p:nvSpPr>
        <p:spPr>
          <a:xfrm>
            <a:off x="838200" y="6356350"/>
            <a:ext cx="2743200" cy="365125"/>
          </a:xfrm>
        </p:spPr>
        <p:txBody>
          <a:bodyPr/>
          <a:lstStyle/>
          <a:p>
            <a:fld id="{AFF1154F-E427-4513-B34B-94E36374A1AB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  <p:custDataLst>
              <p:tags r:id="rId5"/>
            </p:custDataLst>
          </p:nvPr>
        </p:nvSpPr>
        <p:spPr>
          <a:xfrm>
            <a:off x="4038600" y="6356350"/>
            <a:ext cx="4114800" cy="365125"/>
          </a:xfrm>
        </p:spPr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  <p:custDataLst>
              <p:tags r:id="rId6"/>
            </p:custDataLst>
          </p:nvPr>
        </p:nvSpPr>
        <p:spPr>
          <a:xfrm>
            <a:off x="8610600" y="6356350"/>
            <a:ext cx="2743200" cy="365125"/>
          </a:xfrm>
        </p:spPr>
        <p:txBody>
          <a:bodyPr/>
          <a:lstStyle/>
          <a:p>
            <a:fld id="{CFDA0808-8B01-405B-8ED6-12013DCE0AF6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4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目录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标题"/>
          <p:cNvSpPr txBox="1">
            <a:spLocks noGrp="1"/>
          </p:cNvSpPr>
          <p:nvPr>
            <p:ph type="title" idx="1"/>
            <p:custDataLst>
              <p:tags r:id="rId2"/>
            </p:custDataLst>
          </p:nvPr>
        </p:nvSpPr>
        <p:spPr>
          <a:xfrm>
            <a:off x="820489" y="734130"/>
            <a:ext cx="10248193" cy="646331"/>
          </a:xfrm>
          <a:prstGeom prst="rect">
            <a:avLst/>
          </a:prstGeom>
          <a:noFill/>
        </p:spPr>
        <p:txBody>
          <a:bodyPr wrap="square" lIns="0" tIns="0" rIns="0" bIns="0" rtlCol="0" anchor="ctr">
            <a:normAutofit/>
          </a:bodyPr>
          <a:lstStyle>
            <a:lvl1pPr marL="0" marR="0" algn="l" defTabSz="914400" rtl="0" eaLnBrk="1" fontAlgn="auto" latinLnBrk="0" hangingPunct="1">
              <a:lnSpc>
                <a:spcPct val="100000"/>
              </a:lnSpc>
              <a:buClrTx/>
              <a:buSzTx/>
              <a:buFontTx/>
              <a:buNone/>
              <a:defRPr kumimoji="0" lang="en-US" altLang="zh-CN" sz="3600" b="0" i="0" u="none" strike="noStrike" kern="1200" cap="none" spc="0" normalizeH="0" baseline="0" noProof="1" dirty="0">
                <a:solidFill>
                  <a:schemeClr val="tx1"/>
                </a:solidFill>
                <a:latin typeface="+mj-ea"/>
                <a:ea typeface="+mj-ea"/>
                <a:cs typeface="MiSans Normal" panose="00000500000000000000" charset="-122"/>
                <a:sym typeface="+mn-ea"/>
              </a:defRPr>
            </a:lvl1pPr>
          </a:lstStyle>
          <a:p>
            <a:pPr lvl="0"/>
            <a:r>
              <a:rPr dirty="0" err="1">
                <a:sym typeface="+mn-ea"/>
              </a:rPr>
              <a:t>单击此处编辑母版标题样式</a:t>
            </a:r>
            <a:endParaRPr dirty="0">
              <a:sym typeface="+mn-ea"/>
            </a:endParaRPr>
          </a:p>
        </p:txBody>
      </p:sp>
      <p:sp>
        <p:nvSpPr>
          <p:cNvPr id="3" name="日期占位符 2"/>
          <p:cNvSpPr>
            <a:spLocks noGrp="1"/>
          </p:cNvSpPr>
          <p:nvPr>
            <p:ph type="dt" sz="half" idx="10"/>
            <p:custDataLst>
              <p:tags r:id="rId3"/>
            </p:custDataLst>
          </p:nvPr>
        </p:nvSpPr>
        <p:spPr>
          <a:xfrm>
            <a:off x="838200" y="6356350"/>
            <a:ext cx="2743200" cy="365125"/>
          </a:xfrm>
        </p:spPr>
        <p:txBody>
          <a:bodyPr/>
          <a:lstStyle/>
          <a:p>
            <a:fld id="{AFF1154F-E427-4513-B34B-94E36374A1AB}" type="datetimeFigureOut">
              <a:rPr lang="zh-CN" altLang="en-US" smtClean="0"/>
            </a:fld>
            <a:endParaRPr lang="zh-CN" altLang="en-US"/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11"/>
            <p:custDataLst>
              <p:tags r:id="rId4"/>
            </p:custDataLst>
          </p:nvPr>
        </p:nvSpPr>
        <p:spPr>
          <a:xfrm>
            <a:off x="4038600" y="6356350"/>
            <a:ext cx="4114800" cy="365125"/>
          </a:xfrm>
        </p:spPr>
        <p:txBody>
          <a:bodyPr/>
          <a:lstStyle/>
          <a:p>
            <a:endParaRPr lang="zh-CN" altLang="en-US"/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  <p:custDataLst>
              <p:tags r:id="rId5"/>
            </p:custDataLst>
          </p:nvPr>
        </p:nvSpPr>
        <p:spPr>
          <a:xfrm>
            <a:off x="8610600" y="6356350"/>
            <a:ext cx="2743200" cy="365125"/>
          </a:xfrm>
        </p:spPr>
        <p:txBody>
          <a:bodyPr/>
          <a:lstStyle/>
          <a:p>
            <a:fld id="{CFDA0808-8B01-405B-8ED6-12013DCE0AF6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49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标题和两栏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正文"/>
          <p:cNvSpPr txBox="1">
            <a:spLocks noGrp="1"/>
          </p:cNvSpPr>
          <p:nvPr>
            <p:ph idx="3"/>
            <p:custDataLst>
              <p:tags r:id="rId2"/>
            </p:custDataLst>
          </p:nvPr>
        </p:nvSpPr>
        <p:spPr>
          <a:xfrm>
            <a:off x="6400805" y="1490357"/>
            <a:ext cx="5176800" cy="4759236"/>
          </a:xfrm>
          <a:prstGeom prst="rect">
            <a:avLst/>
          </a:prstGeom>
          <a:ln>
            <a:noFill/>
            <a:prstDash val="sysDash"/>
          </a:ln>
        </p:spPr>
        <p:txBody>
          <a:bodyPr vert="horz" lIns="90000" tIns="46800" rIns="90000" bIns="46800" rtlCol="0">
            <a:normAutofit/>
          </a:bodyPr>
          <a:lstStyle>
            <a:lvl1pPr marL="228600" marR="0" lvl="0" indent="-228600" algn="l" defTabSz="914400" rtl="0" eaLnBrk="1" fontAlgn="auto" latinLnBrk="0" hangingPunct="1">
              <a:lnSpc>
                <a:spcPct val="130000"/>
              </a:lnSpc>
              <a:spcBef>
                <a:spcPts val="0"/>
              </a:spcBef>
              <a:spcAft>
                <a:spcPts val="1000"/>
              </a:spcAft>
              <a:buClrTx/>
              <a:buSzTx/>
              <a:buFont typeface="Arial" panose="020B0604020202020204" pitchFamily="34" charset="0"/>
              <a:buChar char="●"/>
              <a:defRPr kumimoji="0" lang="zh-CN" altLang="en-US" sz="1800" b="0" i="0" u="none" strike="noStrike" kern="1200" cap="none" spc="150" normalizeH="0" baseline="0" noProof="1" dirty="0">
                <a:ln>
                  <a:noFill/>
                  <a:prstDash val="sysDot"/>
                </a:ln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MiSans Normal" panose="00000500000000000000" charset="-122"/>
                <a:sym typeface="+mn-ea"/>
              </a:defRPr>
            </a:lvl1pPr>
            <a:lvl2pPr marL="685800" marR="0" lvl="1" indent="-228600" fontAlgn="auto">
              <a:lnSpc>
                <a:spcPct val="120000"/>
              </a:lnSpc>
              <a:spcBef>
                <a:spcPts val="0"/>
              </a:spcBef>
              <a:spcAft>
                <a:spcPts val="600"/>
              </a:spcAft>
              <a:buFont typeface="Arial" panose="020B0604020202020204" pitchFamily="34" charset="0"/>
              <a:buChar char="●"/>
              <a:tabLst>
                <a:tab pos="1609725" algn="l"/>
              </a:tabLst>
              <a:defRPr kumimoji="0" sz="1600" b="0" i="0" u="none" strike="noStrike" cap="none" spc="150" normalizeH="0" baseline="0">
                <a:solidFill>
                  <a:schemeClr val="tx1">
                    <a:lumMod val="50000"/>
                    <a:lumOff val="50000"/>
                  </a:schemeClr>
                </a:solidFill>
                <a:uFillTx/>
                <a:latin typeface="+mn-ea"/>
                <a:ea typeface="+mn-ea"/>
              </a:defRPr>
            </a:lvl2pPr>
            <a:lvl3pPr marL="1143000" marR="0" lvl="2" indent="-228600" fontAlgn="auto">
              <a:lnSpc>
                <a:spcPct val="120000"/>
              </a:lnSpc>
              <a:spcBef>
                <a:spcPts val="0"/>
              </a:spcBef>
              <a:spcAft>
                <a:spcPts val="600"/>
              </a:spcAft>
              <a:buFont typeface="Arial" panose="020B0604020202020204" pitchFamily="34" charset="0"/>
              <a:buChar char="●"/>
              <a:defRPr kumimoji="0" sz="1600" b="0" i="0" u="none" strike="noStrike" cap="none" spc="150" normalizeH="0" baseline="0">
                <a:solidFill>
                  <a:schemeClr val="tx1">
                    <a:lumMod val="50000"/>
                    <a:lumOff val="50000"/>
                  </a:schemeClr>
                </a:solidFill>
                <a:uFillTx/>
                <a:latin typeface="+mn-ea"/>
                <a:ea typeface="+mn-ea"/>
              </a:defRPr>
            </a:lvl3pPr>
            <a:lvl4pPr marL="1600200" marR="0" lvl="3" indent="-228600" fontAlgn="auto">
              <a:lnSpc>
                <a:spcPct val="120000"/>
              </a:lnSpc>
              <a:spcBef>
                <a:spcPts val="0"/>
              </a:spcBef>
              <a:spcAft>
                <a:spcPts val="300"/>
              </a:spcAft>
              <a:buFont typeface="Wingdings" panose="05000000000000000000" charset="0"/>
              <a:buChar char=""/>
              <a:defRPr kumimoji="0" sz="1400" b="0" i="0" u="none" strike="noStrike" cap="none" spc="150" normalizeH="0" baseline="0">
                <a:solidFill>
                  <a:schemeClr val="tx1">
                    <a:lumMod val="50000"/>
                    <a:lumOff val="50000"/>
                  </a:schemeClr>
                </a:solidFill>
                <a:uFillTx/>
                <a:latin typeface="+mn-ea"/>
                <a:ea typeface="+mn-ea"/>
              </a:defRPr>
            </a:lvl4pPr>
            <a:lvl5pPr marL="2057400" marR="0" lvl="4" indent="-228600" fontAlgn="auto">
              <a:lnSpc>
                <a:spcPct val="12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Char char="•"/>
              <a:defRPr kumimoji="0" sz="1400" b="0" i="0" u="none" strike="noStrike" cap="none" spc="150" normalizeH="0" baseline="0">
                <a:solidFill>
                  <a:schemeClr val="tx1">
                    <a:lumMod val="50000"/>
                    <a:lumOff val="50000"/>
                  </a:schemeClr>
                </a:solidFill>
                <a:uFillTx/>
                <a:latin typeface="+mn-ea"/>
                <a:ea typeface="+mn-ea"/>
              </a:defRPr>
            </a:lvl5pPr>
            <a:lvl6pPr indent="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</a:lvl6pPr>
            <a:lvl7pPr marL="29718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7pPr>
            <a:lvl8pPr marL="34290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8pPr>
            <a:lvl9pPr marL="38862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9pPr>
          </a:lstStyle>
          <a:p>
            <a:pPr lvl="0">
              <a:spcBef>
                <a:spcPts val="1200"/>
              </a:spcBef>
              <a:spcAft>
                <a:spcPts val="0"/>
              </a:spcAft>
              <a:buClr>
                <a:srgbClr val="548235"/>
              </a:buClr>
            </a:pPr>
            <a:r>
              <a:rPr dirty="0">
                <a:sym typeface="+mn-ea"/>
              </a:rPr>
              <a:t>单击此处编辑母版文本样式</a:t>
            </a:r>
            <a:endParaRPr dirty="0">
              <a:sym typeface="+mn-ea"/>
            </a:endParaRPr>
          </a:p>
          <a:p>
            <a:pPr lvl="1">
              <a:spcBef>
                <a:spcPts val="1200"/>
              </a:spcBef>
              <a:spcAft>
                <a:spcPts val="0"/>
              </a:spcAft>
              <a:buClr>
                <a:srgbClr val="548235"/>
              </a:buClr>
            </a:pPr>
            <a:r>
              <a:rPr dirty="0">
                <a:sym typeface="+mn-ea"/>
              </a:rPr>
              <a:t>第二级</a:t>
            </a:r>
            <a:endParaRPr dirty="0">
              <a:sym typeface="+mn-ea"/>
            </a:endParaRPr>
          </a:p>
          <a:p>
            <a:pPr lvl="2">
              <a:spcBef>
                <a:spcPts val="1200"/>
              </a:spcBef>
              <a:spcAft>
                <a:spcPts val="0"/>
              </a:spcAft>
              <a:buClr>
                <a:srgbClr val="548235"/>
              </a:buClr>
            </a:pPr>
            <a:r>
              <a:rPr dirty="0">
                <a:sym typeface="+mn-ea"/>
              </a:rPr>
              <a:t>第三级</a:t>
            </a:r>
            <a:endParaRPr dirty="0">
              <a:sym typeface="+mn-ea"/>
            </a:endParaRPr>
          </a:p>
          <a:p>
            <a:pPr lvl="3">
              <a:spcBef>
                <a:spcPts val="1200"/>
              </a:spcBef>
              <a:spcAft>
                <a:spcPts val="0"/>
              </a:spcAft>
              <a:buClr>
                <a:srgbClr val="548235"/>
              </a:buClr>
            </a:pPr>
            <a:r>
              <a:rPr dirty="0">
                <a:sym typeface="+mn-ea"/>
              </a:rPr>
              <a:t>第四级</a:t>
            </a:r>
            <a:endParaRPr dirty="0">
              <a:sym typeface="+mn-ea"/>
            </a:endParaRPr>
          </a:p>
          <a:p>
            <a:pPr lvl="4">
              <a:spcBef>
                <a:spcPts val="1200"/>
              </a:spcBef>
              <a:spcAft>
                <a:spcPts val="0"/>
              </a:spcAft>
              <a:buClr>
                <a:srgbClr val="548235"/>
              </a:buClr>
            </a:pPr>
            <a:r>
              <a:rPr dirty="0">
                <a:sym typeface="+mn-ea"/>
              </a:rPr>
              <a:t>第五级</a:t>
            </a:r>
            <a:endParaRPr dirty="0">
              <a:sym typeface="+mn-ea"/>
            </a:endParaRPr>
          </a:p>
        </p:txBody>
      </p:sp>
      <p:sp>
        <p:nvSpPr>
          <p:cNvPr id="9" name="正文"/>
          <p:cNvSpPr txBox="1">
            <a:spLocks noGrp="1"/>
          </p:cNvSpPr>
          <p:nvPr>
            <p:ph idx="2"/>
            <p:custDataLst>
              <p:tags r:id="rId3"/>
            </p:custDataLst>
          </p:nvPr>
        </p:nvSpPr>
        <p:spPr>
          <a:xfrm>
            <a:off x="608400" y="1490357"/>
            <a:ext cx="5176800" cy="4759236"/>
          </a:xfrm>
          <a:prstGeom prst="rect">
            <a:avLst/>
          </a:prstGeom>
          <a:ln>
            <a:noFill/>
            <a:prstDash val="sysDash"/>
          </a:ln>
        </p:spPr>
        <p:txBody>
          <a:bodyPr vert="horz" lIns="90000" tIns="46800" rIns="90000" bIns="46800" rtlCol="0">
            <a:normAutofit/>
          </a:bodyPr>
          <a:lstStyle>
            <a:lvl1pPr marL="228600" marR="0" lvl="0" indent="-228600" algn="l" defTabSz="914400" rtl="0" eaLnBrk="1" fontAlgn="auto" latinLnBrk="0" hangingPunct="1">
              <a:lnSpc>
                <a:spcPct val="130000"/>
              </a:lnSpc>
              <a:spcBef>
                <a:spcPts val="0"/>
              </a:spcBef>
              <a:spcAft>
                <a:spcPts val="1000"/>
              </a:spcAft>
              <a:buClrTx/>
              <a:buSzTx/>
              <a:buFont typeface="Arial" panose="020B0604020202020204" pitchFamily="34" charset="0"/>
              <a:buChar char="●"/>
              <a:defRPr kumimoji="0" lang="zh-CN" altLang="en-US" sz="1800" b="0" i="0" u="none" strike="noStrike" kern="1200" cap="none" spc="150" normalizeH="0" baseline="0" noProof="1" dirty="0">
                <a:ln>
                  <a:noFill/>
                  <a:prstDash val="sysDot"/>
                </a:ln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MiSans Normal" panose="00000500000000000000" charset="-122"/>
                <a:sym typeface="+mn-ea"/>
              </a:defRPr>
            </a:lvl1pPr>
            <a:lvl2pPr marL="685800" marR="0" lvl="1" indent="-228600" fontAlgn="auto">
              <a:lnSpc>
                <a:spcPct val="120000"/>
              </a:lnSpc>
              <a:spcBef>
                <a:spcPts val="0"/>
              </a:spcBef>
              <a:spcAft>
                <a:spcPts val="600"/>
              </a:spcAft>
              <a:buFont typeface="Arial" panose="020B0604020202020204" pitchFamily="34" charset="0"/>
              <a:buChar char="●"/>
              <a:tabLst>
                <a:tab pos="1609725" algn="l"/>
              </a:tabLst>
              <a:defRPr kumimoji="0" sz="1600" b="0" i="0" u="none" strike="noStrike" cap="none" spc="150" normalizeH="0" baseline="0">
                <a:solidFill>
                  <a:schemeClr val="tx1">
                    <a:lumMod val="50000"/>
                    <a:lumOff val="50000"/>
                  </a:schemeClr>
                </a:solidFill>
                <a:uFillTx/>
                <a:latin typeface="+mn-ea"/>
                <a:ea typeface="+mn-ea"/>
              </a:defRPr>
            </a:lvl2pPr>
            <a:lvl3pPr marL="1143000" marR="0" lvl="2" indent="-228600" fontAlgn="auto">
              <a:lnSpc>
                <a:spcPct val="120000"/>
              </a:lnSpc>
              <a:spcBef>
                <a:spcPts val="0"/>
              </a:spcBef>
              <a:spcAft>
                <a:spcPts val="600"/>
              </a:spcAft>
              <a:buFont typeface="Arial" panose="020B0604020202020204" pitchFamily="34" charset="0"/>
              <a:buChar char="●"/>
              <a:defRPr kumimoji="0" sz="1600" b="0" i="0" u="none" strike="noStrike" cap="none" spc="150" normalizeH="0" baseline="0">
                <a:solidFill>
                  <a:schemeClr val="tx1">
                    <a:lumMod val="50000"/>
                    <a:lumOff val="50000"/>
                  </a:schemeClr>
                </a:solidFill>
                <a:uFillTx/>
                <a:latin typeface="+mn-ea"/>
                <a:ea typeface="+mn-ea"/>
              </a:defRPr>
            </a:lvl3pPr>
            <a:lvl4pPr marL="1600200" marR="0" lvl="3" indent="-228600" fontAlgn="auto">
              <a:lnSpc>
                <a:spcPct val="120000"/>
              </a:lnSpc>
              <a:spcBef>
                <a:spcPts val="0"/>
              </a:spcBef>
              <a:spcAft>
                <a:spcPts val="300"/>
              </a:spcAft>
              <a:buFont typeface="Wingdings" panose="05000000000000000000" charset="0"/>
              <a:buChar char=""/>
              <a:defRPr kumimoji="0" sz="1400" b="0" i="0" u="none" strike="noStrike" cap="none" spc="150" normalizeH="0" baseline="0">
                <a:solidFill>
                  <a:schemeClr val="tx1">
                    <a:lumMod val="50000"/>
                    <a:lumOff val="50000"/>
                  </a:schemeClr>
                </a:solidFill>
                <a:uFillTx/>
                <a:latin typeface="+mn-ea"/>
                <a:ea typeface="+mn-ea"/>
              </a:defRPr>
            </a:lvl4pPr>
            <a:lvl5pPr marL="2057400" marR="0" lvl="4" indent="-228600" fontAlgn="auto">
              <a:lnSpc>
                <a:spcPct val="12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Char char="•"/>
              <a:defRPr kumimoji="0" sz="1400" b="0" i="0" u="none" strike="noStrike" cap="none" spc="150" normalizeH="0" baseline="0">
                <a:solidFill>
                  <a:schemeClr val="tx1">
                    <a:lumMod val="50000"/>
                    <a:lumOff val="50000"/>
                  </a:schemeClr>
                </a:solidFill>
                <a:uFillTx/>
                <a:latin typeface="+mn-ea"/>
                <a:ea typeface="+mn-ea"/>
              </a:defRPr>
            </a:lvl5pPr>
            <a:lvl6pPr indent="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</a:lvl6pPr>
            <a:lvl7pPr marL="29718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7pPr>
            <a:lvl8pPr marL="34290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8pPr>
            <a:lvl9pPr marL="38862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9pPr>
          </a:lstStyle>
          <a:p>
            <a:pPr lvl="0">
              <a:spcBef>
                <a:spcPts val="1200"/>
              </a:spcBef>
              <a:spcAft>
                <a:spcPts val="0"/>
              </a:spcAft>
              <a:buClr>
                <a:srgbClr val="548235"/>
              </a:buClr>
            </a:pPr>
            <a:r>
              <a:rPr dirty="0">
                <a:sym typeface="+mn-ea"/>
              </a:rPr>
              <a:t>单击此处编辑母版文本样式</a:t>
            </a:r>
            <a:endParaRPr dirty="0">
              <a:sym typeface="+mn-ea"/>
            </a:endParaRPr>
          </a:p>
          <a:p>
            <a:pPr lvl="1">
              <a:spcBef>
                <a:spcPts val="1200"/>
              </a:spcBef>
              <a:spcAft>
                <a:spcPts val="0"/>
              </a:spcAft>
              <a:buClr>
                <a:srgbClr val="548235"/>
              </a:buClr>
            </a:pPr>
            <a:r>
              <a:rPr dirty="0">
                <a:sym typeface="+mn-ea"/>
              </a:rPr>
              <a:t>第二级</a:t>
            </a:r>
            <a:endParaRPr dirty="0">
              <a:sym typeface="+mn-ea"/>
            </a:endParaRPr>
          </a:p>
          <a:p>
            <a:pPr lvl="2">
              <a:spcBef>
                <a:spcPts val="1200"/>
              </a:spcBef>
              <a:spcAft>
                <a:spcPts val="0"/>
              </a:spcAft>
              <a:buClr>
                <a:srgbClr val="548235"/>
              </a:buClr>
            </a:pPr>
            <a:r>
              <a:rPr dirty="0">
                <a:sym typeface="+mn-ea"/>
              </a:rPr>
              <a:t>第三级</a:t>
            </a:r>
            <a:endParaRPr dirty="0">
              <a:sym typeface="+mn-ea"/>
            </a:endParaRPr>
          </a:p>
          <a:p>
            <a:pPr lvl="3">
              <a:spcBef>
                <a:spcPts val="1200"/>
              </a:spcBef>
              <a:spcAft>
                <a:spcPts val="0"/>
              </a:spcAft>
              <a:buClr>
                <a:srgbClr val="548235"/>
              </a:buClr>
            </a:pPr>
            <a:r>
              <a:rPr dirty="0">
                <a:sym typeface="+mn-ea"/>
              </a:rPr>
              <a:t>第四级</a:t>
            </a:r>
            <a:endParaRPr dirty="0">
              <a:sym typeface="+mn-ea"/>
            </a:endParaRPr>
          </a:p>
          <a:p>
            <a:pPr lvl="4">
              <a:spcBef>
                <a:spcPts val="1200"/>
              </a:spcBef>
              <a:spcAft>
                <a:spcPts val="0"/>
              </a:spcAft>
              <a:buClr>
                <a:srgbClr val="548235"/>
              </a:buClr>
            </a:pPr>
            <a:r>
              <a:rPr dirty="0">
                <a:sym typeface="+mn-ea"/>
              </a:rPr>
              <a:t>第五级</a:t>
            </a:r>
            <a:endParaRPr dirty="0">
              <a:sym typeface="+mn-ea"/>
            </a:endParaRPr>
          </a:p>
        </p:txBody>
      </p:sp>
      <p:sp>
        <p:nvSpPr>
          <p:cNvPr id="8" name="标题"/>
          <p:cNvSpPr txBox="1">
            <a:spLocks noGrp="1"/>
          </p:cNvSpPr>
          <p:nvPr>
            <p:ph type="title" idx="1"/>
            <p:custDataLst>
              <p:tags r:id="rId4"/>
            </p:custDataLst>
          </p:nvPr>
        </p:nvSpPr>
        <p:spPr>
          <a:xfrm>
            <a:off x="608400" y="608400"/>
            <a:ext cx="10969200" cy="705600"/>
          </a:xfrm>
          <a:prstGeom prst="rect">
            <a:avLst/>
          </a:prstGeom>
          <a:noFill/>
          <a:ln>
            <a:noFill/>
            <a:prstDash val="sysDash"/>
          </a:ln>
        </p:spPr>
        <p:txBody>
          <a:bodyPr wrap="square" rtlCol="0">
            <a:normAutofit/>
          </a:bodyPr>
          <a:lstStyle>
            <a:lvl1pPr marL="0" marR="0" algn="l" defTabSz="914400" rtl="0" eaLnBrk="1" fontAlgn="auto" latinLnBrk="0" hangingPunct="1">
              <a:lnSpc>
                <a:spcPct val="100000"/>
              </a:lnSpc>
              <a:buClrTx/>
              <a:buSzTx/>
              <a:buFontTx/>
              <a:buNone/>
              <a:defRPr kumimoji="0" lang="zh-CN" altLang="en-US" sz="3600" b="0" i="0" u="none" strike="noStrike" kern="1200" cap="none" spc="300" normalizeH="0" baseline="0" noProof="1" dirty="0">
                <a:ln>
                  <a:noFill/>
                  <a:prstDash val="sysDot"/>
                </a:ln>
                <a:solidFill>
                  <a:schemeClr val="tx1">
                    <a:lumMod val="85000"/>
                    <a:lumOff val="15000"/>
                  </a:schemeClr>
                </a:solidFill>
                <a:latin typeface="+mj-ea"/>
                <a:ea typeface="+mj-ea"/>
                <a:cs typeface="+mj-ea"/>
              </a:defRPr>
            </a:lvl1pPr>
          </a:lstStyle>
          <a:p>
            <a:pPr lvl="0"/>
            <a:r>
              <a:rPr dirty="0">
                <a:sym typeface="+mn-ea"/>
              </a:rPr>
              <a:t>单击此处编辑母版标题样式</a:t>
            </a:r>
            <a:endParaRPr dirty="0">
              <a:sym typeface="+mn-ea"/>
            </a:endParaRPr>
          </a:p>
        </p:txBody>
      </p:sp>
      <p:sp>
        <p:nvSpPr>
          <p:cNvPr id="5" name="日期占位符 4"/>
          <p:cNvSpPr>
            <a:spLocks noGrp="1"/>
          </p:cNvSpPr>
          <p:nvPr>
            <p:ph type="dt" sz="half" idx="10"/>
            <p:custDataLst>
              <p:tags r:id="rId5"/>
            </p:custDataLst>
          </p:nvPr>
        </p:nvSpPr>
        <p:spPr>
          <a:xfrm>
            <a:off x="838200" y="6356350"/>
            <a:ext cx="2743200" cy="365125"/>
          </a:xfrm>
        </p:spPr>
        <p:txBody>
          <a:bodyPr/>
          <a:lstStyle/>
          <a:p>
            <a:fld id="{AFF1154F-E427-4513-B34B-94E36374A1AB}" type="datetimeFigureOut">
              <a:rPr lang="zh-CN" altLang="en-US" smtClean="0"/>
            </a:fld>
            <a:endParaRPr lang="zh-CN" altLang="en-US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11"/>
            <p:custDataLst>
              <p:tags r:id="rId6"/>
            </p:custDataLst>
          </p:nvPr>
        </p:nvSpPr>
        <p:spPr>
          <a:xfrm>
            <a:off x="4038600" y="6356350"/>
            <a:ext cx="4114800" cy="365125"/>
          </a:xfrm>
        </p:spPr>
        <p:txBody>
          <a:bodyPr/>
          <a:lstStyle/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12"/>
            <p:custDataLst>
              <p:tags r:id="rId7"/>
            </p:custDataLst>
          </p:nvPr>
        </p:nvSpPr>
        <p:spPr>
          <a:xfrm>
            <a:off x="8610600" y="6356350"/>
            <a:ext cx="2743200" cy="365125"/>
          </a:xfrm>
        </p:spPr>
        <p:txBody>
          <a:bodyPr/>
          <a:lstStyle/>
          <a:p>
            <a:fld id="{CFDA0808-8B01-405B-8ED6-12013DCE0AF6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50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标题和比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正文"/>
          <p:cNvSpPr txBox="1">
            <a:spLocks noGrp="1"/>
          </p:cNvSpPr>
          <p:nvPr>
            <p:ph idx="5"/>
            <p:custDataLst>
              <p:tags r:id="rId2"/>
            </p:custDataLst>
          </p:nvPr>
        </p:nvSpPr>
        <p:spPr>
          <a:xfrm>
            <a:off x="6235200" y="1854000"/>
            <a:ext cx="5342400" cy="4395600"/>
          </a:xfrm>
          <a:prstGeom prst="rect">
            <a:avLst/>
          </a:prstGeom>
          <a:ln>
            <a:noFill/>
            <a:prstDash val="sysDash"/>
          </a:ln>
        </p:spPr>
        <p:txBody>
          <a:bodyPr vert="horz" lIns="90000" tIns="46800" rIns="90000" bIns="46800" rtlCol="0">
            <a:normAutofit/>
          </a:bodyPr>
          <a:lstStyle>
            <a:lvl1pPr marL="228600" marR="0" lvl="0" indent="-228600" algn="l" defTabSz="914400" rtl="0" eaLnBrk="1" fontAlgn="auto" latinLnBrk="0" hangingPunct="1">
              <a:lnSpc>
                <a:spcPct val="130000"/>
              </a:lnSpc>
              <a:spcBef>
                <a:spcPts val="0"/>
              </a:spcBef>
              <a:spcAft>
                <a:spcPts val="1000"/>
              </a:spcAft>
              <a:buClrTx/>
              <a:buSzTx/>
              <a:buFont typeface="Arial" panose="020B0604020202020204" pitchFamily="34" charset="0"/>
              <a:buChar char="●"/>
              <a:defRPr kumimoji="0" lang="zh-CN" altLang="en-US" sz="1800" b="0" i="0" u="none" strike="noStrike" kern="1200" cap="none" spc="150" normalizeH="0" baseline="0" noProof="1" dirty="0">
                <a:ln>
                  <a:noFill/>
                  <a:prstDash val="sysDot"/>
                </a:ln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MiSans Normal" panose="00000500000000000000" charset="-122"/>
                <a:sym typeface="+mn-ea"/>
              </a:defRPr>
            </a:lvl1pPr>
            <a:lvl2pPr marL="685800" marR="0" lvl="1" indent="-228600" fontAlgn="auto">
              <a:lnSpc>
                <a:spcPct val="120000"/>
              </a:lnSpc>
              <a:spcBef>
                <a:spcPts val="0"/>
              </a:spcBef>
              <a:spcAft>
                <a:spcPts val="600"/>
              </a:spcAft>
              <a:buFont typeface="Arial" panose="020B0604020202020204" pitchFamily="34" charset="0"/>
              <a:buChar char="●"/>
              <a:tabLst>
                <a:tab pos="1609725" algn="l"/>
              </a:tabLst>
              <a:defRPr kumimoji="0" sz="1600" b="0" i="0" u="none" strike="noStrike" cap="none" spc="150" normalizeH="0" baseline="0">
                <a:solidFill>
                  <a:schemeClr val="tx1">
                    <a:lumMod val="50000"/>
                    <a:lumOff val="50000"/>
                  </a:schemeClr>
                </a:solidFill>
                <a:uFillTx/>
                <a:latin typeface="+mn-ea"/>
                <a:ea typeface="+mn-ea"/>
              </a:defRPr>
            </a:lvl2pPr>
            <a:lvl3pPr marL="1143000" marR="0" lvl="2" indent="-228600" fontAlgn="auto">
              <a:lnSpc>
                <a:spcPct val="120000"/>
              </a:lnSpc>
              <a:spcBef>
                <a:spcPts val="0"/>
              </a:spcBef>
              <a:spcAft>
                <a:spcPts val="600"/>
              </a:spcAft>
              <a:buFont typeface="Arial" panose="020B0604020202020204" pitchFamily="34" charset="0"/>
              <a:buChar char="●"/>
              <a:defRPr kumimoji="0" sz="1600" b="0" i="0" u="none" strike="noStrike" cap="none" spc="150" normalizeH="0" baseline="0">
                <a:solidFill>
                  <a:schemeClr val="tx1">
                    <a:lumMod val="50000"/>
                    <a:lumOff val="50000"/>
                  </a:schemeClr>
                </a:solidFill>
                <a:uFillTx/>
                <a:latin typeface="+mn-ea"/>
                <a:ea typeface="+mn-ea"/>
              </a:defRPr>
            </a:lvl3pPr>
            <a:lvl4pPr marL="1600200" marR="0" lvl="3" indent="-228600" fontAlgn="auto">
              <a:lnSpc>
                <a:spcPct val="120000"/>
              </a:lnSpc>
              <a:spcBef>
                <a:spcPts val="0"/>
              </a:spcBef>
              <a:spcAft>
                <a:spcPts val="300"/>
              </a:spcAft>
              <a:buFont typeface="Wingdings" panose="05000000000000000000" charset="0"/>
              <a:buChar char=""/>
              <a:defRPr kumimoji="0" sz="1400" b="0" i="0" u="none" strike="noStrike" cap="none" spc="150" normalizeH="0" baseline="0">
                <a:solidFill>
                  <a:schemeClr val="tx1">
                    <a:lumMod val="50000"/>
                    <a:lumOff val="50000"/>
                  </a:schemeClr>
                </a:solidFill>
                <a:uFillTx/>
                <a:latin typeface="+mn-ea"/>
                <a:ea typeface="+mn-ea"/>
              </a:defRPr>
            </a:lvl4pPr>
            <a:lvl5pPr marL="2057400" marR="0" lvl="4" indent="-228600" fontAlgn="auto">
              <a:lnSpc>
                <a:spcPct val="12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Char char="•"/>
              <a:defRPr kumimoji="0" sz="1400" b="0" i="0" u="none" strike="noStrike" cap="none" spc="150" normalizeH="0" baseline="0">
                <a:solidFill>
                  <a:schemeClr val="tx1">
                    <a:lumMod val="50000"/>
                    <a:lumOff val="50000"/>
                  </a:schemeClr>
                </a:solidFill>
                <a:uFillTx/>
                <a:latin typeface="+mn-ea"/>
                <a:ea typeface="+mn-ea"/>
              </a:defRPr>
            </a:lvl5pPr>
            <a:lvl6pPr indent="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</a:lvl6pPr>
            <a:lvl7pPr marL="29718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7pPr>
            <a:lvl8pPr marL="34290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8pPr>
            <a:lvl9pPr marL="38862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9pPr>
          </a:lstStyle>
          <a:p>
            <a:pPr lvl="0">
              <a:spcBef>
                <a:spcPts val="1200"/>
              </a:spcBef>
              <a:spcAft>
                <a:spcPts val="0"/>
              </a:spcAft>
              <a:buClr>
                <a:srgbClr val="548235"/>
              </a:buClr>
            </a:pPr>
            <a:r>
              <a:rPr dirty="0">
                <a:sym typeface="+mn-ea"/>
              </a:rPr>
              <a:t>单击此处编辑母版文本样式</a:t>
            </a:r>
            <a:endParaRPr dirty="0">
              <a:sym typeface="+mn-ea"/>
            </a:endParaRPr>
          </a:p>
          <a:p>
            <a:pPr lvl="1">
              <a:spcBef>
                <a:spcPts val="1200"/>
              </a:spcBef>
              <a:spcAft>
                <a:spcPts val="0"/>
              </a:spcAft>
              <a:buClr>
                <a:srgbClr val="548235"/>
              </a:buClr>
            </a:pPr>
            <a:r>
              <a:rPr dirty="0">
                <a:sym typeface="+mn-ea"/>
              </a:rPr>
              <a:t>第二级</a:t>
            </a:r>
            <a:endParaRPr dirty="0">
              <a:sym typeface="+mn-ea"/>
            </a:endParaRPr>
          </a:p>
          <a:p>
            <a:pPr lvl="2">
              <a:spcBef>
                <a:spcPts val="1200"/>
              </a:spcBef>
              <a:spcAft>
                <a:spcPts val="0"/>
              </a:spcAft>
              <a:buClr>
                <a:srgbClr val="548235"/>
              </a:buClr>
            </a:pPr>
            <a:r>
              <a:rPr dirty="0">
                <a:sym typeface="+mn-ea"/>
              </a:rPr>
              <a:t>第三级</a:t>
            </a:r>
            <a:endParaRPr dirty="0">
              <a:sym typeface="+mn-ea"/>
            </a:endParaRPr>
          </a:p>
          <a:p>
            <a:pPr lvl="3">
              <a:spcBef>
                <a:spcPts val="1200"/>
              </a:spcBef>
              <a:spcAft>
                <a:spcPts val="0"/>
              </a:spcAft>
              <a:buClr>
                <a:srgbClr val="548235"/>
              </a:buClr>
            </a:pPr>
            <a:r>
              <a:rPr dirty="0">
                <a:sym typeface="+mn-ea"/>
              </a:rPr>
              <a:t>第四级</a:t>
            </a:r>
            <a:endParaRPr dirty="0">
              <a:sym typeface="+mn-ea"/>
            </a:endParaRPr>
          </a:p>
          <a:p>
            <a:pPr lvl="4">
              <a:spcBef>
                <a:spcPts val="1200"/>
              </a:spcBef>
              <a:spcAft>
                <a:spcPts val="0"/>
              </a:spcAft>
              <a:buClr>
                <a:srgbClr val="548235"/>
              </a:buClr>
            </a:pPr>
            <a:r>
              <a:rPr dirty="0">
                <a:sym typeface="+mn-ea"/>
              </a:rPr>
              <a:t>第五级</a:t>
            </a:r>
            <a:endParaRPr dirty="0">
              <a:sym typeface="+mn-ea"/>
            </a:endParaRPr>
          </a:p>
        </p:txBody>
      </p:sp>
      <p:sp>
        <p:nvSpPr>
          <p:cNvPr id="13" name="标题"/>
          <p:cNvSpPr txBox="1">
            <a:spLocks noGrp="1"/>
          </p:cNvSpPr>
          <p:nvPr>
            <p:ph type="title" idx="4"/>
            <p:custDataLst>
              <p:tags r:id="rId3"/>
            </p:custDataLst>
          </p:nvPr>
        </p:nvSpPr>
        <p:spPr>
          <a:xfrm>
            <a:off x="6235200" y="1429200"/>
            <a:ext cx="5342400" cy="400110"/>
          </a:xfrm>
          <a:prstGeom prst="rect">
            <a:avLst/>
          </a:prstGeom>
          <a:noFill/>
          <a:ln>
            <a:noFill/>
            <a:prstDash val="sysDash"/>
          </a:ln>
        </p:spPr>
        <p:txBody>
          <a:bodyPr wrap="square" rtlCol="0">
            <a:normAutofit/>
          </a:bodyPr>
          <a:lstStyle>
            <a:lvl1pPr marL="0" marR="0" algn="l" defTabSz="914400" rtl="0" eaLnBrk="1" fontAlgn="auto" latinLnBrk="0" hangingPunct="1">
              <a:lnSpc>
                <a:spcPct val="100000"/>
              </a:lnSpc>
              <a:buClrTx/>
              <a:buSzTx/>
              <a:buFontTx/>
              <a:buNone/>
              <a:defRPr kumimoji="0" lang="zh-CN" altLang="en-US" sz="2000" b="1" i="0" u="none" strike="noStrike" kern="1200" cap="none" spc="0" normalizeH="0" baseline="0" noProof="1" dirty="0">
                <a:solidFill>
                  <a:schemeClr val="tx1">
                    <a:lumMod val="85000"/>
                    <a:lumOff val="15000"/>
                  </a:schemeClr>
                </a:solidFill>
                <a:latin typeface="+mj-ea"/>
                <a:ea typeface="+mj-ea"/>
                <a:cs typeface="MiSans Normal" panose="00000500000000000000" charset="-122"/>
              </a:defRPr>
            </a:lvl1pPr>
          </a:lstStyle>
          <a:p>
            <a:pPr lvl="0"/>
            <a:r>
              <a:rPr>
                <a:sym typeface="+mn-ea"/>
              </a:rPr>
              <a:t>单击此处编辑母版标题样式</a:t>
            </a:r>
            <a:endParaRPr>
              <a:sym typeface="+mn-ea"/>
            </a:endParaRPr>
          </a:p>
        </p:txBody>
      </p:sp>
      <p:sp>
        <p:nvSpPr>
          <p:cNvPr id="12" name="正文"/>
          <p:cNvSpPr txBox="1">
            <a:spLocks noGrp="1"/>
          </p:cNvSpPr>
          <p:nvPr>
            <p:ph idx="3"/>
            <p:custDataLst>
              <p:tags r:id="rId4"/>
            </p:custDataLst>
          </p:nvPr>
        </p:nvSpPr>
        <p:spPr>
          <a:xfrm>
            <a:off x="608400" y="1854000"/>
            <a:ext cx="5342400" cy="4395600"/>
          </a:xfrm>
          <a:prstGeom prst="rect">
            <a:avLst/>
          </a:prstGeom>
          <a:ln>
            <a:noFill/>
            <a:prstDash val="sysDash"/>
          </a:ln>
        </p:spPr>
        <p:txBody>
          <a:bodyPr vert="horz" lIns="90000" tIns="46800" rIns="90000" bIns="46800" rtlCol="0">
            <a:normAutofit/>
          </a:bodyPr>
          <a:lstStyle>
            <a:lvl1pPr marL="228600" marR="0" lvl="0" indent="-228600" algn="l" defTabSz="914400" rtl="0" eaLnBrk="1" fontAlgn="auto" latinLnBrk="0" hangingPunct="1">
              <a:lnSpc>
                <a:spcPct val="130000"/>
              </a:lnSpc>
              <a:spcBef>
                <a:spcPts val="0"/>
              </a:spcBef>
              <a:spcAft>
                <a:spcPts val="1000"/>
              </a:spcAft>
              <a:buClrTx/>
              <a:buSzTx/>
              <a:buFont typeface="Arial" panose="020B0604020202020204" pitchFamily="34" charset="0"/>
              <a:buChar char="●"/>
              <a:defRPr kumimoji="0" lang="zh-CN" altLang="en-US" sz="1800" b="0" i="0" u="none" strike="noStrike" kern="1200" cap="none" spc="150" normalizeH="0" baseline="0" noProof="1" dirty="0">
                <a:ln>
                  <a:noFill/>
                  <a:prstDash val="sysDot"/>
                </a:ln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MiSans Normal" panose="00000500000000000000" charset="-122"/>
                <a:sym typeface="+mn-ea"/>
              </a:defRPr>
            </a:lvl1pPr>
            <a:lvl2pPr marL="685800" marR="0" lvl="1" indent="-228600" fontAlgn="auto">
              <a:lnSpc>
                <a:spcPct val="120000"/>
              </a:lnSpc>
              <a:spcBef>
                <a:spcPts val="0"/>
              </a:spcBef>
              <a:spcAft>
                <a:spcPts val="600"/>
              </a:spcAft>
              <a:buFont typeface="Arial" panose="020B0604020202020204" pitchFamily="34" charset="0"/>
              <a:buChar char="●"/>
              <a:tabLst>
                <a:tab pos="1609725" algn="l"/>
              </a:tabLst>
              <a:defRPr kumimoji="0" sz="1600" b="0" i="0" u="none" strike="noStrike" cap="none" spc="150" normalizeH="0" baseline="0">
                <a:solidFill>
                  <a:schemeClr val="tx1">
                    <a:lumMod val="50000"/>
                    <a:lumOff val="50000"/>
                  </a:schemeClr>
                </a:solidFill>
                <a:uFillTx/>
                <a:latin typeface="+mn-ea"/>
                <a:ea typeface="+mn-ea"/>
              </a:defRPr>
            </a:lvl2pPr>
            <a:lvl3pPr marL="1143000" marR="0" lvl="2" indent="-228600" fontAlgn="auto">
              <a:lnSpc>
                <a:spcPct val="120000"/>
              </a:lnSpc>
              <a:spcBef>
                <a:spcPts val="0"/>
              </a:spcBef>
              <a:spcAft>
                <a:spcPts val="600"/>
              </a:spcAft>
              <a:buFont typeface="Arial" panose="020B0604020202020204" pitchFamily="34" charset="0"/>
              <a:buChar char="●"/>
              <a:defRPr kumimoji="0" sz="1600" b="0" i="0" u="none" strike="noStrike" cap="none" spc="150" normalizeH="0" baseline="0">
                <a:solidFill>
                  <a:schemeClr val="tx1">
                    <a:lumMod val="50000"/>
                    <a:lumOff val="50000"/>
                  </a:schemeClr>
                </a:solidFill>
                <a:uFillTx/>
                <a:latin typeface="+mn-ea"/>
                <a:ea typeface="+mn-ea"/>
              </a:defRPr>
            </a:lvl3pPr>
            <a:lvl4pPr marL="1600200" marR="0" lvl="3" indent="-228600" fontAlgn="auto">
              <a:lnSpc>
                <a:spcPct val="120000"/>
              </a:lnSpc>
              <a:spcBef>
                <a:spcPts val="0"/>
              </a:spcBef>
              <a:spcAft>
                <a:spcPts val="300"/>
              </a:spcAft>
              <a:buFont typeface="Wingdings" panose="05000000000000000000" charset="0"/>
              <a:buChar char=""/>
              <a:defRPr kumimoji="0" sz="1400" b="0" i="0" u="none" strike="noStrike" cap="none" spc="150" normalizeH="0" baseline="0">
                <a:solidFill>
                  <a:schemeClr val="tx1">
                    <a:lumMod val="50000"/>
                    <a:lumOff val="50000"/>
                  </a:schemeClr>
                </a:solidFill>
                <a:uFillTx/>
                <a:latin typeface="+mn-ea"/>
                <a:ea typeface="+mn-ea"/>
              </a:defRPr>
            </a:lvl4pPr>
            <a:lvl5pPr marL="2057400" marR="0" lvl="4" indent="-228600" fontAlgn="auto">
              <a:lnSpc>
                <a:spcPct val="12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Char char="•"/>
              <a:defRPr kumimoji="0" sz="1400" b="0" i="0" u="none" strike="noStrike" cap="none" spc="150" normalizeH="0" baseline="0">
                <a:solidFill>
                  <a:schemeClr val="tx1">
                    <a:lumMod val="50000"/>
                    <a:lumOff val="50000"/>
                  </a:schemeClr>
                </a:solidFill>
                <a:uFillTx/>
                <a:latin typeface="+mn-ea"/>
                <a:ea typeface="+mn-ea"/>
              </a:defRPr>
            </a:lvl5pPr>
            <a:lvl6pPr indent="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</a:lvl6pPr>
            <a:lvl7pPr marL="29718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7pPr>
            <a:lvl8pPr marL="34290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8pPr>
            <a:lvl9pPr marL="38862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9pPr>
          </a:lstStyle>
          <a:p>
            <a:pPr lvl="0">
              <a:spcBef>
                <a:spcPts val="1200"/>
              </a:spcBef>
              <a:spcAft>
                <a:spcPts val="0"/>
              </a:spcAft>
              <a:buClr>
                <a:srgbClr val="548235"/>
              </a:buClr>
            </a:pPr>
            <a:r>
              <a:rPr dirty="0">
                <a:sym typeface="+mn-ea"/>
              </a:rPr>
              <a:t>单击此处编辑母版文本样式</a:t>
            </a:r>
            <a:endParaRPr dirty="0">
              <a:sym typeface="+mn-ea"/>
            </a:endParaRPr>
          </a:p>
          <a:p>
            <a:pPr lvl="1">
              <a:spcBef>
                <a:spcPts val="1200"/>
              </a:spcBef>
              <a:spcAft>
                <a:spcPts val="0"/>
              </a:spcAft>
              <a:buClr>
                <a:srgbClr val="548235"/>
              </a:buClr>
            </a:pPr>
            <a:r>
              <a:rPr dirty="0">
                <a:sym typeface="+mn-ea"/>
              </a:rPr>
              <a:t>第二级</a:t>
            </a:r>
            <a:endParaRPr dirty="0">
              <a:sym typeface="+mn-ea"/>
            </a:endParaRPr>
          </a:p>
          <a:p>
            <a:pPr lvl="2">
              <a:spcBef>
                <a:spcPts val="1200"/>
              </a:spcBef>
              <a:spcAft>
                <a:spcPts val="0"/>
              </a:spcAft>
              <a:buClr>
                <a:srgbClr val="548235"/>
              </a:buClr>
            </a:pPr>
            <a:r>
              <a:rPr dirty="0">
                <a:sym typeface="+mn-ea"/>
              </a:rPr>
              <a:t>第三级</a:t>
            </a:r>
            <a:endParaRPr dirty="0">
              <a:sym typeface="+mn-ea"/>
            </a:endParaRPr>
          </a:p>
          <a:p>
            <a:pPr lvl="3">
              <a:spcBef>
                <a:spcPts val="1200"/>
              </a:spcBef>
              <a:spcAft>
                <a:spcPts val="0"/>
              </a:spcAft>
              <a:buClr>
                <a:srgbClr val="548235"/>
              </a:buClr>
            </a:pPr>
            <a:r>
              <a:rPr dirty="0">
                <a:sym typeface="+mn-ea"/>
              </a:rPr>
              <a:t>第四级</a:t>
            </a:r>
            <a:endParaRPr dirty="0">
              <a:sym typeface="+mn-ea"/>
            </a:endParaRPr>
          </a:p>
          <a:p>
            <a:pPr lvl="4">
              <a:spcBef>
                <a:spcPts val="1200"/>
              </a:spcBef>
              <a:spcAft>
                <a:spcPts val="0"/>
              </a:spcAft>
              <a:buClr>
                <a:srgbClr val="548235"/>
              </a:buClr>
            </a:pPr>
            <a:r>
              <a:rPr dirty="0">
                <a:sym typeface="+mn-ea"/>
              </a:rPr>
              <a:t>第五级</a:t>
            </a:r>
            <a:endParaRPr dirty="0">
              <a:sym typeface="+mn-ea"/>
            </a:endParaRPr>
          </a:p>
        </p:txBody>
      </p:sp>
      <p:sp>
        <p:nvSpPr>
          <p:cNvPr id="11" name="标题"/>
          <p:cNvSpPr txBox="1">
            <a:spLocks noGrp="1"/>
          </p:cNvSpPr>
          <p:nvPr>
            <p:ph type="title" idx="2"/>
            <p:custDataLst>
              <p:tags r:id="rId5"/>
            </p:custDataLst>
          </p:nvPr>
        </p:nvSpPr>
        <p:spPr>
          <a:xfrm>
            <a:off x="608400" y="1429200"/>
            <a:ext cx="5342400" cy="400110"/>
          </a:xfrm>
          <a:prstGeom prst="rect">
            <a:avLst/>
          </a:prstGeom>
          <a:noFill/>
          <a:ln>
            <a:noFill/>
            <a:prstDash val="sysDash"/>
          </a:ln>
        </p:spPr>
        <p:txBody>
          <a:bodyPr wrap="square" rtlCol="0">
            <a:normAutofit/>
          </a:bodyPr>
          <a:lstStyle>
            <a:lvl1pPr marL="0" marR="0" algn="l" defTabSz="914400" rtl="0" eaLnBrk="1" fontAlgn="auto" latinLnBrk="0" hangingPunct="1">
              <a:lnSpc>
                <a:spcPct val="100000"/>
              </a:lnSpc>
              <a:buClrTx/>
              <a:buSzTx/>
              <a:buFontTx/>
              <a:buNone/>
              <a:defRPr kumimoji="0" lang="zh-CN" altLang="en-US" sz="2000" b="1" i="0" u="none" strike="noStrike" kern="1200" cap="none" spc="0" normalizeH="0" baseline="0" noProof="1" dirty="0">
                <a:solidFill>
                  <a:schemeClr val="tx1">
                    <a:lumMod val="85000"/>
                    <a:lumOff val="15000"/>
                  </a:schemeClr>
                </a:solidFill>
                <a:latin typeface="+mj-ea"/>
                <a:ea typeface="+mj-ea"/>
                <a:cs typeface="MiSans Normal" panose="00000500000000000000" charset="-122"/>
              </a:defRPr>
            </a:lvl1pPr>
          </a:lstStyle>
          <a:p>
            <a:pPr lvl="0"/>
            <a:r>
              <a:rPr dirty="0">
                <a:sym typeface="+mn-ea"/>
              </a:rPr>
              <a:t>单击此处编辑母版标题样式</a:t>
            </a:r>
            <a:endParaRPr dirty="0">
              <a:sym typeface="+mn-ea"/>
            </a:endParaRPr>
          </a:p>
        </p:txBody>
      </p:sp>
      <p:sp>
        <p:nvSpPr>
          <p:cNvPr id="10" name="标题"/>
          <p:cNvSpPr txBox="1">
            <a:spLocks noGrp="1"/>
          </p:cNvSpPr>
          <p:nvPr>
            <p:ph type="title" idx="1"/>
            <p:custDataLst>
              <p:tags r:id="rId6"/>
            </p:custDataLst>
          </p:nvPr>
        </p:nvSpPr>
        <p:spPr>
          <a:xfrm>
            <a:off x="608400" y="608400"/>
            <a:ext cx="10969200" cy="705600"/>
          </a:xfrm>
          <a:prstGeom prst="rect">
            <a:avLst/>
          </a:prstGeom>
          <a:noFill/>
          <a:ln>
            <a:noFill/>
            <a:prstDash val="sysDash"/>
          </a:ln>
        </p:spPr>
        <p:txBody>
          <a:bodyPr wrap="square" rtlCol="0">
            <a:normAutofit/>
          </a:bodyPr>
          <a:lstStyle>
            <a:lvl1pPr marL="0" marR="0" algn="l" defTabSz="914400" rtl="0" eaLnBrk="1" fontAlgn="auto" latinLnBrk="0" hangingPunct="1">
              <a:lnSpc>
                <a:spcPct val="100000"/>
              </a:lnSpc>
              <a:buClrTx/>
              <a:buSzTx/>
              <a:buFontTx/>
              <a:buNone/>
              <a:defRPr kumimoji="0" lang="zh-CN" altLang="en-US" sz="3600" b="0" i="0" u="none" strike="noStrike" kern="1200" cap="none" spc="300" normalizeH="0" baseline="0" noProof="1" dirty="0">
                <a:ln>
                  <a:noFill/>
                  <a:prstDash val="sysDot"/>
                </a:ln>
                <a:solidFill>
                  <a:schemeClr val="tx1">
                    <a:lumMod val="85000"/>
                    <a:lumOff val="15000"/>
                  </a:schemeClr>
                </a:solidFill>
                <a:latin typeface="+mj-ea"/>
                <a:ea typeface="+mj-ea"/>
                <a:cs typeface="+mj-ea"/>
              </a:defRPr>
            </a:lvl1pPr>
          </a:lstStyle>
          <a:p>
            <a:pPr lvl="0"/>
            <a:r>
              <a:rPr>
                <a:sym typeface="+mn-ea"/>
              </a:rPr>
              <a:t>单击此处编辑母版标题样式</a:t>
            </a:r>
            <a:endParaRPr>
              <a:sym typeface="+mn-ea"/>
            </a:endParaRPr>
          </a:p>
        </p:txBody>
      </p:sp>
      <p:sp>
        <p:nvSpPr>
          <p:cNvPr id="7" name="日期占位符 6"/>
          <p:cNvSpPr>
            <a:spLocks noGrp="1"/>
          </p:cNvSpPr>
          <p:nvPr>
            <p:ph type="dt" sz="half" idx="10"/>
            <p:custDataLst>
              <p:tags r:id="rId7"/>
            </p:custDataLst>
          </p:nvPr>
        </p:nvSpPr>
        <p:spPr>
          <a:xfrm>
            <a:off x="838200" y="6356350"/>
            <a:ext cx="2743200" cy="365125"/>
          </a:xfrm>
        </p:spPr>
        <p:txBody>
          <a:bodyPr/>
          <a:lstStyle/>
          <a:p>
            <a:fld id="{AFF1154F-E427-4513-B34B-94E36374A1AB}" type="datetimeFigureOut">
              <a:rPr lang="zh-CN" altLang="en-US" smtClean="0"/>
            </a:fld>
            <a:endParaRPr lang="zh-CN" altLang="en-US"/>
          </a:p>
        </p:txBody>
      </p:sp>
      <p:sp>
        <p:nvSpPr>
          <p:cNvPr id="8" name="页脚占位符 7"/>
          <p:cNvSpPr>
            <a:spLocks noGrp="1"/>
          </p:cNvSpPr>
          <p:nvPr>
            <p:ph type="ftr" sz="quarter" idx="11"/>
            <p:custDataLst>
              <p:tags r:id="rId8"/>
            </p:custDataLst>
          </p:nvPr>
        </p:nvSpPr>
        <p:spPr>
          <a:xfrm>
            <a:off x="4038600" y="6356350"/>
            <a:ext cx="4114800" cy="365125"/>
          </a:xfrm>
        </p:spPr>
        <p:txBody>
          <a:bodyPr/>
          <a:lstStyle/>
          <a:p>
            <a:endParaRPr lang="zh-CN" altLang="en-US"/>
          </a:p>
        </p:txBody>
      </p:sp>
      <p:sp>
        <p:nvSpPr>
          <p:cNvPr id="9" name="灯片编号占位符 8"/>
          <p:cNvSpPr>
            <a:spLocks noGrp="1"/>
          </p:cNvSpPr>
          <p:nvPr>
            <p:ph type="sldNum" sz="quarter" idx="12"/>
            <p:custDataLst>
              <p:tags r:id="rId9"/>
            </p:custDataLst>
          </p:nvPr>
        </p:nvSpPr>
        <p:spPr>
          <a:xfrm>
            <a:off x="8610600" y="6356350"/>
            <a:ext cx="2743200" cy="365125"/>
          </a:xfrm>
        </p:spPr>
        <p:txBody>
          <a:bodyPr/>
          <a:lstStyle/>
          <a:p>
            <a:fld id="{CFDA0808-8B01-405B-8ED6-12013DCE0AF6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5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仅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标题"/>
          <p:cNvSpPr txBox="1">
            <a:spLocks noGrp="1"/>
          </p:cNvSpPr>
          <p:nvPr>
            <p:ph type="title" idx="1"/>
            <p:custDataLst>
              <p:tags r:id="rId2"/>
            </p:custDataLst>
          </p:nvPr>
        </p:nvSpPr>
        <p:spPr>
          <a:xfrm>
            <a:off x="608400" y="608400"/>
            <a:ext cx="10969200" cy="705600"/>
          </a:xfrm>
          <a:prstGeom prst="rect">
            <a:avLst/>
          </a:prstGeom>
          <a:noFill/>
          <a:ln>
            <a:noFill/>
            <a:prstDash val="sysDash"/>
          </a:ln>
        </p:spPr>
        <p:txBody>
          <a:bodyPr wrap="square" rtlCol="0">
            <a:normAutofit/>
          </a:bodyPr>
          <a:lstStyle>
            <a:lvl1pPr marL="0" marR="0" algn="l" defTabSz="914400" rtl="0" eaLnBrk="1" fontAlgn="auto" latinLnBrk="0" hangingPunct="1">
              <a:lnSpc>
                <a:spcPct val="100000"/>
              </a:lnSpc>
              <a:buClrTx/>
              <a:buSzTx/>
              <a:buFontTx/>
              <a:buNone/>
              <a:defRPr kumimoji="0" lang="zh-CN" altLang="en-US" sz="3600" b="0" i="0" u="none" strike="noStrike" kern="1200" cap="none" spc="300" normalizeH="0" baseline="0" noProof="1" dirty="0">
                <a:ln>
                  <a:noFill/>
                  <a:prstDash val="sysDot"/>
                </a:ln>
                <a:solidFill>
                  <a:schemeClr val="tx1">
                    <a:lumMod val="85000"/>
                    <a:lumOff val="15000"/>
                  </a:schemeClr>
                </a:solidFill>
                <a:latin typeface="+mj-ea"/>
                <a:ea typeface="+mj-ea"/>
                <a:cs typeface="+mj-ea"/>
              </a:defRPr>
            </a:lvl1pPr>
          </a:lstStyle>
          <a:p>
            <a:pPr lvl="0"/>
            <a:r>
              <a:rPr>
                <a:sym typeface="+mn-ea"/>
              </a:rPr>
              <a:t>单击此处编辑母版标题样式</a:t>
            </a:r>
            <a:endParaRPr>
              <a:sym typeface="+mn-ea"/>
            </a:endParaRPr>
          </a:p>
        </p:txBody>
      </p:sp>
      <p:sp>
        <p:nvSpPr>
          <p:cNvPr id="3" name="日期占位符 2"/>
          <p:cNvSpPr>
            <a:spLocks noGrp="1"/>
          </p:cNvSpPr>
          <p:nvPr>
            <p:ph type="dt" sz="half" idx="10"/>
            <p:custDataLst>
              <p:tags r:id="rId3"/>
            </p:custDataLst>
          </p:nvPr>
        </p:nvSpPr>
        <p:spPr>
          <a:xfrm>
            <a:off x="838200" y="6356350"/>
            <a:ext cx="2743200" cy="365125"/>
          </a:xfrm>
        </p:spPr>
        <p:txBody>
          <a:bodyPr/>
          <a:lstStyle/>
          <a:p>
            <a:fld id="{AFF1154F-E427-4513-B34B-94E36374A1AB}" type="datetimeFigureOut">
              <a:rPr lang="zh-CN" altLang="en-US" smtClean="0"/>
            </a:fld>
            <a:endParaRPr lang="zh-CN" altLang="en-US"/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11"/>
            <p:custDataLst>
              <p:tags r:id="rId4"/>
            </p:custDataLst>
          </p:nvPr>
        </p:nvSpPr>
        <p:spPr>
          <a:xfrm>
            <a:off x="4038600" y="6356350"/>
            <a:ext cx="4114800" cy="365125"/>
          </a:xfrm>
        </p:spPr>
        <p:txBody>
          <a:bodyPr/>
          <a:lstStyle/>
          <a:p>
            <a:endParaRPr lang="zh-CN" altLang="en-US"/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  <p:custDataLst>
              <p:tags r:id="rId5"/>
            </p:custDataLst>
          </p:nvPr>
        </p:nvSpPr>
        <p:spPr>
          <a:xfrm>
            <a:off x="8610600" y="6356350"/>
            <a:ext cx="2743200" cy="365125"/>
          </a:xfrm>
        </p:spPr>
        <p:txBody>
          <a:bodyPr/>
          <a:lstStyle/>
          <a:p>
            <a:fld id="{CFDA0808-8B01-405B-8ED6-12013DCE0AF6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52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期占位符 1"/>
          <p:cNvSpPr>
            <a:spLocks noGrp="1"/>
          </p:cNvSpPr>
          <p:nvPr>
            <p:ph type="dt" sz="half" idx="10"/>
            <p:custDataLst>
              <p:tags r:id="rId2"/>
            </p:custDataLst>
          </p:nvPr>
        </p:nvSpPr>
        <p:spPr/>
        <p:txBody>
          <a:bodyPr/>
          <a:lstStyle/>
          <a:p>
            <a:fld id="{AFF1154F-E427-4513-B34B-94E36374A1AB}" type="datetimeFigureOut">
              <a:rPr lang="zh-CN" altLang="en-US" smtClean="0"/>
            </a:fld>
            <a:endParaRPr lang="zh-CN" altLang="en-US"/>
          </a:p>
        </p:txBody>
      </p:sp>
      <p:sp>
        <p:nvSpPr>
          <p:cNvPr id="3" name="页脚占位符 2"/>
          <p:cNvSpPr>
            <a:spLocks noGrp="1"/>
          </p:cNvSpPr>
          <p:nvPr>
            <p:ph type="ftr" sz="quarter" idx="11"/>
            <p:custDataLst>
              <p:tags r:id="rId3"/>
            </p:custDataLst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2"/>
            <p:custDataLst>
              <p:tags r:id="rId4"/>
            </p:custDataLst>
          </p:nvPr>
        </p:nvSpPr>
        <p:spPr/>
        <p:txBody>
          <a:bodyPr/>
          <a:lstStyle/>
          <a:p>
            <a:fld id="{CFDA0808-8B01-405B-8ED6-12013DCE0AF6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53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仅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正文" descr="7b0a20202020227461726765744d6f64756c65223a202270726f636573734f6e6c696e65466f6e7473220a7d0a"/>
          <p:cNvSpPr txBox="1">
            <a:spLocks noGrp="1"/>
          </p:cNvSpPr>
          <p:nvPr>
            <p:ph idx="1"/>
            <p:custDataLst>
              <p:tags r:id="rId2"/>
            </p:custDataLst>
          </p:nvPr>
        </p:nvSpPr>
        <p:spPr>
          <a:xfrm>
            <a:off x="695960" y="360045"/>
            <a:ext cx="10801985" cy="5817870"/>
          </a:xfrm>
          <a:prstGeom prst="rect">
            <a:avLst/>
          </a:prstGeom>
          <a:ln>
            <a:noFill/>
            <a:prstDash val="sysDash"/>
          </a:ln>
        </p:spPr>
        <p:txBody>
          <a:bodyPr vert="horz" lIns="90000" tIns="46800" rIns="90000" bIns="46800" rtlCol="0">
            <a:normAutofit/>
          </a:bodyPr>
          <a:lstStyle>
            <a:lvl1pPr marL="228600" marR="0" lvl="0" indent="-228600" algn="l" defTabSz="914400" rtl="0" eaLnBrk="1" fontAlgn="auto" latinLnBrk="0" hangingPunct="1">
              <a:lnSpc>
                <a:spcPct val="130000"/>
              </a:lnSpc>
              <a:spcBef>
                <a:spcPts val="0"/>
              </a:spcBef>
              <a:spcAft>
                <a:spcPts val="1000"/>
              </a:spcAft>
              <a:buClrTx/>
              <a:buSzTx/>
              <a:buFont typeface="Arial" panose="020B0604020202020204" pitchFamily="34" charset="0"/>
              <a:buChar char="●"/>
              <a:defRPr kumimoji="0" lang="zh-CN" altLang="en-US" sz="1800" b="0" i="0" u="none" strike="noStrike" kern="1200" cap="none" spc="150" normalizeH="0" baseline="0" noProof="1" dirty="0">
                <a:ln>
                  <a:noFill/>
                  <a:prstDash val="sysDot"/>
                </a:ln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MiSans Normal" panose="00000500000000000000" charset="-122"/>
                <a:ea typeface="MiSans Normal" panose="00000500000000000000" charset="-122"/>
                <a:cs typeface="MiSans Normal" panose="00000500000000000000" charset="-122"/>
                <a:sym typeface="+mn-ea"/>
              </a:defRPr>
            </a:lvl1pPr>
            <a:lvl2pPr marL="685800" marR="0" lvl="1" indent="-228600" fontAlgn="auto">
              <a:lnSpc>
                <a:spcPct val="120000"/>
              </a:lnSpc>
              <a:spcBef>
                <a:spcPts val="0"/>
              </a:spcBef>
              <a:spcAft>
                <a:spcPts val="600"/>
              </a:spcAft>
              <a:buFont typeface="Arial" panose="020B0604020202020204" pitchFamily="34" charset="0"/>
              <a:buChar char="●"/>
              <a:tabLst>
                <a:tab pos="1609725" algn="l"/>
              </a:tabLst>
              <a:defRPr kumimoji="0" sz="1600" b="0" i="0" u="none" strike="noStrike" cap="none" spc="150" normalizeH="0" baseline="0">
                <a:solidFill>
                  <a:schemeClr val="tx1">
                    <a:lumMod val="50000"/>
                    <a:lumOff val="50000"/>
                  </a:schemeClr>
                </a:solidFill>
                <a:uFillTx/>
                <a:latin typeface="+mn-ea"/>
                <a:ea typeface="+mn-ea"/>
              </a:defRPr>
            </a:lvl2pPr>
            <a:lvl3pPr marL="1143000" marR="0" lvl="2" indent="-228600" fontAlgn="auto">
              <a:lnSpc>
                <a:spcPct val="120000"/>
              </a:lnSpc>
              <a:spcBef>
                <a:spcPts val="0"/>
              </a:spcBef>
              <a:spcAft>
                <a:spcPts val="600"/>
              </a:spcAft>
              <a:buFont typeface="Arial" panose="020B0604020202020204" pitchFamily="34" charset="0"/>
              <a:buChar char="●"/>
              <a:defRPr kumimoji="0" sz="1600" b="0" i="0" u="none" strike="noStrike" cap="none" spc="150" normalizeH="0" baseline="0">
                <a:solidFill>
                  <a:schemeClr val="tx1">
                    <a:lumMod val="50000"/>
                    <a:lumOff val="50000"/>
                  </a:schemeClr>
                </a:solidFill>
                <a:uFillTx/>
                <a:latin typeface="+mn-ea"/>
                <a:ea typeface="+mn-ea"/>
              </a:defRPr>
            </a:lvl3pPr>
            <a:lvl4pPr marL="1600200" marR="0" lvl="3" indent="-228600" fontAlgn="auto">
              <a:lnSpc>
                <a:spcPct val="120000"/>
              </a:lnSpc>
              <a:spcBef>
                <a:spcPts val="0"/>
              </a:spcBef>
              <a:spcAft>
                <a:spcPts val="300"/>
              </a:spcAft>
              <a:buFont typeface="Wingdings" panose="05000000000000000000" charset="0"/>
              <a:buChar char=""/>
              <a:defRPr kumimoji="0" sz="1400" b="0" i="0" u="none" strike="noStrike" cap="none" spc="150" normalizeH="0" baseline="0">
                <a:solidFill>
                  <a:schemeClr val="tx1">
                    <a:lumMod val="50000"/>
                    <a:lumOff val="50000"/>
                  </a:schemeClr>
                </a:solidFill>
                <a:uFillTx/>
                <a:latin typeface="+mn-ea"/>
                <a:ea typeface="+mn-ea"/>
              </a:defRPr>
            </a:lvl4pPr>
            <a:lvl5pPr marL="2057400" marR="0" lvl="4" indent="-228600" fontAlgn="auto">
              <a:lnSpc>
                <a:spcPct val="12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Char char="•"/>
              <a:defRPr kumimoji="0" sz="1400" b="0" i="0" u="none" strike="noStrike" cap="none" spc="150" normalizeH="0" baseline="0">
                <a:solidFill>
                  <a:schemeClr val="tx1">
                    <a:lumMod val="50000"/>
                    <a:lumOff val="50000"/>
                  </a:schemeClr>
                </a:solidFill>
                <a:uFillTx/>
                <a:latin typeface="+mn-ea"/>
                <a:ea typeface="+mn-ea"/>
              </a:defRPr>
            </a:lvl5pPr>
            <a:lvl6pPr indent="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</a:lvl6pPr>
            <a:lvl7pPr marL="29718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7pPr>
            <a:lvl8pPr marL="34290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8pPr>
            <a:lvl9pPr marL="38862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9pPr>
          </a:lstStyle>
          <a:p>
            <a:pPr lvl="0">
              <a:spcBef>
                <a:spcPts val="1200"/>
              </a:spcBef>
              <a:spcAft>
                <a:spcPts val="0"/>
              </a:spcAft>
              <a:buClr>
                <a:srgbClr val="548235"/>
              </a:buClr>
            </a:pPr>
            <a:r>
              <a:rPr dirty="0">
                <a:sym typeface="+mn-ea"/>
              </a:rPr>
              <a:t>单击此处编辑母版文本样式</a:t>
            </a:r>
            <a:endParaRPr dirty="0">
              <a:sym typeface="+mn-ea"/>
            </a:endParaRPr>
          </a:p>
          <a:p>
            <a:pPr lvl="1">
              <a:spcBef>
                <a:spcPts val="1200"/>
              </a:spcBef>
              <a:spcAft>
                <a:spcPts val="0"/>
              </a:spcAft>
              <a:buClr>
                <a:srgbClr val="548235"/>
              </a:buClr>
            </a:pPr>
            <a:r>
              <a:rPr dirty="0">
                <a:sym typeface="+mn-ea"/>
              </a:rPr>
              <a:t>第二级</a:t>
            </a:r>
            <a:endParaRPr dirty="0">
              <a:sym typeface="+mn-ea"/>
            </a:endParaRPr>
          </a:p>
          <a:p>
            <a:pPr lvl="2">
              <a:spcBef>
                <a:spcPts val="1200"/>
              </a:spcBef>
              <a:spcAft>
                <a:spcPts val="0"/>
              </a:spcAft>
              <a:buClr>
                <a:srgbClr val="548235"/>
              </a:buClr>
            </a:pPr>
            <a:r>
              <a:rPr dirty="0">
                <a:sym typeface="+mn-ea"/>
              </a:rPr>
              <a:t>第三级</a:t>
            </a:r>
            <a:endParaRPr dirty="0">
              <a:sym typeface="+mn-ea"/>
            </a:endParaRPr>
          </a:p>
          <a:p>
            <a:pPr lvl="3">
              <a:spcBef>
                <a:spcPts val="1200"/>
              </a:spcBef>
              <a:spcAft>
                <a:spcPts val="0"/>
              </a:spcAft>
              <a:buClr>
                <a:srgbClr val="548235"/>
              </a:buClr>
            </a:pPr>
            <a:r>
              <a:rPr dirty="0">
                <a:sym typeface="+mn-ea"/>
              </a:rPr>
              <a:t>第四级</a:t>
            </a:r>
            <a:endParaRPr dirty="0">
              <a:sym typeface="+mn-ea"/>
            </a:endParaRPr>
          </a:p>
          <a:p>
            <a:pPr lvl="4">
              <a:spcBef>
                <a:spcPts val="1200"/>
              </a:spcBef>
              <a:spcAft>
                <a:spcPts val="0"/>
              </a:spcAft>
              <a:buClr>
                <a:srgbClr val="548235"/>
              </a:buClr>
            </a:pPr>
            <a:r>
              <a:rPr dirty="0">
                <a:sym typeface="+mn-ea"/>
              </a:rPr>
              <a:t>第五级</a:t>
            </a:r>
            <a:endParaRPr dirty="0">
              <a:sym typeface="+mn-ea"/>
            </a:endParaRPr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  <p:custDataLst>
              <p:tags r:id="rId3"/>
            </p:custDataLst>
          </p:nvPr>
        </p:nvSpPr>
        <p:spPr>
          <a:xfrm>
            <a:off x="838200" y="6356350"/>
            <a:ext cx="2743200" cy="365125"/>
          </a:xfrm>
        </p:spPr>
        <p:txBody>
          <a:bodyPr/>
          <a:lstStyle/>
          <a:p>
            <a:fld id="{AFF1154F-E427-4513-B34B-94E36374A1AB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  <p:custDataLst>
              <p:tags r:id="rId4"/>
            </p:custDataLst>
          </p:nvPr>
        </p:nvSpPr>
        <p:spPr>
          <a:xfrm>
            <a:off x="4038600" y="6356350"/>
            <a:ext cx="4114800" cy="365125"/>
          </a:xfrm>
        </p:spPr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  <p:custDataLst>
              <p:tags r:id="rId5"/>
            </p:custDataLst>
          </p:nvPr>
        </p:nvSpPr>
        <p:spPr>
          <a:xfrm>
            <a:off x="8610600" y="6356350"/>
            <a:ext cx="2743200" cy="365125"/>
          </a:xfrm>
        </p:spPr>
        <p:txBody>
          <a:bodyPr/>
          <a:lstStyle/>
          <a:p>
            <a:fld id="{CFDA0808-8B01-405B-8ED6-12013DCE0AF6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54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标题和副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副标题"/>
          <p:cNvSpPr txBox="1">
            <a:spLocks noGrp="1"/>
          </p:cNvSpPr>
          <p:nvPr>
            <p:ph type="body" idx="2" hasCustomPrompt="1"/>
            <p:custDataLst>
              <p:tags r:id="rId2"/>
            </p:custDataLst>
          </p:nvPr>
        </p:nvSpPr>
        <p:spPr>
          <a:xfrm>
            <a:off x="695960" y="1301750"/>
            <a:ext cx="10799088" cy="405553"/>
          </a:xfrm>
          <a:prstGeom prst="rect">
            <a:avLst/>
          </a:prstGeom>
          <a:noFill/>
          <a:ln>
            <a:noFill/>
            <a:prstDash val="sysDash"/>
          </a:ln>
        </p:spPr>
        <p:txBody>
          <a:bodyPr wrap="square" rtlCol="0">
            <a:normAutofit/>
          </a:bodyPr>
          <a:lstStyle>
            <a:lvl1pPr marL="0" marR="0" algn="l" defTabSz="914400" rtl="0" eaLnBrk="1" fontAlgn="auto" latinLnBrk="0" hangingPunct="1">
              <a:lnSpc>
                <a:spcPct val="100000"/>
              </a:lnSpc>
              <a:buClrTx/>
              <a:buSzTx/>
              <a:buFontTx/>
              <a:buNone/>
              <a:defRPr kumimoji="0" lang="zh-CN" altLang="en-US" sz="2000" b="0" i="0" u="none" strike="noStrike" kern="1200" cap="none" spc="300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latin typeface="+mj-ea"/>
                <a:ea typeface="+mj-ea"/>
                <a:cs typeface="MiSans Normal" panose="00000500000000000000" charset="-122"/>
              </a:defRPr>
            </a:lvl1pPr>
          </a:lstStyle>
          <a:p>
            <a:pPr lvl="0" algn="l"/>
            <a:r>
              <a:rPr dirty="0">
                <a:sym typeface="+mn-ea"/>
              </a:rPr>
              <a:t>单击此处编辑母版副标题样式</a:t>
            </a:r>
            <a:endParaRPr dirty="0">
              <a:sym typeface="+mn-ea"/>
            </a:endParaRPr>
          </a:p>
        </p:txBody>
      </p:sp>
      <p:sp>
        <p:nvSpPr>
          <p:cNvPr id="6" name="标题"/>
          <p:cNvSpPr txBox="1">
            <a:spLocks noGrp="1"/>
          </p:cNvSpPr>
          <p:nvPr>
            <p:ph type="title" idx="1"/>
            <p:custDataLst>
              <p:tags r:id="rId3"/>
            </p:custDataLst>
          </p:nvPr>
        </p:nvSpPr>
        <p:spPr>
          <a:xfrm>
            <a:off x="608400" y="608400"/>
            <a:ext cx="10969200" cy="705600"/>
          </a:xfrm>
          <a:prstGeom prst="rect">
            <a:avLst/>
          </a:prstGeom>
          <a:noFill/>
          <a:ln>
            <a:noFill/>
            <a:prstDash val="sysDash"/>
          </a:ln>
        </p:spPr>
        <p:txBody>
          <a:bodyPr wrap="square" rtlCol="0">
            <a:normAutofit/>
          </a:bodyPr>
          <a:lstStyle>
            <a:lvl1pPr marL="0" marR="0" algn="l" defTabSz="914400" rtl="0" eaLnBrk="1" fontAlgn="auto" latinLnBrk="0" hangingPunct="1">
              <a:lnSpc>
                <a:spcPct val="100000"/>
              </a:lnSpc>
              <a:buClrTx/>
              <a:buSzTx/>
              <a:buFontTx/>
              <a:buNone/>
              <a:defRPr kumimoji="0" lang="zh-CN" altLang="en-US" sz="3600" b="0" i="0" u="none" strike="noStrike" kern="1200" cap="none" spc="300" normalizeH="0" baseline="0" noProof="1" dirty="0">
                <a:ln>
                  <a:noFill/>
                  <a:prstDash val="sysDot"/>
                </a:ln>
                <a:solidFill>
                  <a:schemeClr val="tx1">
                    <a:lumMod val="85000"/>
                    <a:lumOff val="15000"/>
                  </a:schemeClr>
                </a:solidFill>
                <a:latin typeface="+mj-ea"/>
                <a:ea typeface="+mj-ea"/>
                <a:cs typeface="+mj-ea"/>
              </a:defRPr>
            </a:lvl1pPr>
          </a:lstStyle>
          <a:p>
            <a:pPr lvl="0"/>
            <a:r>
              <a:rPr>
                <a:sym typeface="+mn-ea"/>
              </a:rPr>
              <a:t>单击此处编辑母版标题样式</a:t>
            </a:r>
            <a:endParaRPr>
              <a:sym typeface="+mn-ea"/>
            </a:endParaRPr>
          </a:p>
        </p:txBody>
      </p:sp>
      <p:sp>
        <p:nvSpPr>
          <p:cNvPr id="3" name="日期占位符 2"/>
          <p:cNvSpPr>
            <a:spLocks noGrp="1"/>
          </p:cNvSpPr>
          <p:nvPr>
            <p:ph type="dt" sz="half" idx="10"/>
            <p:custDataLst>
              <p:tags r:id="rId4"/>
            </p:custDataLst>
          </p:nvPr>
        </p:nvSpPr>
        <p:spPr>
          <a:xfrm>
            <a:off x="838200" y="6356350"/>
            <a:ext cx="2743200" cy="365125"/>
          </a:xfrm>
        </p:spPr>
        <p:txBody>
          <a:bodyPr/>
          <a:lstStyle/>
          <a:p>
            <a:fld id="{AFF1154F-E427-4513-B34B-94E36374A1AB}" type="datetimeFigureOut">
              <a:rPr lang="zh-CN" altLang="en-US" smtClean="0"/>
            </a:fld>
            <a:endParaRPr lang="zh-CN" altLang="en-US"/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11"/>
            <p:custDataLst>
              <p:tags r:id="rId5"/>
            </p:custDataLst>
          </p:nvPr>
        </p:nvSpPr>
        <p:spPr>
          <a:xfrm>
            <a:off x="4038600" y="6356350"/>
            <a:ext cx="4114800" cy="365125"/>
          </a:xfrm>
        </p:spPr>
        <p:txBody>
          <a:bodyPr/>
          <a:lstStyle/>
          <a:p>
            <a:endParaRPr lang="zh-CN" altLang="en-US"/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  <p:custDataLst>
              <p:tags r:id="rId6"/>
            </p:custDataLst>
          </p:nvPr>
        </p:nvSpPr>
        <p:spPr>
          <a:xfrm>
            <a:off x="8610600" y="6356350"/>
            <a:ext cx="2743200" cy="365125"/>
          </a:xfrm>
        </p:spPr>
        <p:txBody>
          <a:bodyPr/>
          <a:lstStyle/>
          <a:p>
            <a:fld id="{CFDA0808-8B01-405B-8ED6-12013DCE0AF6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5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showMasterSp="0" userDrawn="1">
  <p:cSld name="封面页_1_4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任意多边形: 形状 37"/>
          <p:cNvSpPr/>
          <p:nvPr>
            <p:custDataLst>
              <p:tags r:id="rId2"/>
            </p:custDataLst>
          </p:nvPr>
        </p:nvSpPr>
        <p:spPr>
          <a:xfrm flipH="1" flipV="1">
            <a:off x="0" y="-4767"/>
            <a:ext cx="6517640" cy="6856095"/>
          </a:xfrm>
          <a:custGeom>
            <a:avLst/>
            <a:gdLst>
              <a:gd name="connsiteX0" fmla="*/ 11073245 w 11073245"/>
              <a:gd name="connsiteY0" fmla="*/ 7199311 h 7199311"/>
              <a:gd name="connsiteX1" fmla="*/ 0 w 11073245"/>
              <a:gd name="connsiteY1" fmla="*/ 7199311 h 7199311"/>
              <a:gd name="connsiteX2" fmla="*/ 0 w 11073245"/>
              <a:gd name="connsiteY2" fmla="*/ 0 h 7199311"/>
              <a:gd name="connsiteX3" fmla="*/ 11073245 w 11073245"/>
              <a:gd name="connsiteY3" fmla="*/ 0 h 719931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11073245" h="7199311">
                <a:moveTo>
                  <a:pt x="11073245" y="7199311"/>
                </a:moveTo>
                <a:lnTo>
                  <a:pt x="0" y="7199311"/>
                </a:lnTo>
                <a:lnTo>
                  <a:pt x="0" y="0"/>
                </a:lnTo>
                <a:lnTo>
                  <a:pt x="11073245" y="0"/>
                </a:lnTo>
                <a:close/>
              </a:path>
            </a:pathLst>
          </a:custGeom>
          <a:gradFill flip="none" rotWithShape="1">
            <a:gsLst>
              <a:gs pos="0">
                <a:schemeClr val="accent1">
                  <a:alpha val="50000"/>
                </a:schemeClr>
              </a:gs>
              <a:gs pos="47000">
                <a:schemeClr val="accent1">
                  <a:lumMod val="20000"/>
                  <a:lumOff val="80000"/>
                  <a:alpha val="0"/>
                </a:schemeClr>
              </a:gs>
            </a:gsLst>
            <a:path path="circle">
              <a:fillToRect l="100000" b="100000"/>
            </a:path>
            <a:tileRect t="-100000" r="-100000"/>
          </a:gra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rgbClr val="0099FF">
              <a:shade val="50000"/>
            </a:srgbClr>
          </a:lnRef>
          <a:fillRef idx="1">
            <a:srgbClr val="0099FF"/>
          </a:fillRef>
          <a:effectRef idx="0">
            <a:srgbClr val="0099FF"/>
          </a:effectRef>
          <a:fontRef idx="minor">
            <a:sysClr val="window" lastClr="FFFFFF"/>
          </a:fontRef>
        </p:style>
        <p:txBody>
          <a:bodyPr wrap="square" rtlCol="0" anchor="ctr">
            <a:noAutofit/>
          </a:bodyPr>
          <a:lstStyle/>
          <a:p>
            <a:pPr algn="ctr"/>
            <a:endParaRPr lang="zh-CN" altLang="en-US">
              <a:cs typeface="MiSans Normal" panose="00000500000000000000" charset="-122"/>
            </a:endParaRPr>
          </a:p>
        </p:txBody>
      </p:sp>
      <p:sp>
        <p:nvSpPr>
          <p:cNvPr id="16" name="椭圆 15"/>
          <p:cNvSpPr/>
          <p:nvPr>
            <p:custDataLst>
              <p:tags r:id="rId3"/>
            </p:custDataLst>
          </p:nvPr>
        </p:nvSpPr>
        <p:spPr>
          <a:xfrm>
            <a:off x="9721215" y="1270"/>
            <a:ext cx="2416810" cy="2159635"/>
          </a:xfrm>
          <a:prstGeom prst="ellipse">
            <a:avLst/>
          </a:prstGeom>
          <a:gradFill>
            <a:gsLst>
              <a:gs pos="0">
                <a:schemeClr val="accent1">
                  <a:lumMod val="40000"/>
                  <a:lumOff val="60000"/>
                </a:schemeClr>
              </a:gs>
              <a:gs pos="100000">
                <a:schemeClr val="accent2">
                  <a:lumMod val="75000"/>
                </a:schemeClr>
              </a:gs>
            </a:gsLst>
            <a:lin ang="7200000" scaled="0"/>
          </a:gradFill>
          <a:ln>
            <a:noFill/>
          </a:ln>
          <a:effectLst>
            <a:softEdge rad="850900"/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>
              <a:cs typeface="MiSans Normal" panose="00000500000000000000" charset="-122"/>
            </a:endParaRPr>
          </a:p>
        </p:txBody>
      </p:sp>
      <p:sp>
        <p:nvSpPr>
          <p:cNvPr id="11" name="椭圆 10"/>
          <p:cNvSpPr/>
          <p:nvPr>
            <p:custDataLst>
              <p:tags r:id="rId4"/>
            </p:custDataLst>
          </p:nvPr>
        </p:nvSpPr>
        <p:spPr>
          <a:xfrm rot="20622537">
            <a:off x="2338705" y="2000885"/>
            <a:ext cx="7515225" cy="2039620"/>
          </a:xfrm>
          <a:prstGeom prst="ellipse">
            <a:avLst/>
          </a:prstGeom>
          <a:noFill/>
          <a:ln w="63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>
              <a:cs typeface="MiSans Normal" panose="00000500000000000000" charset="-122"/>
            </a:endParaRPr>
          </a:p>
        </p:txBody>
      </p:sp>
      <p:pic>
        <p:nvPicPr>
          <p:cNvPr id="10" name="图形 12"/>
          <p:cNvPicPr>
            <a:picLocks noChangeAspect="1"/>
          </p:cNvPicPr>
          <p:nvPr>
            <p:custDataLst>
              <p:tags r:id="rId5"/>
            </p:custDataLst>
          </p:nvPr>
        </p:nvPicPr>
        <p:blipFill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 rot="2700000">
            <a:off x="7799705" y="1013460"/>
            <a:ext cx="1157605" cy="1157605"/>
          </a:xfrm>
          <a:prstGeom prst="rect">
            <a:avLst/>
          </a:prstGeom>
        </p:spPr>
      </p:pic>
      <p:pic>
        <p:nvPicPr>
          <p:cNvPr id="19" name="图形 16"/>
          <p:cNvPicPr>
            <a:picLocks noChangeAspect="1"/>
          </p:cNvPicPr>
          <p:nvPr>
            <p:custDataLst>
              <p:tags r:id="rId8"/>
            </p:custDataLst>
          </p:nvPr>
        </p:nvPicPr>
        <p:blipFill>
          <a:blip r:embed="rId9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 flipH="1">
            <a:off x="10212943" y="5334181"/>
            <a:ext cx="1427948" cy="1427948"/>
          </a:xfrm>
          <a:prstGeom prst="rect">
            <a:avLst/>
          </a:prstGeom>
        </p:spPr>
      </p:pic>
      <p:sp>
        <p:nvSpPr>
          <p:cNvPr id="6" name="日期占位符 3"/>
          <p:cNvSpPr>
            <a:spLocks noGrp="1"/>
          </p:cNvSpPr>
          <p:nvPr>
            <p:ph type="dt" sz="half" idx="16385"/>
            <p:custDataLst>
              <p:tags r:id="rId11"/>
            </p:custDataLst>
          </p:nvPr>
        </p:nvSpPr>
        <p:spPr>
          <a:xfrm>
            <a:off x="838200" y="6356350"/>
            <a:ext cx="2743200" cy="365125"/>
          </a:xfrm>
        </p:spPr>
        <p:txBody>
          <a:bodyPr/>
          <a:lstStyle/>
          <a:p>
            <a:fld id="{AFF1154F-E427-4513-B34B-94E36374A1AB}" type="datetimeFigureOut">
              <a:rPr lang="zh-CN" altLang="en-US" smtClean="0"/>
            </a:fld>
            <a:endParaRPr lang="zh-CN" altLang="en-US"/>
          </a:p>
        </p:txBody>
      </p:sp>
      <p:sp>
        <p:nvSpPr>
          <p:cNvPr id="13" name="页脚占位符 4"/>
          <p:cNvSpPr>
            <a:spLocks noGrp="1"/>
          </p:cNvSpPr>
          <p:nvPr>
            <p:ph type="ftr" sz="quarter" idx="16386"/>
            <p:custDataLst>
              <p:tags r:id="rId12"/>
            </p:custDataLst>
          </p:nvPr>
        </p:nvSpPr>
        <p:spPr>
          <a:xfrm>
            <a:off x="4038600" y="6356350"/>
            <a:ext cx="4114800" cy="365125"/>
          </a:xfrm>
        </p:spPr>
        <p:txBody>
          <a:bodyPr/>
          <a:lstStyle/>
          <a:p>
            <a:endParaRPr lang="zh-CN" altLang="en-US"/>
          </a:p>
        </p:txBody>
      </p:sp>
      <p:sp>
        <p:nvSpPr>
          <p:cNvPr id="17" name="Text Placeholder 16"/>
          <p:cNvSpPr>
            <a:spLocks noGrp="1"/>
          </p:cNvSpPr>
          <p:nvPr>
            <p:ph type="body" idx="16389" hasCustomPrompt="1"/>
            <p:custDataLst>
              <p:tags r:id="rId13"/>
            </p:custDataLst>
          </p:nvPr>
        </p:nvSpPr>
        <p:spPr>
          <a:xfrm>
            <a:off x="2145771" y="1981200"/>
            <a:ext cx="7875058" cy="457200"/>
          </a:xfrm>
          <a:noFill/>
        </p:spPr>
        <p:txBody>
          <a:bodyPr vert="horz" lIns="0" tIns="0" rIns="0" bIns="0" anchor="t">
            <a:normAutofit/>
          </a:bodyPr>
          <a:lstStyle>
            <a:lvl1pPr marL="0" indent="0" algn="ctr">
              <a:lnSpc>
                <a:spcPct val="125000"/>
              </a:lnSpc>
              <a:spcBef>
                <a:spcPct val="0"/>
              </a:spcBef>
              <a:spcAft>
                <a:spcPct val="0"/>
              </a:spcAft>
              <a:buNone/>
              <a:defRPr sz="2400" b="0" spc="0">
                <a:solidFill>
                  <a:schemeClr val="accent1"/>
                </a:solidFill>
              </a:defRPr>
            </a:lvl1pPr>
          </a:lstStyle>
          <a:p>
            <a:pPr lvl="0"/>
            <a:r>
              <a:rPr lang="zh-CN" altLang="en-US" smtClean="0"/>
              <a:t>20XX YEAR</a:t>
            </a:r>
            <a:endParaRPr lang="zh-CN" altLang="en-US" smtClean="0"/>
          </a:p>
        </p:txBody>
      </p:sp>
      <p:sp>
        <p:nvSpPr>
          <p:cNvPr id="14" name="灯片编号占位符 5"/>
          <p:cNvSpPr>
            <a:spLocks noGrp="1"/>
          </p:cNvSpPr>
          <p:nvPr>
            <p:ph type="sldNum" sz="quarter" idx="16387"/>
            <p:custDataLst>
              <p:tags r:id="rId14"/>
            </p:custDataLst>
          </p:nvPr>
        </p:nvSpPr>
        <p:spPr>
          <a:xfrm>
            <a:off x="8610600" y="6356350"/>
            <a:ext cx="2743200" cy="365125"/>
          </a:xfrm>
        </p:spPr>
        <p:txBody>
          <a:bodyPr/>
          <a:lstStyle/>
          <a:p>
            <a:fld id="{CFDA0808-8B01-405B-8ED6-12013DCE0AF6}" type="slidenum">
              <a:rPr lang="zh-CN" altLang="en-US" smtClean="0"/>
            </a:fld>
            <a:endParaRPr lang="zh-CN" altLang="en-US"/>
          </a:p>
        </p:txBody>
      </p:sp>
      <p:sp>
        <p:nvSpPr>
          <p:cNvPr id="9" name="标题" descr="7b0a20202020227461726765744d6f64756c65223a202270726f636573734f6e6c696e65466f6e7473220a7d0a"/>
          <p:cNvSpPr txBox="1">
            <a:spLocks noGrp="1"/>
          </p:cNvSpPr>
          <p:nvPr>
            <p:ph type="title" idx="16388" hasCustomPrompt="1"/>
            <p:custDataLst>
              <p:tags r:id="rId15"/>
            </p:custDataLst>
          </p:nvPr>
        </p:nvSpPr>
        <p:spPr>
          <a:xfrm>
            <a:off x="1903677" y="2489200"/>
            <a:ext cx="8384646" cy="1879600"/>
          </a:xfrm>
          <a:prstGeom prst="rect">
            <a:avLst/>
          </a:prstGeom>
          <a:noFill/>
        </p:spPr>
        <p:txBody>
          <a:bodyPr vert="horz" wrap="square" lIns="0" tIns="0" rIns="0" bIns="0" rtlCol="0" anchor="t" anchorCtr="0">
            <a:normAutofit/>
          </a:bodyPr>
          <a:lstStyle>
            <a:lvl1pPr marL="0" marR="0" lvl="0" indent="0" algn="ctr" defTabSz="914400" rtl="0" eaLnBrk="1" fontAlgn="auto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 kumimoji="0" lang="zh-CN" altLang="en-US" sz="6000" b="0" i="0" u="none" strike="noStrike" kern="1200" cap="none" spc="0" normalizeH="0" baseline="0" noProof="1" dirty="0">
                <a:solidFill>
                  <a:schemeClr val="tx1"/>
                </a:solidFill>
                <a:latin typeface="+mj-ea"/>
                <a:ea typeface="+mj-ea"/>
                <a:cs typeface="MiSans Normal" panose="00000500000000000000" charset="-122"/>
                <a:sym typeface="+mn-ea"/>
              </a:defRPr>
            </a:lvl1pPr>
          </a:lstStyle>
          <a:p>
            <a:pPr lvl="0" algn="ctr">
              <a:buClrTx/>
              <a:buSzTx/>
              <a:buFontTx/>
            </a:pPr>
            <a:r>
              <a:rPr dirty="0">
                <a:sym typeface="+mn-ea"/>
              </a:rPr>
              <a:t>单击此处添加文档标题</a:t>
            </a:r>
            <a:endParaRPr dirty="0">
              <a:sym typeface="+mn-ea"/>
            </a:endParaRPr>
          </a:p>
        </p:txBody>
      </p:sp>
      <p:sp>
        <p:nvSpPr>
          <p:cNvPr id="8" name="副标题" descr="7b0a20202020227461726765744d6f64756c65223a202270726f636573734f6e6c696e65466f6e7473220a7d0a"/>
          <p:cNvSpPr txBox="1">
            <a:spLocks noGrp="1"/>
          </p:cNvSpPr>
          <p:nvPr>
            <p:ph type="body" idx="16390" hasCustomPrompt="1"/>
            <p:custDataLst>
              <p:tags r:id="rId16"/>
            </p:custDataLst>
          </p:nvPr>
        </p:nvSpPr>
        <p:spPr>
          <a:xfrm>
            <a:off x="4812859" y="4419600"/>
            <a:ext cx="2540882" cy="533400"/>
          </a:xfrm>
          <a:prstGeom prst="rect">
            <a:avLst/>
          </a:prstGeom>
          <a:noFill/>
        </p:spPr>
        <p:txBody>
          <a:bodyPr vert="horz" wrap="square" lIns="0" tIns="0" rIns="0" bIns="0" rtlCol="0" anchor="ctr" anchorCtr="0">
            <a:normAutofit/>
          </a:bodyPr>
          <a:lstStyle>
            <a:lvl1pPr marL="0" marR="0" lvl="0" indent="0" algn="ctr" defTabSz="914400" rtl="0" eaLnBrk="1" fontAlgn="auto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 kumimoji="0" lang="zh-CN" altLang="en-US" sz="2000" b="0" i="0" u="none" strike="noStrike" kern="1200" cap="none" spc="0" normalizeH="0" baseline="0" noProof="1" dirty="0">
                <a:solidFill>
                  <a:schemeClr val="tx1"/>
                </a:solidFill>
                <a:latin typeface="+mj-ea"/>
                <a:ea typeface="+mj-ea"/>
                <a:cs typeface="MiSans Normal" panose="00000500000000000000" charset="-122"/>
                <a:sym typeface="+mn-ea"/>
              </a:defRPr>
            </a:lvl1pPr>
          </a:lstStyle>
          <a:p>
            <a:pPr lvl="0" algn="l">
              <a:buClrTx/>
              <a:buSzTx/>
              <a:buFontTx/>
            </a:pPr>
            <a:r>
              <a:rPr dirty="0">
                <a:sym typeface="+mn-ea"/>
              </a:rPr>
              <a:t>BY WPS</a:t>
            </a:r>
            <a:endParaRPr dirty="0">
              <a:sym typeface="+mn-ea"/>
            </a:endParaRPr>
          </a:p>
        </p:txBody>
      </p:sp>
    </p:spTree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5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showMasterSp="0" userDrawn="1">
  <p:cSld name="章节页_1_3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椭圆 9"/>
          <p:cNvSpPr/>
          <p:nvPr>
            <p:custDataLst>
              <p:tags r:id="rId2"/>
            </p:custDataLst>
          </p:nvPr>
        </p:nvSpPr>
        <p:spPr>
          <a:xfrm>
            <a:off x="635" y="2720975"/>
            <a:ext cx="4062095" cy="4137025"/>
          </a:xfrm>
          <a:prstGeom prst="ellipse">
            <a:avLst/>
          </a:prstGeom>
          <a:solidFill>
            <a:schemeClr val="accent1">
              <a:lumMod val="60000"/>
              <a:lumOff val="40000"/>
              <a:alpha val="50000"/>
            </a:schemeClr>
          </a:solidFill>
          <a:ln>
            <a:noFill/>
          </a:ln>
          <a:effectLst>
            <a:softEdge rad="1155700"/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>
              <a:solidFill>
                <a:schemeClr val="lt1">
                  <a:alpha val="0"/>
                </a:schemeClr>
              </a:solidFill>
              <a:cs typeface="MiSans Normal" panose="00000500000000000000" charset="-122"/>
            </a:endParaRPr>
          </a:p>
        </p:txBody>
      </p:sp>
      <p:sp>
        <p:nvSpPr>
          <p:cNvPr id="9" name="椭圆 8"/>
          <p:cNvSpPr/>
          <p:nvPr>
            <p:custDataLst>
              <p:tags r:id="rId3"/>
            </p:custDataLst>
          </p:nvPr>
        </p:nvSpPr>
        <p:spPr>
          <a:xfrm>
            <a:off x="9669780" y="635"/>
            <a:ext cx="2522855" cy="2348865"/>
          </a:xfrm>
          <a:prstGeom prst="ellipse">
            <a:avLst/>
          </a:prstGeom>
          <a:gradFill>
            <a:gsLst>
              <a:gs pos="0">
                <a:schemeClr val="accent1">
                  <a:lumMod val="40000"/>
                  <a:lumOff val="60000"/>
                </a:schemeClr>
              </a:gs>
              <a:gs pos="100000">
                <a:schemeClr val="accent1"/>
              </a:gs>
            </a:gsLst>
            <a:lin ang="7200000" scaled="0"/>
          </a:gradFill>
          <a:ln>
            <a:noFill/>
          </a:ln>
          <a:effectLst>
            <a:softEdge rad="850900"/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>
              <a:cs typeface="MiSans Normal" panose="00000500000000000000" charset="-122"/>
            </a:endParaRPr>
          </a:p>
        </p:txBody>
      </p:sp>
      <p:pic>
        <p:nvPicPr>
          <p:cNvPr id="13" name="图形 10"/>
          <p:cNvPicPr>
            <a:picLocks noChangeAspect="1"/>
          </p:cNvPicPr>
          <p:nvPr>
            <p:custDataLst>
              <p:tags r:id="rId4"/>
            </p:custDataLst>
          </p:nvPr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8205136" y="3207049"/>
            <a:ext cx="2155313" cy="352463"/>
          </a:xfrm>
          <a:prstGeom prst="rect">
            <a:avLst/>
          </a:prstGeom>
        </p:spPr>
      </p:pic>
      <p:sp>
        <p:nvSpPr>
          <p:cNvPr id="6" name="日期占位符 3"/>
          <p:cNvSpPr>
            <a:spLocks noGrp="1"/>
          </p:cNvSpPr>
          <p:nvPr>
            <p:ph type="dt" sz="half" idx="16385"/>
            <p:custDataLst>
              <p:tags r:id="rId7"/>
            </p:custDataLst>
          </p:nvPr>
        </p:nvSpPr>
        <p:spPr>
          <a:xfrm>
            <a:off x="838200" y="6356350"/>
            <a:ext cx="2743200" cy="365125"/>
          </a:xfrm>
        </p:spPr>
        <p:txBody>
          <a:bodyPr/>
          <a:lstStyle/>
          <a:p>
            <a:fld id="{AFF1154F-E427-4513-B34B-94E36374A1AB}" type="datetimeFigureOut">
              <a:rPr lang="zh-CN" altLang="en-US" smtClean="0"/>
            </a:fld>
            <a:endParaRPr lang="zh-CN" altLang="en-US"/>
          </a:p>
        </p:txBody>
      </p:sp>
      <p:sp>
        <p:nvSpPr>
          <p:cNvPr id="11" name="页脚占位符 4"/>
          <p:cNvSpPr>
            <a:spLocks noGrp="1"/>
          </p:cNvSpPr>
          <p:nvPr>
            <p:ph type="ftr" sz="quarter" idx="16386"/>
            <p:custDataLst>
              <p:tags r:id="rId8"/>
            </p:custDataLst>
          </p:nvPr>
        </p:nvSpPr>
        <p:spPr>
          <a:xfrm>
            <a:off x="4038600" y="6356350"/>
            <a:ext cx="4114800" cy="365125"/>
          </a:xfrm>
        </p:spPr>
        <p:txBody>
          <a:bodyPr/>
          <a:lstStyle/>
          <a:p>
            <a:endParaRPr lang="zh-CN" altLang="en-US"/>
          </a:p>
        </p:txBody>
      </p:sp>
      <p:sp>
        <p:nvSpPr>
          <p:cNvPr id="12" name="灯片编号占位符 5"/>
          <p:cNvSpPr>
            <a:spLocks noGrp="1"/>
          </p:cNvSpPr>
          <p:nvPr>
            <p:ph type="sldNum" sz="quarter" idx="16387"/>
            <p:custDataLst>
              <p:tags r:id="rId9"/>
            </p:custDataLst>
          </p:nvPr>
        </p:nvSpPr>
        <p:spPr>
          <a:xfrm>
            <a:off x="8610600" y="6356350"/>
            <a:ext cx="2743200" cy="365125"/>
          </a:xfrm>
        </p:spPr>
        <p:txBody>
          <a:bodyPr/>
          <a:lstStyle/>
          <a:p>
            <a:fld id="{CFDA0808-8B01-405B-8ED6-12013DCE0AF6}" type="slidenum">
              <a:rPr lang="zh-CN" altLang="en-US" smtClean="0"/>
            </a:fld>
            <a:endParaRPr lang="zh-CN" altLang="en-US"/>
          </a:p>
        </p:txBody>
      </p:sp>
      <p:sp>
        <p:nvSpPr>
          <p:cNvPr id="7" name="标题"/>
          <p:cNvSpPr txBox="1">
            <a:spLocks noGrp="1"/>
          </p:cNvSpPr>
          <p:nvPr>
            <p:ph type="title" idx="16388" hasCustomPrompt="1"/>
            <p:custDataLst>
              <p:tags r:id="rId10"/>
            </p:custDataLst>
          </p:nvPr>
        </p:nvSpPr>
        <p:spPr>
          <a:xfrm>
            <a:off x="1016000" y="3530600"/>
            <a:ext cx="6352117" cy="1524000"/>
          </a:xfrm>
          <a:prstGeom prst="rect">
            <a:avLst/>
          </a:prstGeom>
          <a:noFill/>
        </p:spPr>
        <p:txBody>
          <a:bodyPr vert="horz" wrap="square" lIns="0" tIns="0" rIns="0" bIns="0" rtlCol="0" anchor="t" anchorCtr="0">
            <a:normAutofit/>
          </a:bodyPr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 kumimoji="0" lang="zh-CN" altLang="en-US" sz="4800" b="0" i="0" u="none" strike="noStrike" kern="1200" cap="none" spc="0" normalizeH="0" baseline="0" noProof="1" dirty="0">
                <a:solidFill>
                  <a:schemeClr val="tx1"/>
                </a:solidFill>
                <a:latin typeface="+mj-ea"/>
                <a:ea typeface="+mj-ea"/>
                <a:cs typeface="MiSans Normal" panose="00000500000000000000" charset="-122"/>
                <a:sym typeface="+mn-ea"/>
              </a:defRPr>
            </a:lvl1pPr>
          </a:lstStyle>
          <a:p>
            <a:pPr lvl="0"/>
            <a:r>
              <a:rPr>
                <a:sym typeface="+mn-ea"/>
              </a:rPr>
              <a:t>单击此处添加章节标题</a:t>
            </a:r>
            <a:endParaRPr>
              <a:sym typeface="+mn-ea"/>
            </a:endParaRPr>
          </a:p>
        </p:txBody>
      </p:sp>
      <p:sp>
        <p:nvSpPr>
          <p:cNvPr id="8" name="节编号"/>
          <p:cNvSpPr txBox="1">
            <a:spLocks noGrp="1"/>
          </p:cNvSpPr>
          <p:nvPr>
            <p:ph type="body" idx="16389" hasCustomPrompt="1"/>
            <p:custDataLst>
              <p:tags r:id="rId11"/>
            </p:custDataLst>
          </p:nvPr>
        </p:nvSpPr>
        <p:spPr>
          <a:xfrm>
            <a:off x="1016000" y="1905000"/>
            <a:ext cx="1527175" cy="1524000"/>
          </a:xfrm>
          <a:prstGeom prst="rect">
            <a:avLst/>
          </a:prstGeom>
          <a:noFill/>
        </p:spPr>
        <p:txBody>
          <a:bodyPr vert="horz" wrap="square" lIns="0" tIns="0" rIns="0" bIns="0" rtlCol="0" anchor="ctr" anchorCtr="0">
            <a:normAutofit/>
          </a:bodyPr>
          <a:lstStyle>
            <a:lvl1pPr marL="0" marR="0" lvl="0" indent="0" algn="l" defTabSz="914400" rtl="0" eaLnBrk="1" fontAlgn="auto" latinLnBrk="0" hangingPunct="1">
              <a:lnSpc>
                <a:spcPct val="109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 kumimoji="0" lang="en-US" altLang="zh-CN" sz="7200" b="0" i="0" u="none" strike="noStrike" kern="1200" cap="none" spc="0" normalizeH="0" baseline="0" noProof="1" dirty="0">
                <a:ln>
                  <a:solidFill>
                    <a:schemeClr val="accent1"/>
                  </a:solidFill>
                </a:ln>
                <a:noFill/>
                <a:latin typeface="+mj-ea"/>
                <a:ea typeface="+mj-ea"/>
                <a:cs typeface="MiSans Normal" panose="00000500000000000000" charset="-122"/>
                <a:sym typeface="+mn-ea"/>
              </a:defRPr>
            </a:lvl1pPr>
          </a:lstStyle>
          <a:p>
            <a:pPr lvl="0" algn="l">
              <a:buClrTx/>
              <a:buSzTx/>
              <a:buFontTx/>
            </a:pPr>
            <a:r>
              <a:rPr dirty="0">
                <a:sym typeface="+mn-ea"/>
              </a:rPr>
              <a:t>01</a:t>
            </a:r>
            <a:endParaRPr dirty="0">
              <a:sym typeface="+mn-ea"/>
            </a:endParaRPr>
          </a:p>
        </p:txBody>
      </p:sp>
    </p:spTree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5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showMasterSp="0" userDrawn="1">
  <p:cSld name="结束页_1_4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椭圆 11"/>
          <p:cNvSpPr/>
          <p:nvPr userDrawn="1">
            <p:custDataLst>
              <p:tags r:id="rId2"/>
            </p:custDataLst>
          </p:nvPr>
        </p:nvSpPr>
        <p:spPr>
          <a:xfrm>
            <a:off x="9721215" y="1270"/>
            <a:ext cx="2470785" cy="2159635"/>
          </a:xfrm>
          <a:prstGeom prst="ellipse">
            <a:avLst/>
          </a:prstGeom>
          <a:gradFill>
            <a:gsLst>
              <a:gs pos="0">
                <a:schemeClr val="accent1">
                  <a:lumMod val="40000"/>
                  <a:lumOff val="60000"/>
                </a:schemeClr>
              </a:gs>
              <a:gs pos="100000">
                <a:schemeClr val="accent2">
                  <a:lumMod val="75000"/>
                </a:schemeClr>
              </a:gs>
            </a:gsLst>
            <a:lin ang="7200000" scaled="0"/>
          </a:gradFill>
          <a:ln>
            <a:noFill/>
          </a:ln>
          <a:effectLst>
            <a:softEdge rad="850900"/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9" name="任意多边形: 形状 37"/>
          <p:cNvSpPr/>
          <p:nvPr userDrawn="1">
            <p:custDataLst>
              <p:tags r:id="rId3"/>
            </p:custDataLst>
          </p:nvPr>
        </p:nvSpPr>
        <p:spPr>
          <a:xfrm flipH="1" flipV="1">
            <a:off x="0" y="1905"/>
            <a:ext cx="6517640" cy="6856095"/>
          </a:xfrm>
          <a:custGeom>
            <a:avLst/>
            <a:gdLst>
              <a:gd name="connsiteX0" fmla="*/ 11073245 w 11073245"/>
              <a:gd name="connsiteY0" fmla="*/ 7199311 h 7199311"/>
              <a:gd name="connsiteX1" fmla="*/ 0 w 11073245"/>
              <a:gd name="connsiteY1" fmla="*/ 7199311 h 7199311"/>
              <a:gd name="connsiteX2" fmla="*/ 0 w 11073245"/>
              <a:gd name="connsiteY2" fmla="*/ 0 h 7199311"/>
              <a:gd name="connsiteX3" fmla="*/ 11073245 w 11073245"/>
              <a:gd name="connsiteY3" fmla="*/ 0 h 719931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11073245" h="7199311">
                <a:moveTo>
                  <a:pt x="11073245" y="7199311"/>
                </a:moveTo>
                <a:lnTo>
                  <a:pt x="0" y="7199311"/>
                </a:lnTo>
                <a:lnTo>
                  <a:pt x="0" y="0"/>
                </a:lnTo>
                <a:lnTo>
                  <a:pt x="11073245" y="0"/>
                </a:lnTo>
                <a:close/>
              </a:path>
            </a:pathLst>
          </a:custGeom>
          <a:gradFill flip="none" rotWithShape="1">
            <a:gsLst>
              <a:gs pos="0">
                <a:schemeClr val="accent1">
                  <a:alpha val="50000"/>
                </a:schemeClr>
              </a:gs>
              <a:gs pos="47000">
                <a:schemeClr val="accent1">
                  <a:lumMod val="20000"/>
                  <a:lumOff val="80000"/>
                  <a:alpha val="0"/>
                </a:schemeClr>
              </a:gs>
            </a:gsLst>
            <a:path path="circle">
              <a:fillToRect l="100000" b="100000"/>
            </a:path>
            <a:tileRect t="-100000" r="-100000"/>
          </a:gra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rgbClr val="0099FF">
              <a:shade val="50000"/>
            </a:srgbClr>
          </a:lnRef>
          <a:fillRef idx="1">
            <a:srgbClr val="0099FF"/>
          </a:fillRef>
          <a:effectRef idx="0">
            <a:srgbClr val="0099FF"/>
          </a:effectRef>
          <a:fontRef idx="minor">
            <a:sysClr val="window" lastClr="FFFFFF"/>
          </a:fontRef>
        </p:style>
        <p:txBody>
          <a:bodyPr wrap="square" rtlCol="0" anchor="ctr">
            <a:noAutofit/>
          </a:bodyPr>
          <a:lstStyle/>
          <a:p>
            <a:pPr algn="ctr"/>
            <a:endParaRPr lang="zh-CN" altLang="en-US"/>
          </a:p>
        </p:txBody>
      </p:sp>
      <p:sp>
        <p:nvSpPr>
          <p:cNvPr id="10" name="椭圆 9"/>
          <p:cNvSpPr/>
          <p:nvPr userDrawn="1">
            <p:custDataLst>
              <p:tags r:id="rId4"/>
            </p:custDataLst>
          </p:nvPr>
        </p:nvSpPr>
        <p:spPr>
          <a:xfrm rot="20622537">
            <a:off x="2338705" y="2000885"/>
            <a:ext cx="7515225" cy="2039620"/>
          </a:xfrm>
          <a:prstGeom prst="ellipse">
            <a:avLst/>
          </a:prstGeom>
          <a:noFill/>
          <a:ln w="63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>
              <a:cs typeface="MiSans Normal" panose="00000500000000000000" charset="-122"/>
            </a:endParaRPr>
          </a:p>
        </p:txBody>
      </p:sp>
      <p:sp>
        <p:nvSpPr>
          <p:cNvPr id="6" name="日期占位符 3"/>
          <p:cNvSpPr>
            <a:spLocks noGrp="1"/>
          </p:cNvSpPr>
          <p:nvPr>
            <p:ph type="dt" sz="half" idx="16385"/>
            <p:custDataLst>
              <p:tags r:id="rId5"/>
            </p:custDataLst>
          </p:nvPr>
        </p:nvSpPr>
        <p:spPr>
          <a:xfrm>
            <a:off x="838200" y="6356350"/>
            <a:ext cx="2743200" cy="365125"/>
          </a:xfrm>
        </p:spPr>
        <p:txBody>
          <a:bodyPr/>
          <a:lstStyle/>
          <a:p>
            <a:fld id="{AFF1154F-E427-4513-B34B-94E36374A1AB}" type="datetimeFigureOut">
              <a:rPr lang="zh-CN" altLang="en-US" smtClean="0"/>
            </a:fld>
            <a:endParaRPr lang="zh-CN" altLang="en-US"/>
          </a:p>
        </p:txBody>
      </p:sp>
      <p:sp>
        <p:nvSpPr>
          <p:cNvPr id="11" name="页脚占位符 4"/>
          <p:cNvSpPr>
            <a:spLocks noGrp="1"/>
          </p:cNvSpPr>
          <p:nvPr>
            <p:ph type="ftr" sz="quarter" idx="16386"/>
            <p:custDataLst>
              <p:tags r:id="rId6"/>
            </p:custDataLst>
          </p:nvPr>
        </p:nvSpPr>
        <p:spPr>
          <a:xfrm>
            <a:off x="4038600" y="6356350"/>
            <a:ext cx="4114800" cy="365125"/>
          </a:xfrm>
        </p:spPr>
        <p:txBody>
          <a:bodyPr/>
          <a:lstStyle/>
          <a:p>
            <a:endParaRPr lang="zh-CN" altLang="en-US"/>
          </a:p>
        </p:txBody>
      </p:sp>
      <p:sp>
        <p:nvSpPr>
          <p:cNvPr id="13" name="灯片编号占位符 5"/>
          <p:cNvSpPr>
            <a:spLocks noGrp="1"/>
          </p:cNvSpPr>
          <p:nvPr>
            <p:ph type="sldNum" sz="quarter" idx="16387"/>
            <p:custDataLst>
              <p:tags r:id="rId7"/>
            </p:custDataLst>
          </p:nvPr>
        </p:nvSpPr>
        <p:spPr>
          <a:xfrm>
            <a:off x="8610600" y="6356350"/>
            <a:ext cx="2743200" cy="365125"/>
          </a:xfrm>
        </p:spPr>
        <p:txBody>
          <a:bodyPr/>
          <a:lstStyle/>
          <a:p>
            <a:fld id="{CFDA0808-8B01-405B-8ED6-12013DCE0AF6}" type="slidenum">
              <a:rPr lang="zh-CN" altLang="en-US" smtClean="0"/>
            </a:fld>
            <a:endParaRPr lang="zh-CN" altLang="en-US"/>
          </a:p>
        </p:txBody>
      </p:sp>
      <p:pic>
        <p:nvPicPr>
          <p:cNvPr id="14" name="图形 12"/>
          <p:cNvPicPr>
            <a:picLocks noChangeAspect="1"/>
          </p:cNvPicPr>
          <p:nvPr userDrawn="1">
            <p:custDataLst>
              <p:tags r:id="rId8"/>
            </p:custDataLst>
          </p:nvPr>
        </p:nvPicPr>
        <p:blipFill>
          <a:blip r:embed="rId9" cstate="print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 rot="2700000">
            <a:off x="7799705" y="1013460"/>
            <a:ext cx="1157605" cy="1157605"/>
          </a:xfrm>
          <a:prstGeom prst="rect">
            <a:avLst/>
          </a:prstGeom>
        </p:spPr>
      </p:pic>
      <p:pic>
        <p:nvPicPr>
          <p:cNvPr id="15" name="图形 16"/>
          <p:cNvPicPr>
            <a:picLocks noChangeAspect="1"/>
          </p:cNvPicPr>
          <p:nvPr userDrawn="1">
            <p:custDataLst>
              <p:tags r:id="rId11"/>
            </p:custDataLst>
          </p:nvPr>
        </p:nvPicPr>
        <p:blipFill>
          <a:blip r:embed="rId12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3"/>
              </a:ext>
            </a:extLst>
          </a:blip>
          <a:stretch>
            <a:fillRect/>
          </a:stretch>
        </p:blipFill>
        <p:spPr>
          <a:xfrm flipH="1">
            <a:off x="10212943" y="5334181"/>
            <a:ext cx="1427948" cy="1427948"/>
          </a:xfrm>
          <a:prstGeom prst="rect">
            <a:avLst/>
          </a:prstGeom>
        </p:spPr>
      </p:pic>
      <p:sp>
        <p:nvSpPr>
          <p:cNvPr id="17" name="Subtitle 16"/>
          <p:cNvSpPr>
            <a:spLocks noGrp="1"/>
          </p:cNvSpPr>
          <p:nvPr>
            <p:ph type="body" idx="16389" hasCustomPrompt="1"/>
            <p:custDataLst>
              <p:tags r:id="rId14"/>
            </p:custDataLst>
          </p:nvPr>
        </p:nvSpPr>
        <p:spPr>
          <a:xfrm>
            <a:off x="3364971" y="2667000"/>
            <a:ext cx="5449358" cy="457200"/>
          </a:xfrm>
          <a:noFill/>
        </p:spPr>
        <p:txBody>
          <a:bodyPr vert="horz" lIns="0" tIns="0" rIns="0" bIns="0" anchor="t">
            <a:normAutofit/>
          </a:bodyPr>
          <a:lstStyle>
            <a:lvl1pPr marL="0" indent="0" algn="ctr">
              <a:lnSpc>
                <a:spcPct val="125000"/>
              </a:lnSpc>
              <a:spcBef>
                <a:spcPct val="0"/>
              </a:spcBef>
              <a:spcAft>
                <a:spcPct val="0"/>
              </a:spcAft>
              <a:buNone/>
              <a:defRPr sz="2400" b="0" spc="0">
                <a:solidFill>
                  <a:schemeClr val="tx1"/>
                </a:solidFill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zh-CN" altLang="en-US"/>
              <a:t>THE END</a:t>
            </a:r>
            <a:endParaRPr lang="zh-CN" altLang="en-US"/>
          </a:p>
        </p:txBody>
      </p:sp>
      <p:sp>
        <p:nvSpPr>
          <p:cNvPr id="8" name="标题"/>
          <p:cNvSpPr txBox="1">
            <a:spLocks noGrp="1"/>
          </p:cNvSpPr>
          <p:nvPr>
            <p:ph type="title" idx="16388" hasCustomPrompt="1"/>
            <p:custDataLst>
              <p:tags r:id="rId15"/>
            </p:custDataLst>
          </p:nvPr>
        </p:nvSpPr>
        <p:spPr>
          <a:xfrm>
            <a:off x="3364089" y="3175000"/>
            <a:ext cx="5451122" cy="1016000"/>
          </a:xfrm>
          <a:prstGeom prst="rect">
            <a:avLst/>
          </a:prstGeom>
          <a:noFill/>
        </p:spPr>
        <p:txBody>
          <a:bodyPr vert="horz" wrap="square" lIns="0" tIns="0" rIns="0" bIns="0" rtlCol="0" anchor="t" anchorCtr="0">
            <a:normAutofit/>
          </a:bodyPr>
          <a:lstStyle>
            <a:lvl1pPr marL="0" marR="0" lvl="0" indent="0" algn="ctr" defTabSz="914400" rtl="0" eaLnBrk="1" fontAlgn="auto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 kumimoji="0" lang="zh-CN" altLang="en-US" sz="6400" b="0" i="0" u="none" strike="noStrike" kern="1200" cap="none" spc="0" normalizeH="0" baseline="0" noProof="1" dirty="0">
                <a:solidFill>
                  <a:schemeClr val="tx1"/>
                </a:solidFill>
                <a:latin typeface="+mj-ea"/>
                <a:ea typeface="+mj-ea"/>
                <a:cs typeface="MiSans Normal" panose="00000500000000000000" charset="-122"/>
                <a:sym typeface="+mn-ea"/>
              </a:defRPr>
            </a:lvl1pPr>
          </a:lstStyle>
          <a:p>
            <a:pPr lvl="0" algn="ctr">
              <a:buClrTx/>
              <a:buSzTx/>
              <a:buFontTx/>
            </a:pPr>
            <a:r>
              <a:rPr dirty="0">
                <a:sym typeface="+mn-ea"/>
              </a:rPr>
              <a:t>谢谢观看</a:t>
            </a:r>
            <a:endParaRPr dirty="0">
              <a:sym typeface="+mn-ea"/>
            </a:endParaRPr>
          </a:p>
        </p:txBody>
      </p:sp>
    </p:spTree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5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目录页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日期占位符 3"/>
          <p:cNvSpPr>
            <a:spLocks noGrp="1"/>
          </p:cNvSpPr>
          <p:nvPr>
            <p:ph type="dt" sz="half" idx="10"/>
            <p:custDataLst>
              <p:tags r:id="rId2"/>
            </p:custDataLst>
          </p:nvPr>
        </p:nvSpPr>
        <p:spPr>
          <a:xfrm>
            <a:off x="838200" y="6356350"/>
            <a:ext cx="2743200" cy="365125"/>
          </a:xfrm>
        </p:spPr>
        <p:txBody>
          <a:bodyPr/>
          <a:lstStyle/>
          <a:p>
            <a:fld id="{AFF1154F-E427-4513-B34B-94E36374A1AB}" type="datetimeFigureOut">
              <a:rPr lang="zh-CN" altLang="en-US" smtClean="0"/>
            </a:fld>
            <a:endParaRPr lang="zh-CN" altLang="en-US"/>
          </a:p>
        </p:txBody>
      </p:sp>
      <p:sp>
        <p:nvSpPr>
          <p:cNvPr id="9" name="页脚占位符 4"/>
          <p:cNvSpPr>
            <a:spLocks noGrp="1"/>
          </p:cNvSpPr>
          <p:nvPr>
            <p:ph type="ftr" sz="quarter" idx="11"/>
            <p:custDataLst>
              <p:tags r:id="rId3"/>
            </p:custDataLst>
          </p:nvPr>
        </p:nvSpPr>
        <p:spPr>
          <a:xfrm>
            <a:off x="4038600" y="6356350"/>
            <a:ext cx="4114800" cy="365125"/>
          </a:xfrm>
        </p:spPr>
        <p:txBody>
          <a:bodyPr/>
          <a:lstStyle/>
          <a:p>
            <a:endParaRPr lang="zh-CN" altLang="en-US"/>
          </a:p>
        </p:txBody>
      </p:sp>
      <p:sp>
        <p:nvSpPr>
          <p:cNvPr id="10" name="灯片编号占位符 5"/>
          <p:cNvSpPr>
            <a:spLocks noGrp="1"/>
          </p:cNvSpPr>
          <p:nvPr>
            <p:ph type="sldNum" sz="quarter" idx="12"/>
            <p:custDataLst>
              <p:tags r:id="rId4"/>
            </p:custDataLst>
          </p:nvPr>
        </p:nvSpPr>
        <p:spPr>
          <a:xfrm>
            <a:off x="8610600" y="6356350"/>
            <a:ext cx="2743200" cy="365125"/>
          </a:xfrm>
        </p:spPr>
        <p:txBody>
          <a:bodyPr/>
          <a:lstStyle/>
          <a:p>
            <a:fld id="{CFDA0808-8B01-405B-8ED6-12013DCE0AF6}" type="slidenum">
              <a:rPr lang="zh-CN" altLang="en-US" smtClean="0"/>
            </a:fld>
            <a:endParaRPr lang="zh-CN" altLang="en-US"/>
          </a:p>
        </p:txBody>
      </p:sp>
      <p:sp>
        <p:nvSpPr>
          <p:cNvPr id="11" name="Subtitle 10"/>
          <p:cNvSpPr>
            <a:spLocks noGrp="1"/>
          </p:cNvSpPr>
          <p:nvPr>
            <p:ph type="subTitle" idx="17826305" hasCustomPrompt="1"/>
            <p:custDataLst>
              <p:tags r:id="rId5"/>
            </p:custDataLst>
          </p:nvPr>
        </p:nvSpPr>
        <p:spPr>
          <a:xfrm>
            <a:off x="761471" y="2667000"/>
            <a:ext cx="2363258" cy="457200"/>
          </a:xfrm>
          <a:noFill/>
        </p:spPr>
        <p:txBody>
          <a:bodyPr lIns="0" tIns="0" rIns="0" bIns="0" anchor="t">
            <a:normAutofit/>
          </a:bodyPr>
          <a:lstStyle>
            <a:lvl1pPr marL="0" indent="0" algn="ctr">
              <a:lnSpc>
                <a:spcPct val="125000"/>
              </a:lnSpc>
              <a:spcBef>
                <a:spcPct val="0"/>
              </a:spcBef>
              <a:spcAft>
                <a:spcPct val="0"/>
              </a:spcAft>
              <a:buNone/>
              <a:defRPr sz="2400" b="0" spc="0">
                <a:solidFill>
                  <a:schemeClr val="tx1"/>
                </a:solidFill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zh-CN" altLang="en-US"/>
              <a:t>CONTENTS</a:t>
            </a:r>
            <a:endParaRPr lang="zh-CN" altLang="en-US"/>
          </a:p>
        </p:txBody>
      </p:sp>
      <p:sp>
        <p:nvSpPr>
          <p:cNvPr id="12" name="Title 11"/>
          <p:cNvSpPr>
            <a:spLocks noGrp="1"/>
          </p:cNvSpPr>
          <p:nvPr>
            <p:ph type="ctrTitle" idx="17826049" hasCustomPrompt="1"/>
            <p:custDataLst>
              <p:tags r:id="rId6"/>
            </p:custDataLst>
          </p:nvPr>
        </p:nvSpPr>
        <p:spPr>
          <a:xfrm>
            <a:off x="760942" y="3175000"/>
            <a:ext cx="2364317" cy="762000"/>
          </a:xfrm>
          <a:noFill/>
        </p:spPr>
        <p:txBody>
          <a:bodyPr lIns="0" tIns="0" rIns="0" bIns="0" anchor="t">
            <a:normAutofit/>
          </a:bodyPr>
          <a:lstStyle>
            <a:lvl1pPr marL="0" indent="0" algn="ctr">
              <a:lnSpc>
                <a:spcPct val="104000"/>
              </a:lnSpc>
              <a:spcBef>
                <a:spcPct val="0"/>
              </a:spcBef>
              <a:spcAft>
                <a:spcPct val="0"/>
              </a:spcAft>
              <a:buNone/>
              <a:defRPr sz="4800" b="1" spc="0">
                <a:solidFill>
                  <a:schemeClr val="tx1"/>
                </a:solidFill>
              </a:defRPr>
            </a:lvl1pPr>
          </a:lstStyle>
          <a:p>
            <a:r>
              <a:rPr lang="zh-CN" altLang="en-US"/>
              <a:t>目录</a:t>
            </a:r>
            <a:endParaRPr lang="zh-CN" altLang="en-US"/>
          </a:p>
        </p:txBody>
      </p:sp>
      <p:sp>
        <p:nvSpPr>
          <p:cNvPr id="13" name="Text Placeholder 12"/>
          <p:cNvSpPr>
            <a:spLocks noGrp="1"/>
          </p:cNvSpPr>
          <p:nvPr>
            <p:ph type="body" idx="319883777" hasCustomPrompt="1"/>
            <p:custDataLst>
              <p:tags r:id="rId7"/>
            </p:custDataLst>
          </p:nvPr>
        </p:nvSpPr>
        <p:spPr>
          <a:xfrm>
            <a:off x="4070350" y="2286000"/>
            <a:ext cx="596900" cy="508000"/>
          </a:xfrm>
          <a:noFill/>
        </p:spPr>
        <p:txBody>
          <a:bodyPr wrap="none" lIns="0" tIns="0" rIns="0" bIns="0" anchor="ctr">
            <a:noAutofit/>
          </a:bodyPr>
          <a:lstStyle>
            <a:lvl1pPr marL="0" indent="0" algn="ctr">
              <a:lnSpc>
                <a:spcPct val="109000"/>
              </a:lnSpc>
              <a:spcBef>
                <a:spcPct val="0"/>
              </a:spcBef>
              <a:spcAft>
                <a:spcPct val="0"/>
              </a:spcAft>
              <a:buNone/>
              <a:defRPr sz="4000" b="0" spc="0">
                <a:solidFill>
                  <a:schemeClr val="accent1"/>
                </a:solidFill>
              </a:defRPr>
            </a:lvl1pPr>
          </a:lstStyle>
          <a:p>
            <a:pPr lvl="0"/>
            <a:r>
              <a:rPr lang="zh-CN" altLang="en-US" smtClean="0"/>
              <a:t>01</a:t>
            </a:r>
            <a:endParaRPr lang="zh-CN" altLang="en-US" smtClean="0"/>
          </a:p>
        </p:txBody>
      </p:sp>
      <p:sp>
        <p:nvSpPr>
          <p:cNvPr id="14" name="装饰  3"/>
          <p:cNvSpPr>
            <a:spLocks noGrp="1"/>
          </p:cNvSpPr>
          <p:nvPr>
            <p:ph type="body" idx="319883522" hasCustomPrompt="1"/>
            <p:custDataLst>
              <p:tags r:id="rId8"/>
            </p:custDataLst>
          </p:nvPr>
        </p:nvSpPr>
        <p:spPr>
          <a:xfrm>
            <a:off x="4851400" y="2209800"/>
            <a:ext cx="25400" cy="762000"/>
          </a:xfrm>
          <a:custGeom>
            <a:avLst/>
            <a:gdLst>
              <a:gd name="connisteX0" fmla="*/ 0 w 25400"/>
              <a:gd name="connsiteY0" fmla="*/ 12700 h 762000"/>
              <a:gd name="connisteX1" fmla="*/ 12700 w 25400"/>
              <a:gd name="connsiteY1" fmla="*/ 0 h 762000"/>
              <a:gd name="connisteX2" fmla="*/ 12700 w 25400"/>
              <a:gd name="connsiteY2" fmla="*/ 0 h 762000"/>
              <a:gd name="connisteX3" fmla="*/ 25400 w 25400"/>
              <a:gd name="connsiteY3" fmla="*/ 12700 h 762000"/>
              <a:gd name="connisteX4" fmla="*/ 25400 w 25400"/>
              <a:gd name="connsiteY4" fmla="*/ 749300 h 762000"/>
              <a:gd name="connisteX5" fmla="*/ 12700 w 25400"/>
              <a:gd name="connsiteY5" fmla="*/ 762000 h 762000"/>
              <a:gd name="connisteX6" fmla="*/ 12700 w 25400"/>
              <a:gd name="connsiteY6" fmla="*/ 762000 h 762000"/>
              <a:gd name="connisteX7" fmla="*/ 0 w 25400"/>
              <a:gd name="connsiteY7" fmla="*/ 749300 h 762000"/>
              <a:gd name="connisteX8" fmla="*/ 0 w 25400"/>
              <a:gd name="connsiteY8" fmla="*/ 12700 h 762000"/>
            </a:gdLst>
            <a:ahLst/>
            <a:cxnLst>
              <a:cxn ang="0">
                <a:pos x="connisteX0" y="connsiteY0"/>
              </a:cxn>
              <a:cxn ang="0">
                <a:pos x="connisteX1" y="connsiteY1"/>
              </a:cxn>
              <a:cxn ang="0">
                <a:pos x="connisteX2" y="connsiteY2"/>
              </a:cxn>
              <a:cxn ang="0">
                <a:pos x="connisteX3" y="connsiteY3"/>
              </a:cxn>
              <a:cxn ang="0">
                <a:pos x="connisteX4" y="connsiteY4"/>
              </a:cxn>
              <a:cxn ang="0">
                <a:pos x="connisteX5" y="connsiteY5"/>
              </a:cxn>
              <a:cxn ang="0">
                <a:pos x="connisteX6" y="connsiteY6"/>
              </a:cxn>
              <a:cxn ang="0">
                <a:pos x="connisteX7" y="connsiteY7"/>
              </a:cxn>
              <a:cxn ang="0">
                <a:pos x="connisteX8" y="connsiteY8"/>
              </a:cxn>
            </a:cxnLst>
            <a:pathLst>
              <a:path w="25400" h="762000">
                <a:moveTo>
                  <a:pt x="0" y="12700"/>
                </a:moveTo>
                <a:cubicBezTo>
                  <a:pt x="0" y="5686"/>
                  <a:pt x="5686" y="0"/>
                  <a:pt x="12700" y="0"/>
                </a:cubicBezTo>
                <a:lnTo>
                  <a:pt x="12700" y="0"/>
                </a:lnTo>
                <a:cubicBezTo>
                  <a:pt x="19714" y="0"/>
                  <a:pt x="25400" y="5686"/>
                  <a:pt x="25400" y="12700"/>
                </a:cubicBezTo>
                <a:lnTo>
                  <a:pt x="25400" y="749300"/>
                </a:lnTo>
                <a:cubicBezTo>
                  <a:pt x="25400" y="756314"/>
                  <a:pt x="19714" y="762000"/>
                  <a:pt x="12700" y="762000"/>
                </a:cubicBezTo>
                <a:lnTo>
                  <a:pt x="12700" y="762000"/>
                </a:lnTo>
                <a:cubicBezTo>
                  <a:pt x="5686" y="762000"/>
                  <a:pt x="0" y="756314"/>
                  <a:pt x="0" y="749300"/>
                </a:cubicBezTo>
                <a:lnTo>
                  <a:pt x="0" y="12700"/>
                </a:lnTo>
                <a:close/>
              </a:path>
            </a:pathLst>
          </a:custGeom>
          <a:solidFill>
            <a:schemeClr val="accent1">
              <a:alpha val="50000"/>
            </a:schemeClr>
          </a:solidFill>
          <a:ln>
            <a:solidFill>
              <a:prstClr val="black">
                <a:alpha val="0"/>
              </a:prstClr>
            </a:solidFill>
            <a:prstDash val="solid"/>
          </a:ln>
        </p:spPr>
        <p:txBody>
          <a:bodyPr>
            <a:noAutofit/>
          </a:bodyPr>
          <a:lstStyle>
            <a:lvl1pPr>
              <a:buNone/>
              <a:defRPr/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zh-CN" altLang="en-US" smtClean="0"/>
              <a:t> </a:t>
            </a:r>
            <a:endParaRPr lang="zh-CN" altLang="en-US" smtClean="0"/>
          </a:p>
        </p:txBody>
      </p:sp>
      <p:sp>
        <p:nvSpPr>
          <p:cNvPr id="15" name="Text Placeholder 14"/>
          <p:cNvSpPr>
            <a:spLocks noGrp="1"/>
          </p:cNvSpPr>
          <p:nvPr>
            <p:ph type="body" idx="51446017" hasCustomPrompt="1"/>
            <p:custDataLst>
              <p:tags r:id="rId9"/>
            </p:custDataLst>
          </p:nvPr>
        </p:nvSpPr>
        <p:spPr>
          <a:xfrm>
            <a:off x="5080000" y="2133600"/>
            <a:ext cx="2324100" cy="914400"/>
          </a:xfrm>
          <a:noFill/>
        </p:spPr>
        <p:txBody>
          <a:bodyPr lIns="0" tIns="0" rIns="0" bIns="0" anchor="ctr">
            <a:normAutofit/>
          </a:bodyPr>
          <a:lstStyle>
            <a:lvl1pPr marL="0" indent="0" algn="l">
              <a:lnSpc>
                <a:spcPct val="118000"/>
              </a:lnSpc>
              <a:spcBef>
                <a:spcPct val="0"/>
              </a:spcBef>
              <a:spcAft>
                <a:spcPct val="0"/>
              </a:spcAft>
              <a:buNone/>
              <a:defRPr sz="2400" b="0" spc="0">
                <a:solidFill>
                  <a:schemeClr val="tx1"/>
                </a:solidFill>
              </a:defRPr>
            </a:lvl1pPr>
          </a:lstStyle>
          <a:p>
            <a:pPr lvl="0"/>
            <a:r>
              <a:rPr lang="zh-CN" altLang="en-US" smtClean="0"/>
              <a:t>单击此处添加项标题</a:t>
            </a:r>
            <a:endParaRPr lang="zh-CN" altLang="en-US" smtClean="0"/>
          </a:p>
        </p:txBody>
      </p:sp>
      <p:sp>
        <p:nvSpPr>
          <p:cNvPr id="16" name="Text Placeholder 15"/>
          <p:cNvSpPr>
            <a:spLocks noGrp="1"/>
          </p:cNvSpPr>
          <p:nvPr>
            <p:ph type="body" idx="319949313" hasCustomPrompt="1"/>
            <p:custDataLst>
              <p:tags r:id="rId10"/>
            </p:custDataLst>
          </p:nvPr>
        </p:nvSpPr>
        <p:spPr>
          <a:xfrm>
            <a:off x="7994650" y="2286000"/>
            <a:ext cx="596900" cy="508000"/>
          </a:xfrm>
          <a:noFill/>
        </p:spPr>
        <p:txBody>
          <a:bodyPr wrap="none" lIns="0" tIns="0" rIns="0" bIns="0" anchor="ctr">
            <a:noAutofit/>
          </a:bodyPr>
          <a:lstStyle>
            <a:lvl1pPr marL="0" indent="0" algn="ctr">
              <a:lnSpc>
                <a:spcPct val="109000"/>
              </a:lnSpc>
              <a:spcBef>
                <a:spcPct val="0"/>
              </a:spcBef>
              <a:spcAft>
                <a:spcPct val="0"/>
              </a:spcAft>
              <a:buNone/>
              <a:defRPr sz="4000" b="0" spc="0">
                <a:solidFill>
                  <a:schemeClr val="accent1"/>
                </a:solidFill>
              </a:defRPr>
            </a:lvl1pPr>
          </a:lstStyle>
          <a:p>
            <a:pPr lvl="0"/>
            <a:r>
              <a:rPr lang="zh-CN" altLang="en-US" smtClean="0"/>
              <a:t>02</a:t>
            </a:r>
            <a:endParaRPr lang="zh-CN" altLang="en-US" smtClean="0"/>
          </a:p>
        </p:txBody>
      </p:sp>
      <p:sp>
        <p:nvSpPr>
          <p:cNvPr id="17" name="装饰  6"/>
          <p:cNvSpPr>
            <a:spLocks noGrp="1"/>
          </p:cNvSpPr>
          <p:nvPr>
            <p:ph type="body" idx="319949058" hasCustomPrompt="1"/>
            <p:custDataLst>
              <p:tags r:id="rId11"/>
            </p:custDataLst>
          </p:nvPr>
        </p:nvSpPr>
        <p:spPr>
          <a:xfrm>
            <a:off x="8775700" y="2209800"/>
            <a:ext cx="25400" cy="762000"/>
          </a:xfrm>
          <a:custGeom>
            <a:avLst/>
            <a:gdLst>
              <a:gd name="connisteX0" fmla="*/ 0 w 25400"/>
              <a:gd name="connsiteY0" fmla="*/ 12700 h 762000"/>
              <a:gd name="connisteX1" fmla="*/ 12700 w 25400"/>
              <a:gd name="connsiteY1" fmla="*/ 0 h 762000"/>
              <a:gd name="connisteX2" fmla="*/ 12700 w 25400"/>
              <a:gd name="connsiteY2" fmla="*/ 0 h 762000"/>
              <a:gd name="connisteX3" fmla="*/ 25400 w 25400"/>
              <a:gd name="connsiteY3" fmla="*/ 12700 h 762000"/>
              <a:gd name="connisteX4" fmla="*/ 25400 w 25400"/>
              <a:gd name="connsiteY4" fmla="*/ 749300 h 762000"/>
              <a:gd name="connisteX5" fmla="*/ 12700 w 25400"/>
              <a:gd name="connsiteY5" fmla="*/ 762000 h 762000"/>
              <a:gd name="connisteX6" fmla="*/ 12700 w 25400"/>
              <a:gd name="connsiteY6" fmla="*/ 762000 h 762000"/>
              <a:gd name="connisteX7" fmla="*/ 0 w 25400"/>
              <a:gd name="connsiteY7" fmla="*/ 749300 h 762000"/>
              <a:gd name="connisteX8" fmla="*/ 0 w 25400"/>
              <a:gd name="connsiteY8" fmla="*/ 12700 h 762000"/>
            </a:gdLst>
            <a:ahLst/>
            <a:cxnLst>
              <a:cxn ang="0">
                <a:pos x="connisteX0" y="connsiteY0"/>
              </a:cxn>
              <a:cxn ang="0">
                <a:pos x="connisteX1" y="connsiteY1"/>
              </a:cxn>
              <a:cxn ang="0">
                <a:pos x="connisteX2" y="connsiteY2"/>
              </a:cxn>
              <a:cxn ang="0">
                <a:pos x="connisteX3" y="connsiteY3"/>
              </a:cxn>
              <a:cxn ang="0">
                <a:pos x="connisteX4" y="connsiteY4"/>
              </a:cxn>
              <a:cxn ang="0">
                <a:pos x="connisteX5" y="connsiteY5"/>
              </a:cxn>
              <a:cxn ang="0">
                <a:pos x="connisteX6" y="connsiteY6"/>
              </a:cxn>
              <a:cxn ang="0">
                <a:pos x="connisteX7" y="connsiteY7"/>
              </a:cxn>
              <a:cxn ang="0">
                <a:pos x="connisteX8" y="connsiteY8"/>
              </a:cxn>
            </a:cxnLst>
            <a:pathLst>
              <a:path w="25400" h="762000">
                <a:moveTo>
                  <a:pt x="0" y="12700"/>
                </a:moveTo>
                <a:cubicBezTo>
                  <a:pt x="0" y="5686"/>
                  <a:pt x="5686" y="0"/>
                  <a:pt x="12700" y="0"/>
                </a:cubicBezTo>
                <a:lnTo>
                  <a:pt x="12700" y="0"/>
                </a:lnTo>
                <a:cubicBezTo>
                  <a:pt x="19714" y="0"/>
                  <a:pt x="25400" y="5686"/>
                  <a:pt x="25400" y="12700"/>
                </a:cubicBezTo>
                <a:lnTo>
                  <a:pt x="25400" y="749300"/>
                </a:lnTo>
                <a:cubicBezTo>
                  <a:pt x="25400" y="756314"/>
                  <a:pt x="19714" y="762000"/>
                  <a:pt x="12700" y="762000"/>
                </a:cubicBezTo>
                <a:lnTo>
                  <a:pt x="12700" y="762000"/>
                </a:lnTo>
                <a:cubicBezTo>
                  <a:pt x="5686" y="762000"/>
                  <a:pt x="0" y="756314"/>
                  <a:pt x="0" y="749300"/>
                </a:cubicBezTo>
                <a:lnTo>
                  <a:pt x="0" y="12700"/>
                </a:lnTo>
                <a:close/>
              </a:path>
            </a:pathLst>
          </a:custGeom>
          <a:solidFill>
            <a:schemeClr val="accent1">
              <a:alpha val="50000"/>
            </a:schemeClr>
          </a:solidFill>
          <a:ln>
            <a:solidFill>
              <a:prstClr val="black">
                <a:alpha val="0"/>
              </a:prstClr>
            </a:solidFill>
            <a:prstDash val="solid"/>
          </a:ln>
        </p:spPr>
        <p:txBody>
          <a:bodyPr>
            <a:noAutofit/>
          </a:bodyPr>
          <a:lstStyle>
            <a:lvl1pPr>
              <a:buNone/>
              <a:defRPr/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zh-CN" altLang="en-US" smtClean="0"/>
              <a:t> </a:t>
            </a:r>
            <a:endParaRPr lang="zh-CN" altLang="en-US" smtClean="0"/>
          </a:p>
        </p:txBody>
      </p:sp>
      <p:sp>
        <p:nvSpPr>
          <p:cNvPr id="18" name="Text Placeholder 17"/>
          <p:cNvSpPr>
            <a:spLocks noGrp="1"/>
          </p:cNvSpPr>
          <p:nvPr>
            <p:ph type="body" idx="51511553" hasCustomPrompt="1"/>
            <p:custDataLst>
              <p:tags r:id="rId12"/>
            </p:custDataLst>
          </p:nvPr>
        </p:nvSpPr>
        <p:spPr>
          <a:xfrm>
            <a:off x="9004300" y="2133600"/>
            <a:ext cx="2324100" cy="914400"/>
          </a:xfrm>
          <a:noFill/>
        </p:spPr>
        <p:txBody>
          <a:bodyPr lIns="0" tIns="0" rIns="0" bIns="0" anchor="ctr">
            <a:normAutofit/>
          </a:bodyPr>
          <a:lstStyle>
            <a:lvl1pPr marL="0" indent="0" algn="l">
              <a:lnSpc>
                <a:spcPct val="118000"/>
              </a:lnSpc>
              <a:spcBef>
                <a:spcPct val="0"/>
              </a:spcBef>
              <a:spcAft>
                <a:spcPct val="0"/>
              </a:spcAft>
              <a:buNone/>
              <a:defRPr sz="2400" b="0" spc="0">
                <a:solidFill>
                  <a:schemeClr val="tx1"/>
                </a:solidFill>
              </a:defRPr>
            </a:lvl1pPr>
          </a:lstStyle>
          <a:p>
            <a:pPr lvl="0"/>
            <a:r>
              <a:rPr lang="zh-CN" altLang="en-US" smtClean="0"/>
              <a:t>单击此处添加项标题</a:t>
            </a:r>
            <a:endParaRPr lang="zh-CN" altLang="en-US" smtClean="0"/>
          </a:p>
        </p:txBody>
      </p:sp>
      <p:sp>
        <p:nvSpPr>
          <p:cNvPr id="19" name="Text Placeholder 18"/>
          <p:cNvSpPr>
            <a:spLocks noGrp="1"/>
          </p:cNvSpPr>
          <p:nvPr>
            <p:ph type="body" idx="320014849" hasCustomPrompt="1"/>
            <p:custDataLst>
              <p:tags r:id="rId13"/>
            </p:custDataLst>
          </p:nvPr>
        </p:nvSpPr>
        <p:spPr>
          <a:xfrm>
            <a:off x="4070350" y="3962400"/>
            <a:ext cx="596900" cy="508000"/>
          </a:xfrm>
          <a:noFill/>
        </p:spPr>
        <p:txBody>
          <a:bodyPr wrap="none" lIns="0" tIns="0" rIns="0" bIns="0" anchor="ctr">
            <a:noAutofit/>
          </a:bodyPr>
          <a:lstStyle>
            <a:lvl1pPr marL="0" indent="0" algn="ctr">
              <a:lnSpc>
                <a:spcPct val="109000"/>
              </a:lnSpc>
              <a:spcBef>
                <a:spcPct val="0"/>
              </a:spcBef>
              <a:spcAft>
                <a:spcPct val="0"/>
              </a:spcAft>
              <a:buNone/>
              <a:defRPr sz="4000" b="0" spc="0">
                <a:solidFill>
                  <a:schemeClr val="accent1"/>
                </a:solidFill>
              </a:defRPr>
            </a:lvl1pPr>
          </a:lstStyle>
          <a:p>
            <a:pPr lvl="0"/>
            <a:r>
              <a:rPr lang="zh-CN" altLang="en-US" smtClean="0"/>
              <a:t>03</a:t>
            </a:r>
            <a:endParaRPr lang="zh-CN" altLang="en-US" smtClean="0"/>
          </a:p>
        </p:txBody>
      </p:sp>
      <p:sp>
        <p:nvSpPr>
          <p:cNvPr id="20" name="装饰  9"/>
          <p:cNvSpPr>
            <a:spLocks noGrp="1"/>
          </p:cNvSpPr>
          <p:nvPr>
            <p:ph type="body" idx="320014594" hasCustomPrompt="1"/>
            <p:custDataLst>
              <p:tags r:id="rId14"/>
            </p:custDataLst>
          </p:nvPr>
        </p:nvSpPr>
        <p:spPr>
          <a:xfrm>
            <a:off x="4851400" y="3886200"/>
            <a:ext cx="25400" cy="762000"/>
          </a:xfrm>
          <a:custGeom>
            <a:avLst/>
            <a:gdLst>
              <a:gd name="connisteX0" fmla="*/ 0 w 25400"/>
              <a:gd name="connsiteY0" fmla="*/ 12700 h 762000"/>
              <a:gd name="connisteX1" fmla="*/ 12700 w 25400"/>
              <a:gd name="connsiteY1" fmla="*/ 0 h 762000"/>
              <a:gd name="connisteX2" fmla="*/ 12700 w 25400"/>
              <a:gd name="connsiteY2" fmla="*/ 0 h 762000"/>
              <a:gd name="connisteX3" fmla="*/ 25400 w 25400"/>
              <a:gd name="connsiteY3" fmla="*/ 12700 h 762000"/>
              <a:gd name="connisteX4" fmla="*/ 25400 w 25400"/>
              <a:gd name="connsiteY4" fmla="*/ 749300 h 762000"/>
              <a:gd name="connisteX5" fmla="*/ 12700 w 25400"/>
              <a:gd name="connsiteY5" fmla="*/ 762000 h 762000"/>
              <a:gd name="connisteX6" fmla="*/ 12700 w 25400"/>
              <a:gd name="connsiteY6" fmla="*/ 762000 h 762000"/>
              <a:gd name="connisteX7" fmla="*/ 0 w 25400"/>
              <a:gd name="connsiteY7" fmla="*/ 749300 h 762000"/>
              <a:gd name="connisteX8" fmla="*/ 0 w 25400"/>
              <a:gd name="connsiteY8" fmla="*/ 12700 h 762000"/>
            </a:gdLst>
            <a:ahLst/>
            <a:cxnLst>
              <a:cxn ang="0">
                <a:pos x="connisteX0" y="connsiteY0"/>
              </a:cxn>
              <a:cxn ang="0">
                <a:pos x="connisteX1" y="connsiteY1"/>
              </a:cxn>
              <a:cxn ang="0">
                <a:pos x="connisteX2" y="connsiteY2"/>
              </a:cxn>
              <a:cxn ang="0">
                <a:pos x="connisteX3" y="connsiteY3"/>
              </a:cxn>
              <a:cxn ang="0">
                <a:pos x="connisteX4" y="connsiteY4"/>
              </a:cxn>
              <a:cxn ang="0">
                <a:pos x="connisteX5" y="connsiteY5"/>
              </a:cxn>
              <a:cxn ang="0">
                <a:pos x="connisteX6" y="connsiteY6"/>
              </a:cxn>
              <a:cxn ang="0">
                <a:pos x="connisteX7" y="connsiteY7"/>
              </a:cxn>
              <a:cxn ang="0">
                <a:pos x="connisteX8" y="connsiteY8"/>
              </a:cxn>
            </a:cxnLst>
            <a:pathLst>
              <a:path w="25400" h="762000">
                <a:moveTo>
                  <a:pt x="0" y="12700"/>
                </a:moveTo>
                <a:cubicBezTo>
                  <a:pt x="0" y="5686"/>
                  <a:pt x="5686" y="0"/>
                  <a:pt x="12700" y="0"/>
                </a:cubicBezTo>
                <a:lnTo>
                  <a:pt x="12700" y="0"/>
                </a:lnTo>
                <a:cubicBezTo>
                  <a:pt x="19714" y="0"/>
                  <a:pt x="25400" y="5686"/>
                  <a:pt x="25400" y="12700"/>
                </a:cubicBezTo>
                <a:lnTo>
                  <a:pt x="25400" y="749300"/>
                </a:lnTo>
                <a:cubicBezTo>
                  <a:pt x="25400" y="756314"/>
                  <a:pt x="19714" y="762000"/>
                  <a:pt x="12700" y="762000"/>
                </a:cubicBezTo>
                <a:lnTo>
                  <a:pt x="12700" y="762000"/>
                </a:lnTo>
                <a:cubicBezTo>
                  <a:pt x="5686" y="762000"/>
                  <a:pt x="0" y="756314"/>
                  <a:pt x="0" y="749300"/>
                </a:cubicBezTo>
                <a:lnTo>
                  <a:pt x="0" y="12700"/>
                </a:lnTo>
                <a:close/>
              </a:path>
            </a:pathLst>
          </a:custGeom>
          <a:solidFill>
            <a:schemeClr val="accent1">
              <a:alpha val="50000"/>
            </a:schemeClr>
          </a:solidFill>
          <a:ln>
            <a:solidFill>
              <a:prstClr val="black">
                <a:alpha val="0"/>
              </a:prstClr>
            </a:solidFill>
            <a:prstDash val="solid"/>
          </a:ln>
        </p:spPr>
        <p:txBody>
          <a:bodyPr>
            <a:noAutofit/>
          </a:bodyPr>
          <a:lstStyle>
            <a:lvl1pPr>
              <a:buNone/>
              <a:defRPr/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zh-CN" altLang="en-US" smtClean="0"/>
              <a:t> </a:t>
            </a:r>
            <a:endParaRPr lang="zh-CN" altLang="en-US" smtClean="0"/>
          </a:p>
        </p:txBody>
      </p:sp>
      <p:sp>
        <p:nvSpPr>
          <p:cNvPr id="21" name="Text Placeholder 20"/>
          <p:cNvSpPr>
            <a:spLocks noGrp="1"/>
          </p:cNvSpPr>
          <p:nvPr>
            <p:ph type="body" idx="51577089" hasCustomPrompt="1"/>
            <p:custDataLst>
              <p:tags r:id="rId15"/>
            </p:custDataLst>
          </p:nvPr>
        </p:nvSpPr>
        <p:spPr>
          <a:xfrm>
            <a:off x="5080000" y="3810000"/>
            <a:ext cx="2324100" cy="914400"/>
          </a:xfrm>
          <a:noFill/>
        </p:spPr>
        <p:txBody>
          <a:bodyPr lIns="0" tIns="0" rIns="0" bIns="0" anchor="ctr">
            <a:normAutofit/>
          </a:bodyPr>
          <a:lstStyle>
            <a:lvl1pPr marL="0" indent="0" algn="l">
              <a:lnSpc>
                <a:spcPct val="118000"/>
              </a:lnSpc>
              <a:spcBef>
                <a:spcPct val="0"/>
              </a:spcBef>
              <a:spcAft>
                <a:spcPct val="0"/>
              </a:spcAft>
              <a:buNone/>
              <a:defRPr sz="2400" b="0" spc="0">
                <a:solidFill>
                  <a:schemeClr val="tx1"/>
                </a:solidFill>
              </a:defRPr>
            </a:lvl1pPr>
          </a:lstStyle>
          <a:p>
            <a:pPr lvl="0"/>
            <a:r>
              <a:rPr lang="zh-CN" altLang="en-US" smtClean="0"/>
              <a:t>单击此处添加项标题</a:t>
            </a:r>
            <a:endParaRPr lang="zh-CN" altLang="en-US" smtClean="0"/>
          </a:p>
        </p:txBody>
      </p:sp>
      <p:sp>
        <p:nvSpPr>
          <p:cNvPr id="22" name="Text Placeholder 21"/>
          <p:cNvSpPr>
            <a:spLocks noGrp="1"/>
          </p:cNvSpPr>
          <p:nvPr>
            <p:ph type="body" idx="320080385" hasCustomPrompt="1"/>
            <p:custDataLst>
              <p:tags r:id="rId16"/>
            </p:custDataLst>
          </p:nvPr>
        </p:nvSpPr>
        <p:spPr>
          <a:xfrm>
            <a:off x="7994650" y="3962400"/>
            <a:ext cx="596900" cy="508000"/>
          </a:xfrm>
          <a:noFill/>
        </p:spPr>
        <p:txBody>
          <a:bodyPr wrap="none" lIns="0" tIns="0" rIns="0" bIns="0" anchor="ctr">
            <a:noAutofit/>
          </a:bodyPr>
          <a:lstStyle>
            <a:lvl1pPr marL="0" indent="0" algn="ctr">
              <a:lnSpc>
                <a:spcPct val="109000"/>
              </a:lnSpc>
              <a:spcBef>
                <a:spcPct val="0"/>
              </a:spcBef>
              <a:spcAft>
                <a:spcPct val="0"/>
              </a:spcAft>
              <a:buNone/>
              <a:defRPr sz="4000" b="0" spc="0">
                <a:solidFill>
                  <a:schemeClr val="accent1"/>
                </a:solidFill>
              </a:defRPr>
            </a:lvl1pPr>
          </a:lstStyle>
          <a:p>
            <a:pPr lvl="0"/>
            <a:r>
              <a:rPr lang="zh-CN" altLang="en-US" smtClean="0"/>
              <a:t>04</a:t>
            </a:r>
            <a:endParaRPr lang="zh-CN" altLang="en-US" smtClean="0"/>
          </a:p>
        </p:txBody>
      </p:sp>
      <p:sp>
        <p:nvSpPr>
          <p:cNvPr id="23" name="装饰  2"/>
          <p:cNvSpPr>
            <a:spLocks noGrp="1"/>
          </p:cNvSpPr>
          <p:nvPr>
            <p:ph type="body" idx="320080130" hasCustomPrompt="1"/>
            <p:custDataLst>
              <p:tags r:id="rId17"/>
            </p:custDataLst>
          </p:nvPr>
        </p:nvSpPr>
        <p:spPr>
          <a:xfrm>
            <a:off x="8775700" y="3886200"/>
            <a:ext cx="25400" cy="762000"/>
          </a:xfrm>
          <a:custGeom>
            <a:avLst/>
            <a:gdLst>
              <a:gd name="connisteX0" fmla="*/ 0 w 25400"/>
              <a:gd name="connsiteY0" fmla="*/ 12700 h 762000"/>
              <a:gd name="connisteX1" fmla="*/ 12700 w 25400"/>
              <a:gd name="connsiteY1" fmla="*/ 0 h 762000"/>
              <a:gd name="connisteX2" fmla="*/ 12700 w 25400"/>
              <a:gd name="connsiteY2" fmla="*/ 0 h 762000"/>
              <a:gd name="connisteX3" fmla="*/ 25400 w 25400"/>
              <a:gd name="connsiteY3" fmla="*/ 12700 h 762000"/>
              <a:gd name="connisteX4" fmla="*/ 25400 w 25400"/>
              <a:gd name="connsiteY4" fmla="*/ 749300 h 762000"/>
              <a:gd name="connisteX5" fmla="*/ 12700 w 25400"/>
              <a:gd name="connsiteY5" fmla="*/ 762000 h 762000"/>
              <a:gd name="connisteX6" fmla="*/ 12700 w 25400"/>
              <a:gd name="connsiteY6" fmla="*/ 762000 h 762000"/>
              <a:gd name="connisteX7" fmla="*/ 0 w 25400"/>
              <a:gd name="connsiteY7" fmla="*/ 749300 h 762000"/>
              <a:gd name="connisteX8" fmla="*/ 0 w 25400"/>
              <a:gd name="connsiteY8" fmla="*/ 12700 h 762000"/>
            </a:gdLst>
            <a:ahLst/>
            <a:cxnLst>
              <a:cxn ang="0">
                <a:pos x="connisteX0" y="connsiteY0"/>
              </a:cxn>
              <a:cxn ang="0">
                <a:pos x="connisteX1" y="connsiteY1"/>
              </a:cxn>
              <a:cxn ang="0">
                <a:pos x="connisteX2" y="connsiteY2"/>
              </a:cxn>
              <a:cxn ang="0">
                <a:pos x="connisteX3" y="connsiteY3"/>
              </a:cxn>
              <a:cxn ang="0">
                <a:pos x="connisteX4" y="connsiteY4"/>
              </a:cxn>
              <a:cxn ang="0">
                <a:pos x="connisteX5" y="connsiteY5"/>
              </a:cxn>
              <a:cxn ang="0">
                <a:pos x="connisteX6" y="connsiteY6"/>
              </a:cxn>
              <a:cxn ang="0">
                <a:pos x="connisteX7" y="connsiteY7"/>
              </a:cxn>
              <a:cxn ang="0">
                <a:pos x="connisteX8" y="connsiteY8"/>
              </a:cxn>
            </a:cxnLst>
            <a:pathLst>
              <a:path w="25400" h="762000">
                <a:moveTo>
                  <a:pt x="0" y="12700"/>
                </a:moveTo>
                <a:cubicBezTo>
                  <a:pt x="0" y="5686"/>
                  <a:pt x="5686" y="0"/>
                  <a:pt x="12700" y="0"/>
                </a:cubicBezTo>
                <a:lnTo>
                  <a:pt x="12700" y="0"/>
                </a:lnTo>
                <a:cubicBezTo>
                  <a:pt x="19714" y="0"/>
                  <a:pt x="25400" y="5686"/>
                  <a:pt x="25400" y="12700"/>
                </a:cubicBezTo>
                <a:lnTo>
                  <a:pt x="25400" y="749300"/>
                </a:lnTo>
                <a:cubicBezTo>
                  <a:pt x="25400" y="756314"/>
                  <a:pt x="19714" y="762000"/>
                  <a:pt x="12700" y="762000"/>
                </a:cubicBezTo>
                <a:lnTo>
                  <a:pt x="12700" y="762000"/>
                </a:lnTo>
                <a:cubicBezTo>
                  <a:pt x="5686" y="762000"/>
                  <a:pt x="0" y="756314"/>
                  <a:pt x="0" y="749300"/>
                </a:cubicBezTo>
                <a:lnTo>
                  <a:pt x="0" y="12700"/>
                </a:lnTo>
                <a:close/>
              </a:path>
            </a:pathLst>
          </a:custGeom>
          <a:solidFill>
            <a:schemeClr val="accent1">
              <a:alpha val="50000"/>
            </a:schemeClr>
          </a:solidFill>
          <a:ln>
            <a:solidFill>
              <a:prstClr val="black">
                <a:alpha val="0"/>
              </a:prstClr>
            </a:solidFill>
            <a:prstDash val="solid"/>
          </a:ln>
        </p:spPr>
        <p:txBody>
          <a:bodyPr>
            <a:noAutofit/>
          </a:bodyPr>
          <a:lstStyle>
            <a:lvl1pPr>
              <a:buNone/>
              <a:defRPr/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zh-CN" altLang="en-US" smtClean="0"/>
              <a:t> </a:t>
            </a:r>
            <a:endParaRPr lang="zh-CN" altLang="en-US" smtClean="0"/>
          </a:p>
        </p:txBody>
      </p:sp>
      <p:sp>
        <p:nvSpPr>
          <p:cNvPr id="24" name="Text Placeholder 23"/>
          <p:cNvSpPr>
            <a:spLocks noGrp="1"/>
          </p:cNvSpPr>
          <p:nvPr>
            <p:ph type="body" idx="51642625" hasCustomPrompt="1"/>
            <p:custDataLst>
              <p:tags r:id="rId18"/>
            </p:custDataLst>
          </p:nvPr>
        </p:nvSpPr>
        <p:spPr>
          <a:xfrm>
            <a:off x="9004300" y="3810000"/>
            <a:ext cx="2324100" cy="914400"/>
          </a:xfrm>
          <a:noFill/>
        </p:spPr>
        <p:txBody>
          <a:bodyPr lIns="0" tIns="0" rIns="0" bIns="0" anchor="ctr">
            <a:normAutofit/>
          </a:bodyPr>
          <a:lstStyle>
            <a:lvl1pPr marL="0" indent="0" algn="l">
              <a:lnSpc>
                <a:spcPct val="118000"/>
              </a:lnSpc>
              <a:spcBef>
                <a:spcPct val="0"/>
              </a:spcBef>
              <a:spcAft>
                <a:spcPct val="0"/>
              </a:spcAft>
              <a:buNone/>
              <a:defRPr sz="2400" b="0" spc="0">
                <a:solidFill>
                  <a:schemeClr val="tx1"/>
                </a:solidFill>
              </a:defRPr>
            </a:lvl1pPr>
          </a:lstStyle>
          <a:p>
            <a:pPr lvl="0"/>
            <a:r>
              <a:rPr lang="zh-CN" altLang="en-US" smtClean="0"/>
              <a:t>单击此处添加项标题</a:t>
            </a:r>
            <a:endParaRPr lang="zh-CN" altLang="en-US" smtClean="0"/>
          </a:p>
        </p:txBody>
      </p:sp>
    </p:spTree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Masters/_rels/slideMaster1.xml.rels><?xml version="1.0" encoding="UTF-8" standalone="yes"?>
<Relationships xmlns="http://schemas.openxmlformats.org/package/2006/relationships"><Relationship Id="rId9" Type="http://schemas.openxmlformats.org/officeDocument/2006/relationships/slideLayout" Target="../slideLayouts/slideLayout9.xml"/><Relationship Id="rId8" Type="http://schemas.openxmlformats.org/officeDocument/2006/relationships/slideLayout" Target="../slideLayouts/slideLayout8.xml"/><Relationship Id="rId7" Type="http://schemas.openxmlformats.org/officeDocument/2006/relationships/slideLayout" Target="../slideLayouts/slideLayout7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1" Type="http://schemas.openxmlformats.org/officeDocument/2006/relationships/theme" Target="../theme/theme1.xml"/><Relationship Id="rId10" Type="http://schemas.openxmlformats.org/officeDocument/2006/relationships/slideLayout" Target="../slideLayouts/slideLayout10.xml"/><Relationship Id="rId1" Type="http://schemas.openxmlformats.org/officeDocument/2006/relationships/slideLayout" Target="../slideLayouts/slideLayout1.xml"/></Relationships>
</file>

<file path=ppt/slideMasters/_rels/slideMaster2.xml.rels><?xml version="1.0" encoding="UTF-8" standalone="yes"?>
<Relationships xmlns="http://schemas.openxmlformats.org/package/2006/relationships"><Relationship Id="rId9" Type="http://schemas.openxmlformats.org/officeDocument/2006/relationships/slideLayout" Target="../slideLayouts/slideLayout19.xml"/><Relationship Id="rId8" Type="http://schemas.openxmlformats.org/officeDocument/2006/relationships/slideLayout" Target="../slideLayouts/slideLayout18.xml"/><Relationship Id="rId7" Type="http://schemas.openxmlformats.org/officeDocument/2006/relationships/slideLayout" Target="../slideLayouts/slideLayout17.xml"/><Relationship Id="rId6" Type="http://schemas.openxmlformats.org/officeDocument/2006/relationships/slideLayout" Target="../slideLayouts/slideLayout16.xml"/><Relationship Id="rId5" Type="http://schemas.openxmlformats.org/officeDocument/2006/relationships/slideLayout" Target="../slideLayouts/slideLayout15.xml"/><Relationship Id="rId4" Type="http://schemas.openxmlformats.org/officeDocument/2006/relationships/slideLayout" Target="../slideLayouts/slideLayout14.xml"/><Relationship Id="rId33" Type="http://schemas.openxmlformats.org/officeDocument/2006/relationships/theme" Target="../theme/theme2.xml"/><Relationship Id="rId32" Type="http://schemas.openxmlformats.org/officeDocument/2006/relationships/tags" Target="../tags/tag260.xml"/><Relationship Id="rId31" Type="http://schemas.openxmlformats.org/officeDocument/2006/relationships/tags" Target="../tags/tag259.xml"/><Relationship Id="rId30" Type="http://schemas.openxmlformats.org/officeDocument/2006/relationships/tags" Target="../tags/tag258.xml"/><Relationship Id="rId3" Type="http://schemas.openxmlformats.org/officeDocument/2006/relationships/slideLayout" Target="../slideLayouts/slideLayout13.xml"/><Relationship Id="rId29" Type="http://schemas.openxmlformats.org/officeDocument/2006/relationships/tags" Target="../tags/tag257.xml"/><Relationship Id="rId28" Type="http://schemas.openxmlformats.org/officeDocument/2006/relationships/tags" Target="../tags/tag256.xml"/><Relationship Id="rId27" Type="http://schemas.openxmlformats.org/officeDocument/2006/relationships/tags" Target="../tags/tag255.xml"/><Relationship Id="rId26" Type="http://schemas.openxmlformats.org/officeDocument/2006/relationships/tags" Target="../tags/tag254.xml"/><Relationship Id="rId25" Type="http://schemas.openxmlformats.org/officeDocument/2006/relationships/tags" Target="../tags/tag253.xml"/><Relationship Id="rId24" Type="http://schemas.openxmlformats.org/officeDocument/2006/relationships/slideLayout" Target="../slideLayouts/slideLayout34.xml"/><Relationship Id="rId23" Type="http://schemas.openxmlformats.org/officeDocument/2006/relationships/slideLayout" Target="../slideLayouts/slideLayout33.xml"/><Relationship Id="rId22" Type="http://schemas.openxmlformats.org/officeDocument/2006/relationships/slideLayout" Target="../slideLayouts/slideLayout32.xml"/><Relationship Id="rId21" Type="http://schemas.openxmlformats.org/officeDocument/2006/relationships/slideLayout" Target="../slideLayouts/slideLayout31.xml"/><Relationship Id="rId20" Type="http://schemas.openxmlformats.org/officeDocument/2006/relationships/slideLayout" Target="../slideLayouts/slideLayout30.xml"/><Relationship Id="rId2" Type="http://schemas.openxmlformats.org/officeDocument/2006/relationships/slideLayout" Target="../slideLayouts/slideLayout12.xml"/><Relationship Id="rId19" Type="http://schemas.openxmlformats.org/officeDocument/2006/relationships/slideLayout" Target="../slideLayouts/slideLayout29.xml"/><Relationship Id="rId18" Type="http://schemas.openxmlformats.org/officeDocument/2006/relationships/slideLayout" Target="../slideLayouts/slideLayout28.xml"/><Relationship Id="rId17" Type="http://schemas.openxmlformats.org/officeDocument/2006/relationships/slideLayout" Target="../slideLayouts/slideLayout27.xml"/><Relationship Id="rId16" Type="http://schemas.openxmlformats.org/officeDocument/2006/relationships/slideLayout" Target="../slideLayouts/slideLayout26.xml"/><Relationship Id="rId15" Type="http://schemas.openxmlformats.org/officeDocument/2006/relationships/slideLayout" Target="../slideLayouts/slideLayout25.xml"/><Relationship Id="rId14" Type="http://schemas.openxmlformats.org/officeDocument/2006/relationships/slideLayout" Target="../slideLayouts/slideLayout24.xml"/><Relationship Id="rId13" Type="http://schemas.openxmlformats.org/officeDocument/2006/relationships/slideLayout" Target="../slideLayouts/slideLayout23.xml"/><Relationship Id="rId12" Type="http://schemas.openxmlformats.org/officeDocument/2006/relationships/slideLayout" Target="../slideLayouts/slideLayout22.xml"/><Relationship Id="rId11" Type="http://schemas.openxmlformats.org/officeDocument/2006/relationships/slideLayout" Target="../slideLayouts/slideLayout21.xml"/><Relationship Id="rId10" Type="http://schemas.openxmlformats.org/officeDocument/2006/relationships/slideLayout" Target="../slideLayouts/slideLayout20.xml"/><Relationship Id="rId1" Type="http://schemas.openxmlformats.org/officeDocument/2006/relationships/slideLayout" Target="../slideLayouts/slideLayout11.xml"/></Relationships>
</file>

<file path=ppt/slideMasters/_rels/slideMaster3.xml.rels><?xml version="1.0" encoding="UTF-8" standalone="yes"?>
<Relationships xmlns="http://schemas.openxmlformats.org/package/2006/relationships"><Relationship Id="rId9" Type="http://schemas.openxmlformats.org/officeDocument/2006/relationships/slideLayout" Target="../slideLayouts/slideLayout43.xml"/><Relationship Id="rId8" Type="http://schemas.openxmlformats.org/officeDocument/2006/relationships/slideLayout" Target="../slideLayouts/slideLayout42.xml"/><Relationship Id="rId7" Type="http://schemas.openxmlformats.org/officeDocument/2006/relationships/slideLayout" Target="../slideLayouts/slideLayout41.xml"/><Relationship Id="rId6" Type="http://schemas.openxmlformats.org/officeDocument/2006/relationships/slideLayout" Target="../slideLayouts/slideLayout40.xml"/><Relationship Id="rId5" Type="http://schemas.openxmlformats.org/officeDocument/2006/relationships/slideLayout" Target="../slideLayouts/slideLayout39.xml"/><Relationship Id="rId4" Type="http://schemas.openxmlformats.org/officeDocument/2006/relationships/slideLayout" Target="../slideLayouts/slideLayout38.xml"/><Relationship Id="rId33" Type="http://schemas.openxmlformats.org/officeDocument/2006/relationships/theme" Target="../theme/theme3.xml"/><Relationship Id="rId32" Type="http://schemas.openxmlformats.org/officeDocument/2006/relationships/tags" Target="../tags/tag520.xml"/><Relationship Id="rId31" Type="http://schemas.openxmlformats.org/officeDocument/2006/relationships/tags" Target="../tags/tag519.xml"/><Relationship Id="rId30" Type="http://schemas.openxmlformats.org/officeDocument/2006/relationships/tags" Target="../tags/tag518.xml"/><Relationship Id="rId3" Type="http://schemas.openxmlformats.org/officeDocument/2006/relationships/slideLayout" Target="../slideLayouts/slideLayout37.xml"/><Relationship Id="rId29" Type="http://schemas.openxmlformats.org/officeDocument/2006/relationships/tags" Target="../tags/tag517.xml"/><Relationship Id="rId28" Type="http://schemas.openxmlformats.org/officeDocument/2006/relationships/tags" Target="../tags/tag516.xml"/><Relationship Id="rId27" Type="http://schemas.openxmlformats.org/officeDocument/2006/relationships/tags" Target="../tags/tag515.xml"/><Relationship Id="rId26" Type="http://schemas.openxmlformats.org/officeDocument/2006/relationships/tags" Target="../tags/tag514.xml"/><Relationship Id="rId25" Type="http://schemas.openxmlformats.org/officeDocument/2006/relationships/tags" Target="../tags/tag513.xml"/><Relationship Id="rId24" Type="http://schemas.openxmlformats.org/officeDocument/2006/relationships/slideLayout" Target="../slideLayouts/slideLayout58.xml"/><Relationship Id="rId23" Type="http://schemas.openxmlformats.org/officeDocument/2006/relationships/slideLayout" Target="../slideLayouts/slideLayout57.xml"/><Relationship Id="rId22" Type="http://schemas.openxmlformats.org/officeDocument/2006/relationships/slideLayout" Target="../slideLayouts/slideLayout56.xml"/><Relationship Id="rId21" Type="http://schemas.openxmlformats.org/officeDocument/2006/relationships/slideLayout" Target="../slideLayouts/slideLayout55.xml"/><Relationship Id="rId20" Type="http://schemas.openxmlformats.org/officeDocument/2006/relationships/slideLayout" Target="../slideLayouts/slideLayout54.xml"/><Relationship Id="rId2" Type="http://schemas.openxmlformats.org/officeDocument/2006/relationships/slideLayout" Target="../slideLayouts/slideLayout36.xml"/><Relationship Id="rId19" Type="http://schemas.openxmlformats.org/officeDocument/2006/relationships/slideLayout" Target="../slideLayouts/slideLayout53.xml"/><Relationship Id="rId18" Type="http://schemas.openxmlformats.org/officeDocument/2006/relationships/slideLayout" Target="../slideLayouts/slideLayout52.xml"/><Relationship Id="rId17" Type="http://schemas.openxmlformats.org/officeDocument/2006/relationships/slideLayout" Target="../slideLayouts/slideLayout51.xml"/><Relationship Id="rId16" Type="http://schemas.openxmlformats.org/officeDocument/2006/relationships/slideLayout" Target="../slideLayouts/slideLayout50.xml"/><Relationship Id="rId15" Type="http://schemas.openxmlformats.org/officeDocument/2006/relationships/slideLayout" Target="../slideLayouts/slideLayout49.xml"/><Relationship Id="rId14" Type="http://schemas.openxmlformats.org/officeDocument/2006/relationships/slideLayout" Target="../slideLayouts/slideLayout48.xml"/><Relationship Id="rId13" Type="http://schemas.openxmlformats.org/officeDocument/2006/relationships/slideLayout" Target="../slideLayouts/slideLayout47.xml"/><Relationship Id="rId12" Type="http://schemas.openxmlformats.org/officeDocument/2006/relationships/slideLayout" Target="../slideLayouts/slideLayout46.xml"/><Relationship Id="rId11" Type="http://schemas.openxmlformats.org/officeDocument/2006/relationships/slideLayout" Target="../slideLayouts/slideLayout45.xml"/><Relationship Id="rId10" Type="http://schemas.openxmlformats.org/officeDocument/2006/relationships/slideLayout" Target="../slideLayouts/slideLayout44.xml"/><Relationship Id="rId1" Type="http://schemas.openxmlformats.org/officeDocument/2006/relationships/slideLayout" Target="../slideLayouts/slideLayout35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占位符 1"/>
          <p:cNvSpPr>
            <a:spLocks noGrp="1"/>
          </p:cNvSpPr>
          <p:nvPr>
            <p:ph type="title"/>
          </p:nvPr>
        </p:nvSpPr>
        <p:spPr>
          <a:xfrm>
            <a:off x="838168" y="523113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r>
              <a:rPr lang="zh-CN" altLang="en-US"/>
              <a:t>单击此处编辑母版标题样式</a:t>
            </a:r>
            <a:endParaRPr lang="zh-CN" altLang="en-US"/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838168" y="1983613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/>
          <a:p>
            <a:pPr lvl="0"/>
            <a:r>
              <a:rPr lang="zh-CN" altLang="en-US" dirty="0"/>
              <a:t>单击此处编辑母版文本样式</a:t>
            </a:r>
            <a:endParaRPr lang="zh-CN" altLang="en-US" dirty="0"/>
          </a:p>
          <a:p>
            <a:pPr lvl="1"/>
            <a:r>
              <a:rPr lang="zh-CN" altLang="en-US" dirty="0"/>
              <a:t>第二级</a:t>
            </a:r>
            <a:endParaRPr lang="zh-CN" altLang="en-US" dirty="0"/>
          </a:p>
          <a:p>
            <a:pPr lvl="2"/>
            <a:r>
              <a:rPr lang="zh-CN" altLang="en-US" dirty="0"/>
              <a:t>第三级</a:t>
            </a:r>
            <a:endParaRPr lang="zh-CN" altLang="en-US" dirty="0"/>
          </a:p>
          <a:p>
            <a:pPr lvl="3"/>
            <a:r>
              <a:rPr lang="zh-CN" altLang="en-US" dirty="0"/>
              <a:t>第四级</a:t>
            </a:r>
            <a:endParaRPr lang="zh-CN" altLang="en-US" dirty="0"/>
          </a:p>
          <a:p>
            <a:pPr lvl="4"/>
            <a:r>
              <a:rPr lang="zh-CN" altLang="en-US" dirty="0"/>
              <a:t>第五级</a:t>
            </a:r>
            <a:endParaRPr lang="en-US" altLang="zh-CN" dirty="0"/>
          </a:p>
          <a:p>
            <a:pPr lvl="5"/>
            <a:r>
              <a:rPr lang="zh-CN" altLang="en-US" dirty="0"/>
              <a:t>第六级</a:t>
            </a:r>
            <a:endParaRPr lang="en-US" altLang="zh-CN" dirty="0"/>
          </a:p>
          <a:p>
            <a:pPr marL="2971800" marR="0" lvl="6" indent="-228600" algn="l" defTabSz="914400" rtl="0" eaLnBrk="1" fontAlgn="auto" latinLnBrk="0" hangingPunct="1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defRPr/>
            </a:pPr>
            <a:r>
              <a:rPr lang="zh-CN" altLang="en-US" dirty="0"/>
              <a:t>第七级</a:t>
            </a:r>
            <a:endParaRPr lang="en-US" altLang="zh-CN" dirty="0"/>
          </a:p>
          <a:p>
            <a:pPr marL="3429000" marR="0" lvl="7" indent="-228600" algn="l" defTabSz="914400" rtl="0" eaLnBrk="1" fontAlgn="auto" latinLnBrk="0" hangingPunct="1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defRPr/>
            </a:pPr>
            <a:r>
              <a:rPr lang="zh-CN" altLang="en-US" dirty="0"/>
              <a:t>第八级</a:t>
            </a:r>
            <a:endParaRPr lang="en-US" altLang="zh-CN" dirty="0"/>
          </a:p>
          <a:p>
            <a:pPr marL="3886200" marR="0" lvl="8" indent="-228600" algn="l" defTabSz="914400" rtl="0" eaLnBrk="1" fontAlgn="auto" latinLnBrk="0" hangingPunct="1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defRPr/>
            </a:pPr>
            <a:r>
              <a:rPr lang="zh-CN" altLang="en-US" dirty="0"/>
              <a:t>第九级</a:t>
            </a:r>
            <a:endParaRPr lang="en-US" altLang="zh-CN" dirty="0"/>
          </a:p>
          <a:p>
            <a:pPr marL="3886200" marR="0" lvl="8" indent="-228600" algn="l" defTabSz="914400" rtl="0" eaLnBrk="1" fontAlgn="auto" latinLnBrk="0" hangingPunct="1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defRPr/>
            </a:pPr>
            <a:endParaRPr lang="en-US" altLang="zh-CN" dirty="0"/>
          </a:p>
          <a:p>
            <a:pPr lvl="5"/>
            <a:endParaRPr lang="zh-CN" altLang="en-US" dirty="0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微软雅黑" panose="020B0503020204020204" charset="-122"/>
          <a:ea typeface="微软雅黑" panose="020B0503020204020204" charset="-122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微软雅黑" panose="020B0503020204020204" charset="-122"/>
          <a:ea typeface="微软雅黑" panose="020B0503020204020204" charset="-122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微软雅黑" panose="020B0503020204020204" charset="-122"/>
          <a:ea typeface="微软雅黑" panose="020B0503020204020204" charset="-122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微软雅黑" panose="020B0503020204020204" charset="-122"/>
          <a:ea typeface="微软雅黑" panose="020B0503020204020204" charset="-122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微软雅黑" panose="020B0503020204020204" charset="-122"/>
          <a:ea typeface="微软雅黑" panose="020B0503020204020204" charset="-122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微软雅黑" panose="020B0503020204020204" charset="-122"/>
          <a:ea typeface="微软雅黑" panose="020B0503020204020204" charset="-122"/>
          <a:cs typeface="+mn-cs"/>
        </a:defRPr>
      </a:lvl5pPr>
      <a:lvl6pPr marL="2514600" marR="0" indent="-228600" algn="l" defTabSz="914400" rtl="0" eaLnBrk="1" fontAlgn="auto" latinLnBrk="0" hangingPunct="1">
        <a:lnSpc>
          <a:spcPct val="90000"/>
        </a:lnSpc>
        <a:spcBef>
          <a:spcPts val="500"/>
        </a:spcBef>
        <a:spcAft>
          <a:spcPts val="0"/>
        </a:spcAft>
        <a:buClrTx/>
        <a:buSzTx/>
        <a:buFont typeface="Arial" panose="020B0604020202020204" pitchFamily="34" charset="0"/>
        <a:buChar char="•"/>
        <a:defRPr lang="zh-CN" altLang="en-US" sz="2400" kern="1200" dirty="0">
          <a:solidFill>
            <a:schemeClr val="tx1"/>
          </a:solidFill>
          <a:latin typeface="微软雅黑" panose="020B0503020204020204" charset="-122"/>
          <a:ea typeface="微软雅黑" panose="020B0503020204020204" charset="-122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lang="en-US" altLang="zh-CN" sz="2400" kern="1200" dirty="0" smtClean="0">
          <a:solidFill>
            <a:schemeClr val="tx1"/>
          </a:solidFill>
          <a:latin typeface="微软雅黑" panose="020B0503020204020204" charset="-122"/>
          <a:ea typeface="微软雅黑" panose="020B0503020204020204" charset="-122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lang="en-US" altLang="zh-CN" sz="2400" kern="1200" dirty="0" smtClean="0">
          <a:solidFill>
            <a:schemeClr val="tx1"/>
          </a:solidFill>
          <a:latin typeface="微软雅黑" panose="020B0503020204020204" charset="-122"/>
          <a:ea typeface="微软雅黑" panose="020B0503020204020204" charset="-122"/>
          <a:cs typeface="+mn-cs"/>
        </a:defRPr>
      </a:lvl8pPr>
      <a:lvl9pPr marL="3657600" indent="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None/>
        <a:defRPr lang="en-US" altLang="zh-CN" sz="2400" kern="1200" dirty="0" smtClean="0">
          <a:solidFill>
            <a:schemeClr val="tx1"/>
          </a:solidFill>
          <a:latin typeface="微软雅黑" panose="020B0503020204020204" charset="-122"/>
          <a:ea typeface="微软雅黑" panose="020B0503020204020204" charset="-122"/>
          <a:cs typeface="+mn-cs"/>
        </a:defRPr>
      </a:lvl9pPr>
    </p:bodyStyle>
    <p:otherStyle>
      <a:defPPr>
        <a:defRPr lang="zh-CN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任意多边形: 形状 37"/>
          <p:cNvSpPr/>
          <p:nvPr>
            <p:custDataLst>
              <p:tags r:id="rId25"/>
            </p:custDataLst>
          </p:nvPr>
        </p:nvSpPr>
        <p:spPr>
          <a:xfrm flipV="1">
            <a:off x="5674360" y="1905"/>
            <a:ext cx="6517640" cy="6856095"/>
          </a:xfrm>
          <a:custGeom>
            <a:avLst/>
            <a:gdLst>
              <a:gd name="connsiteX0" fmla="*/ 11073245 w 11073245"/>
              <a:gd name="connsiteY0" fmla="*/ 7199311 h 7199311"/>
              <a:gd name="connsiteX1" fmla="*/ 0 w 11073245"/>
              <a:gd name="connsiteY1" fmla="*/ 7199311 h 7199311"/>
              <a:gd name="connsiteX2" fmla="*/ 0 w 11073245"/>
              <a:gd name="connsiteY2" fmla="*/ 0 h 7199311"/>
              <a:gd name="connsiteX3" fmla="*/ 11073245 w 11073245"/>
              <a:gd name="connsiteY3" fmla="*/ 0 h 719931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11073245" h="7199311">
                <a:moveTo>
                  <a:pt x="11073245" y="7199311"/>
                </a:moveTo>
                <a:lnTo>
                  <a:pt x="0" y="7199311"/>
                </a:lnTo>
                <a:lnTo>
                  <a:pt x="0" y="0"/>
                </a:lnTo>
                <a:lnTo>
                  <a:pt x="11073245" y="0"/>
                </a:lnTo>
                <a:close/>
              </a:path>
            </a:pathLst>
          </a:custGeom>
          <a:gradFill flip="none" rotWithShape="1">
            <a:gsLst>
              <a:gs pos="0">
                <a:schemeClr val="accent1">
                  <a:lumMod val="75000"/>
                  <a:alpha val="13000"/>
                </a:schemeClr>
              </a:gs>
              <a:gs pos="47000">
                <a:schemeClr val="accent1">
                  <a:alpha val="0"/>
                </a:schemeClr>
              </a:gs>
            </a:gsLst>
            <a:path path="circle">
              <a:fillToRect l="100000" b="100000"/>
            </a:path>
            <a:tileRect t="-100000" r="-100000"/>
          </a:gra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rgbClr val="0099FF">
              <a:shade val="50000"/>
            </a:srgbClr>
          </a:lnRef>
          <a:fillRef idx="1">
            <a:srgbClr val="0099FF"/>
          </a:fillRef>
          <a:effectRef idx="0">
            <a:srgbClr val="0099FF"/>
          </a:effectRef>
          <a:fontRef idx="minor">
            <a:sysClr val="window" lastClr="FFFFFF"/>
          </a:fontRef>
        </p:style>
        <p:txBody>
          <a:bodyPr wrap="square" rtlCol="0" anchor="ctr">
            <a:noAutofit/>
          </a:bodyPr>
          <a:lstStyle/>
          <a:p>
            <a:pPr algn="ctr"/>
            <a:endParaRPr lang="zh-CN" altLang="en-US"/>
          </a:p>
        </p:txBody>
      </p:sp>
      <p:sp>
        <p:nvSpPr>
          <p:cNvPr id="9" name="日期占位符 8"/>
          <p:cNvSpPr>
            <a:spLocks noGrp="1"/>
          </p:cNvSpPr>
          <p:nvPr>
            <p:ph type="dt" sz="half" idx="10"/>
            <p:custDataLst>
              <p:tags r:id="rId26"/>
            </p:custDataLst>
          </p:nvPr>
        </p:nvSpPr>
        <p:spPr>
          <a:xfrm>
            <a:off x="695960" y="6356350"/>
            <a:ext cx="2743200" cy="365125"/>
          </a:xfrm>
        </p:spPr>
        <p:txBody>
          <a:bodyPr/>
          <a:lstStyle/>
          <a:p>
            <a:fld id="{AFF1154F-E427-4513-B34B-94E36374A1AB}" type="datetimeFigureOut">
              <a:rPr lang="zh-CN" altLang="en-US" smtClean="0"/>
            </a:fld>
            <a:endParaRPr lang="zh-CN" altLang="en-US"/>
          </a:p>
        </p:txBody>
      </p:sp>
      <p:sp>
        <p:nvSpPr>
          <p:cNvPr id="12" name="页脚占位符 11"/>
          <p:cNvSpPr>
            <a:spLocks noGrp="1"/>
          </p:cNvSpPr>
          <p:nvPr>
            <p:ph type="ftr" sz="quarter" idx="11"/>
            <p:custDataLst>
              <p:tags r:id="rId27"/>
            </p:custDataLst>
          </p:nvPr>
        </p:nvSpPr>
        <p:spPr>
          <a:xfrm>
            <a:off x="4038600" y="6356350"/>
            <a:ext cx="4114800" cy="365125"/>
          </a:xfrm>
        </p:spPr>
        <p:txBody>
          <a:bodyPr/>
          <a:lstStyle/>
          <a:p>
            <a:endParaRPr lang="zh-CN" altLang="en-US"/>
          </a:p>
        </p:txBody>
      </p:sp>
      <p:sp>
        <p:nvSpPr>
          <p:cNvPr id="13" name="灯片编号占位符 12"/>
          <p:cNvSpPr>
            <a:spLocks noGrp="1"/>
          </p:cNvSpPr>
          <p:nvPr>
            <p:ph type="sldNum" sz="quarter" idx="12"/>
            <p:custDataLst>
              <p:tags r:id="rId28"/>
            </p:custDataLst>
          </p:nvPr>
        </p:nvSpPr>
        <p:spPr>
          <a:xfrm>
            <a:off x="8753983" y="6356350"/>
            <a:ext cx="2743200" cy="365125"/>
          </a:xfrm>
        </p:spPr>
        <p:txBody>
          <a:bodyPr/>
          <a:lstStyle/>
          <a:p>
            <a:fld id="{CFDA0808-8B01-405B-8ED6-12013DCE0AF6}" type="slidenum">
              <a:rPr lang="zh-CN" altLang="en-US" smtClean="0"/>
            </a:fld>
            <a:endParaRPr lang="zh-CN" altLang="en-US"/>
          </a:p>
        </p:txBody>
      </p:sp>
      <p:sp>
        <p:nvSpPr>
          <p:cNvPr id="4" name="文本占位符 3"/>
          <p:cNvSpPr>
            <a:spLocks noGrp="1"/>
          </p:cNvSpPr>
          <p:nvPr>
            <p:ph type="body" idx="1"/>
            <p:custDataLst>
              <p:tags r:id="rId29"/>
            </p:custDataLst>
          </p:nvPr>
        </p:nvSpPr>
        <p:spPr>
          <a:xfrm>
            <a:off x="695960" y="1301749"/>
            <a:ext cx="10800000" cy="4873625"/>
          </a:xfrm>
          <a:prstGeom prst="rect">
            <a:avLst/>
          </a:prstGeom>
          <a:ln>
            <a:noFill/>
            <a:prstDash val="sysDash"/>
          </a:ln>
        </p:spPr>
        <p:txBody>
          <a:bodyPr vert="horz" lIns="90000" tIns="46800" rIns="90000" bIns="46800" rtlCol="0">
            <a:normAutofit/>
          </a:bodyPr>
          <a:lstStyle/>
          <a:p>
            <a:pPr marR="0" lvl="0" fontAlgn="auto">
              <a:lnSpc>
                <a:spcPct val="130000"/>
              </a:lnSpc>
              <a:spcBef>
                <a:spcPts val="1200"/>
              </a:spcBef>
              <a:spcAft>
                <a:spcPts val="0"/>
              </a:spcAft>
              <a:buClr>
                <a:srgbClr val="548235"/>
              </a:buClr>
              <a:buSzTx/>
              <a:buChar char="●"/>
            </a:pPr>
            <a:r>
              <a:rPr lang="zh-CN" altLang="en-US"/>
              <a:t>单击此处编辑母版文本样式</a:t>
            </a:r>
            <a:endParaRPr lang="zh-CN" altLang="en-US"/>
          </a:p>
          <a:p>
            <a:pPr lvl="1">
              <a:buChar char="●"/>
              <a:tabLst>
                <a:tab pos="1609725" algn="l"/>
              </a:tabLst>
            </a:pPr>
            <a:r>
              <a:rPr lang="zh-CN" altLang="en-US"/>
              <a:t>二级</a:t>
            </a:r>
            <a:endParaRPr lang="zh-CN" altLang="en-US"/>
          </a:p>
          <a:p>
            <a:pPr lvl="2">
              <a:buChar char="●"/>
            </a:pPr>
            <a:r>
              <a:rPr lang="zh-CN" altLang="en-US"/>
              <a:t>三级</a:t>
            </a:r>
            <a:endParaRPr lang="zh-CN" altLang="en-US"/>
          </a:p>
          <a:p>
            <a:pPr lvl="3">
              <a:buFont typeface="Wingdings" panose="05000000000000000000" charset="0"/>
              <a:buChar char=""/>
            </a:pPr>
            <a:r>
              <a:rPr lang="zh-CN" altLang="en-US"/>
              <a:t>四级</a:t>
            </a:r>
            <a:endParaRPr lang="zh-CN" altLang="en-US"/>
          </a:p>
          <a:p>
            <a:pPr lvl="4"/>
            <a:r>
              <a:rPr lang="zh-CN" altLang="en-US"/>
              <a:t>五级</a:t>
            </a:r>
            <a:endParaRPr lang="zh-CN" altLang="en-US"/>
          </a:p>
        </p:txBody>
      </p:sp>
      <p:sp>
        <p:nvSpPr>
          <p:cNvPr id="2" name="标题占位符 1"/>
          <p:cNvSpPr>
            <a:spLocks noGrp="1"/>
          </p:cNvSpPr>
          <p:nvPr>
            <p:ph type="title"/>
            <p:custDataLst>
              <p:tags r:id="rId30"/>
            </p:custDataLst>
          </p:nvPr>
        </p:nvSpPr>
        <p:spPr>
          <a:xfrm>
            <a:off x="695960" y="360000"/>
            <a:ext cx="10800000" cy="720000"/>
          </a:xfrm>
          <a:prstGeom prst="rect">
            <a:avLst/>
          </a:prstGeom>
          <a:noFill/>
          <a:ln>
            <a:noFill/>
            <a:prstDash val="sysDash"/>
          </a:ln>
        </p:spPr>
        <p:txBody>
          <a:bodyPr vert="horz" wrap="square" lIns="91440" tIns="45720" rIns="91440" bIns="45720" rtlCol="0" anchor="b" anchorCtr="0">
            <a:normAutofit/>
          </a:bodyPr>
          <a:lstStyle/>
          <a:p>
            <a:pPr marL="0" marR="0" lvl="0" fontAlgn="auto">
              <a:lnSpc>
                <a:spcPct val="100000"/>
              </a:lnSpc>
              <a:buClrTx/>
              <a:buSzTx/>
              <a:buFontTx/>
            </a:pPr>
            <a:r>
              <a:rPr lang="zh-CN" altLang="en-US" dirty="0"/>
              <a:t>单击此处编辑母版标题样式</a:t>
            </a:r>
            <a:endParaRPr lang="zh-CN" altLang="en-US" dirty="0"/>
          </a:p>
        </p:txBody>
      </p:sp>
      <p:sp>
        <p:nvSpPr>
          <p:cNvPr id="5" name="KSO_TEMPLATE" hidden="1"/>
          <p:cNvSpPr/>
          <p:nvPr userDrawn="1">
            <p:custDataLst>
              <p:tags r:id="rId31"/>
            </p:custDataLst>
          </p:nvPr>
        </p:nvSpPr>
        <p:spPr>
          <a:xfrm>
            <a:off x="0" y="0"/>
            <a:ext cx="0" cy="0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</p:spTree>
    <p:custDataLst>
      <p:tags r:id="rId32"/>
    </p:custDataLst>
  </p:cSld>
  <p:clrMap bg1="lt1" tx1="dk1" bg2="lt2" tx2="dk2" accent1="accent1" accent2="accent2" accent3="accent3" accent4="accent4" accent5="accent5" accent6="accent6" hlink="hlink" folHlink="folHlink"/>
  <p:sldLayoutIdLst>
    <p:sldLayoutId id="2147483660" r:id="rId1"/>
    <p:sldLayoutId id="2147483661" r:id="rId2"/>
    <p:sldLayoutId id="2147483662" r:id="rId3"/>
    <p:sldLayoutId id="2147483663" r:id="rId4"/>
    <p:sldLayoutId id="2147483664" r:id="rId5"/>
    <p:sldLayoutId id="2147483665" r:id="rId6"/>
    <p:sldLayoutId id="2147483666" r:id="rId7"/>
    <p:sldLayoutId id="2147483667" r:id="rId8"/>
    <p:sldLayoutId id="2147483668" r:id="rId9"/>
    <p:sldLayoutId id="2147483669" r:id="rId10"/>
    <p:sldLayoutId id="2147483670" r:id="rId11"/>
    <p:sldLayoutId id="2147483671" r:id="rId12"/>
    <p:sldLayoutId id="2147483672" r:id="rId13"/>
    <p:sldLayoutId id="2147483673" r:id="rId14"/>
    <p:sldLayoutId id="2147483674" r:id="rId15"/>
    <p:sldLayoutId id="2147483675" r:id="rId16"/>
    <p:sldLayoutId id="2147483676" r:id="rId17"/>
    <p:sldLayoutId id="2147483677" r:id="rId18"/>
    <p:sldLayoutId id="2147483678" r:id="rId19"/>
    <p:sldLayoutId id="2147483679" r:id="rId20"/>
    <p:sldLayoutId id="2147483680" r:id="rId21"/>
    <p:sldLayoutId id="2147483681" r:id="rId22"/>
    <p:sldLayoutId id="2147483682" r:id="rId23"/>
    <p:sldLayoutId id="2147483683" r:id="rId24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kumimoji="0" lang="zh-CN" altLang="en-US" sz="3200" b="0" i="0" u="none" strike="noStrike" kern="1200" cap="none" spc="300" normalizeH="0" baseline="0" smtClean="0">
          <a:ln>
            <a:noFill/>
            <a:prstDash val="sysDot"/>
          </a:ln>
          <a:solidFill>
            <a:schemeClr val="tx1">
              <a:lumMod val="85000"/>
              <a:lumOff val="15000"/>
            </a:schemeClr>
          </a:solidFill>
          <a:latin typeface="+mj-ea"/>
          <a:ea typeface="+mj-ea"/>
          <a:cs typeface="MiSans Normal" panose="00000500000000000000" charset="-122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kumimoji="0" lang="zh-CN" altLang="en-US" sz="1800" b="0" i="0" u="none" strike="noStrike" kern="1200" cap="none" spc="150" normalizeH="0" baseline="0">
          <a:ln>
            <a:noFill/>
            <a:prstDash val="sysDot"/>
          </a:ln>
          <a:solidFill>
            <a:schemeClr val="tx1">
              <a:lumMod val="75000"/>
              <a:lumOff val="25000"/>
            </a:schemeClr>
          </a:solidFill>
          <a:uFillTx/>
          <a:latin typeface="+mn-ea"/>
          <a:ea typeface="+mn-ea"/>
          <a:cs typeface="MiSans Normal" panose="00000500000000000000" charset="-122"/>
        </a:defRPr>
      </a:lvl1pPr>
      <a:lvl2pPr marL="685800" marR="0" indent="-228600" algn="l" defTabSz="914400" rtl="0" eaLnBrk="1" fontAlgn="auto" latinLnBrk="0" hangingPunct="1">
        <a:lnSpc>
          <a:spcPct val="120000"/>
        </a:lnSpc>
        <a:spcBef>
          <a:spcPts val="1200"/>
        </a:spcBef>
        <a:spcAft>
          <a:spcPts val="0"/>
        </a:spcAft>
        <a:buClr>
          <a:srgbClr val="548235"/>
        </a:buClr>
        <a:buFont typeface="Arial" panose="020B0604020202020204" pitchFamily="34" charset="0"/>
        <a:buChar char="•"/>
        <a:defRPr kumimoji="0" lang="zh-CN" altLang="en-US" sz="1600" b="0" i="0" u="none" strike="noStrike" kern="1200" cap="none" spc="150" normalizeH="0" baseline="0">
          <a:solidFill>
            <a:schemeClr val="tx1">
              <a:lumMod val="65000"/>
              <a:lumOff val="35000"/>
            </a:schemeClr>
          </a:solidFill>
          <a:uFillTx/>
          <a:latin typeface="+mn-ea"/>
          <a:ea typeface="+mn-ea"/>
          <a:cs typeface="MiSans Normal" panose="00000500000000000000" charset="-122"/>
          <a:sym typeface="+mn-ea"/>
        </a:defRPr>
      </a:lvl2pPr>
      <a:lvl3pPr marL="1143000" marR="0" indent="-228600" algn="l" defTabSz="914400" rtl="0" eaLnBrk="1" fontAlgn="auto" latinLnBrk="0" hangingPunct="1">
        <a:lnSpc>
          <a:spcPct val="120000"/>
        </a:lnSpc>
        <a:spcBef>
          <a:spcPts val="1200"/>
        </a:spcBef>
        <a:spcAft>
          <a:spcPts val="0"/>
        </a:spcAft>
        <a:buClr>
          <a:srgbClr val="548235"/>
        </a:buClr>
        <a:buFont typeface="Arial" panose="020B0604020202020204" pitchFamily="34" charset="0"/>
        <a:buChar char="•"/>
        <a:defRPr kumimoji="0" lang="zh-CN" altLang="en-US" sz="1600" b="0" i="0" u="none" strike="noStrike" kern="1200" cap="none" spc="150" normalizeH="0" baseline="0">
          <a:solidFill>
            <a:schemeClr val="tx1">
              <a:lumMod val="65000"/>
              <a:lumOff val="35000"/>
            </a:schemeClr>
          </a:solidFill>
          <a:uFillTx/>
          <a:latin typeface="+mn-ea"/>
          <a:ea typeface="+mn-ea"/>
          <a:cs typeface="MiSans Normal" panose="00000500000000000000" charset="-122"/>
          <a:sym typeface="+mn-ea"/>
        </a:defRPr>
      </a:lvl3pPr>
      <a:lvl4pPr marL="1600200" marR="0" indent="-228600" algn="l" defTabSz="914400" rtl="0" eaLnBrk="1" fontAlgn="auto" latinLnBrk="0" hangingPunct="1">
        <a:lnSpc>
          <a:spcPct val="120000"/>
        </a:lnSpc>
        <a:spcBef>
          <a:spcPts val="1200"/>
        </a:spcBef>
        <a:spcAft>
          <a:spcPts val="0"/>
        </a:spcAft>
        <a:buClr>
          <a:srgbClr val="548235"/>
        </a:buClr>
        <a:buFont typeface="Arial" panose="020B0604020202020204" pitchFamily="34" charset="0"/>
        <a:buChar char="•"/>
        <a:defRPr kumimoji="0" lang="zh-CN" altLang="en-US" sz="1400" b="0" i="0" u="none" strike="noStrike" kern="1200" cap="none" spc="150" normalizeH="0" baseline="0">
          <a:solidFill>
            <a:schemeClr val="tx1">
              <a:lumMod val="65000"/>
              <a:lumOff val="35000"/>
            </a:schemeClr>
          </a:solidFill>
          <a:uFillTx/>
          <a:latin typeface="+mn-ea"/>
          <a:ea typeface="+mn-ea"/>
          <a:cs typeface="MiSans Normal" panose="00000500000000000000" charset="-122"/>
          <a:sym typeface="+mn-ea"/>
        </a:defRPr>
      </a:lvl4pPr>
      <a:lvl5pPr marL="2057400" marR="0" indent="-228600" algn="l" defTabSz="914400" rtl="0" eaLnBrk="1" fontAlgn="auto" latinLnBrk="0" hangingPunct="1">
        <a:lnSpc>
          <a:spcPct val="120000"/>
        </a:lnSpc>
        <a:spcBef>
          <a:spcPts val="1200"/>
        </a:spcBef>
        <a:spcAft>
          <a:spcPts val="0"/>
        </a:spcAft>
        <a:buClr>
          <a:srgbClr val="548235"/>
        </a:buClr>
        <a:buFont typeface="Arial" panose="020B0604020202020204" pitchFamily="34" charset="0"/>
        <a:buChar char="•"/>
        <a:defRPr kumimoji="0" lang="zh-CN" altLang="en-US" sz="1400" b="0" i="0" u="none" strike="noStrike" kern="1200" cap="none" spc="150" normalizeH="0" baseline="0">
          <a:solidFill>
            <a:schemeClr val="tx1">
              <a:lumMod val="65000"/>
              <a:lumOff val="35000"/>
            </a:schemeClr>
          </a:solidFill>
          <a:uFillTx/>
          <a:latin typeface="+mn-ea"/>
          <a:ea typeface="+mn-ea"/>
          <a:cs typeface="MiSans Normal" panose="00000500000000000000" charset="-122"/>
          <a:sym typeface="+mn-ea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3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任意多边形: 形状 37"/>
          <p:cNvSpPr/>
          <p:nvPr>
            <p:custDataLst>
              <p:tags r:id="rId25"/>
            </p:custDataLst>
          </p:nvPr>
        </p:nvSpPr>
        <p:spPr>
          <a:xfrm flipV="1">
            <a:off x="5674360" y="1905"/>
            <a:ext cx="6517640" cy="6856095"/>
          </a:xfrm>
          <a:custGeom>
            <a:avLst/>
            <a:gdLst>
              <a:gd name="connsiteX0" fmla="*/ 11073245 w 11073245"/>
              <a:gd name="connsiteY0" fmla="*/ 7199311 h 7199311"/>
              <a:gd name="connsiteX1" fmla="*/ 0 w 11073245"/>
              <a:gd name="connsiteY1" fmla="*/ 7199311 h 7199311"/>
              <a:gd name="connsiteX2" fmla="*/ 0 w 11073245"/>
              <a:gd name="connsiteY2" fmla="*/ 0 h 7199311"/>
              <a:gd name="connsiteX3" fmla="*/ 11073245 w 11073245"/>
              <a:gd name="connsiteY3" fmla="*/ 0 h 719931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11073245" h="7199311">
                <a:moveTo>
                  <a:pt x="11073245" y="7199311"/>
                </a:moveTo>
                <a:lnTo>
                  <a:pt x="0" y="7199311"/>
                </a:lnTo>
                <a:lnTo>
                  <a:pt x="0" y="0"/>
                </a:lnTo>
                <a:lnTo>
                  <a:pt x="11073245" y="0"/>
                </a:lnTo>
                <a:close/>
              </a:path>
            </a:pathLst>
          </a:custGeom>
          <a:gradFill flip="none" rotWithShape="1">
            <a:gsLst>
              <a:gs pos="0">
                <a:schemeClr val="accent1">
                  <a:lumMod val="75000"/>
                  <a:alpha val="13000"/>
                </a:schemeClr>
              </a:gs>
              <a:gs pos="47000">
                <a:schemeClr val="accent1">
                  <a:alpha val="0"/>
                </a:schemeClr>
              </a:gs>
            </a:gsLst>
            <a:path path="circle">
              <a:fillToRect l="100000" b="100000"/>
            </a:path>
            <a:tileRect t="-100000" r="-100000"/>
          </a:gra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rgbClr val="0099FF">
              <a:shade val="50000"/>
            </a:srgbClr>
          </a:lnRef>
          <a:fillRef idx="1">
            <a:srgbClr val="0099FF"/>
          </a:fillRef>
          <a:effectRef idx="0">
            <a:srgbClr val="0099FF"/>
          </a:effectRef>
          <a:fontRef idx="minor">
            <a:sysClr val="window" lastClr="FFFFFF"/>
          </a:fontRef>
        </p:style>
        <p:txBody>
          <a:bodyPr wrap="square" rtlCol="0" anchor="ctr">
            <a:noAutofit/>
          </a:bodyPr>
          <a:lstStyle/>
          <a:p>
            <a:pPr algn="ctr"/>
            <a:endParaRPr lang="zh-CN" altLang="en-US"/>
          </a:p>
        </p:txBody>
      </p:sp>
      <p:sp>
        <p:nvSpPr>
          <p:cNvPr id="9" name="日期占位符 8"/>
          <p:cNvSpPr>
            <a:spLocks noGrp="1"/>
          </p:cNvSpPr>
          <p:nvPr>
            <p:ph type="dt" sz="half" idx="10"/>
            <p:custDataLst>
              <p:tags r:id="rId26"/>
            </p:custDataLst>
          </p:nvPr>
        </p:nvSpPr>
        <p:spPr>
          <a:xfrm>
            <a:off x="695960" y="6356350"/>
            <a:ext cx="2743200" cy="365125"/>
          </a:xfrm>
        </p:spPr>
        <p:txBody>
          <a:bodyPr/>
          <a:lstStyle/>
          <a:p>
            <a:fld id="{AFF1154F-E427-4513-B34B-94E36374A1AB}" type="datetimeFigureOut">
              <a:rPr lang="zh-CN" altLang="en-US" smtClean="0"/>
            </a:fld>
            <a:endParaRPr lang="zh-CN" altLang="en-US"/>
          </a:p>
        </p:txBody>
      </p:sp>
      <p:sp>
        <p:nvSpPr>
          <p:cNvPr id="12" name="页脚占位符 11"/>
          <p:cNvSpPr>
            <a:spLocks noGrp="1"/>
          </p:cNvSpPr>
          <p:nvPr>
            <p:ph type="ftr" sz="quarter" idx="11"/>
            <p:custDataLst>
              <p:tags r:id="rId27"/>
            </p:custDataLst>
          </p:nvPr>
        </p:nvSpPr>
        <p:spPr>
          <a:xfrm>
            <a:off x="4038600" y="6356350"/>
            <a:ext cx="4114800" cy="365125"/>
          </a:xfrm>
        </p:spPr>
        <p:txBody>
          <a:bodyPr/>
          <a:lstStyle/>
          <a:p>
            <a:endParaRPr lang="zh-CN" altLang="en-US"/>
          </a:p>
        </p:txBody>
      </p:sp>
      <p:sp>
        <p:nvSpPr>
          <p:cNvPr id="13" name="灯片编号占位符 12"/>
          <p:cNvSpPr>
            <a:spLocks noGrp="1"/>
          </p:cNvSpPr>
          <p:nvPr>
            <p:ph type="sldNum" sz="quarter" idx="12"/>
            <p:custDataLst>
              <p:tags r:id="rId28"/>
            </p:custDataLst>
          </p:nvPr>
        </p:nvSpPr>
        <p:spPr>
          <a:xfrm>
            <a:off x="8753983" y="6356350"/>
            <a:ext cx="2743200" cy="365125"/>
          </a:xfrm>
        </p:spPr>
        <p:txBody>
          <a:bodyPr/>
          <a:lstStyle/>
          <a:p>
            <a:fld id="{CFDA0808-8B01-405B-8ED6-12013DCE0AF6}" type="slidenum">
              <a:rPr lang="zh-CN" altLang="en-US" smtClean="0"/>
            </a:fld>
            <a:endParaRPr lang="zh-CN" altLang="en-US"/>
          </a:p>
        </p:txBody>
      </p:sp>
      <p:sp>
        <p:nvSpPr>
          <p:cNvPr id="4" name="文本占位符 3"/>
          <p:cNvSpPr>
            <a:spLocks noGrp="1"/>
          </p:cNvSpPr>
          <p:nvPr>
            <p:ph type="body" idx="1"/>
            <p:custDataLst>
              <p:tags r:id="rId29"/>
            </p:custDataLst>
          </p:nvPr>
        </p:nvSpPr>
        <p:spPr>
          <a:xfrm>
            <a:off x="695960" y="1301749"/>
            <a:ext cx="10800000" cy="4873625"/>
          </a:xfrm>
          <a:prstGeom prst="rect">
            <a:avLst/>
          </a:prstGeom>
          <a:ln>
            <a:noFill/>
            <a:prstDash val="sysDash"/>
          </a:ln>
        </p:spPr>
        <p:txBody>
          <a:bodyPr vert="horz" lIns="90000" tIns="46800" rIns="90000" bIns="46800" rtlCol="0">
            <a:normAutofit/>
          </a:bodyPr>
          <a:lstStyle/>
          <a:p>
            <a:pPr marR="0" lvl="0" fontAlgn="auto">
              <a:lnSpc>
                <a:spcPct val="130000"/>
              </a:lnSpc>
              <a:spcBef>
                <a:spcPts val="1200"/>
              </a:spcBef>
              <a:spcAft>
                <a:spcPts val="0"/>
              </a:spcAft>
              <a:buClr>
                <a:srgbClr val="548235"/>
              </a:buClr>
              <a:buSzTx/>
              <a:buChar char="●"/>
            </a:pPr>
            <a:r>
              <a:rPr lang="zh-CN" altLang="en-US"/>
              <a:t>单击此处编辑母版文本样式</a:t>
            </a:r>
            <a:endParaRPr lang="zh-CN" altLang="en-US"/>
          </a:p>
          <a:p>
            <a:pPr lvl="1">
              <a:buChar char="●"/>
              <a:tabLst>
                <a:tab pos="1609725" algn="l"/>
              </a:tabLst>
            </a:pPr>
            <a:r>
              <a:rPr lang="zh-CN" altLang="en-US"/>
              <a:t>二级</a:t>
            </a:r>
            <a:endParaRPr lang="zh-CN" altLang="en-US"/>
          </a:p>
          <a:p>
            <a:pPr lvl="2">
              <a:buChar char="●"/>
            </a:pPr>
            <a:r>
              <a:rPr lang="zh-CN" altLang="en-US"/>
              <a:t>三级</a:t>
            </a:r>
            <a:endParaRPr lang="zh-CN" altLang="en-US"/>
          </a:p>
          <a:p>
            <a:pPr lvl="3">
              <a:buFont typeface="Wingdings" panose="05000000000000000000" charset="0"/>
              <a:buChar char=""/>
            </a:pPr>
            <a:r>
              <a:rPr lang="zh-CN" altLang="en-US"/>
              <a:t>四级</a:t>
            </a:r>
            <a:endParaRPr lang="zh-CN" altLang="en-US"/>
          </a:p>
          <a:p>
            <a:pPr lvl="4"/>
            <a:r>
              <a:rPr lang="zh-CN" altLang="en-US"/>
              <a:t>五级</a:t>
            </a:r>
            <a:endParaRPr lang="zh-CN" altLang="en-US"/>
          </a:p>
        </p:txBody>
      </p:sp>
      <p:sp>
        <p:nvSpPr>
          <p:cNvPr id="2" name="标题占位符 1"/>
          <p:cNvSpPr>
            <a:spLocks noGrp="1"/>
          </p:cNvSpPr>
          <p:nvPr>
            <p:ph type="title"/>
            <p:custDataLst>
              <p:tags r:id="rId30"/>
            </p:custDataLst>
          </p:nvPr>
        </p:nvSpPr>
        <p:spPr>
          <a:xfrm>
            <a:off x="695960" y="360000"/>
            <a:ext cx="10800000" cy="720000"/>
          </a:xfrm>
          <a:prstGeom prst="rect">
            <a:avLst/>
          </a:prstGeom>
          <a:noFill/>
          <a:ln>
            <a:noFill/>
            <a:prstDash val="sysDash"/>
          </a:ln>
        </p:spPr>
        <p:txBody>
          <a:bodyPr vert="horz" wrap="square" lIns="91440" tIns="45720" rIns="91440" bIns="45720" rtlCol="0" anchor="b" anchorCtr="0">
            <a:normAutofit/>
          </a:bodyPr>
          <a:lstStyle/>
          <a:p>
            <a:pPr marL="0" marR="0" lvl="0" fontAlgn="auto">
              <a:lnSpc>
                <a:spcPct val="100000"/>
              </a:lnSpc>
              <a:buClrTx/>
              <a:buSzTx/>
              <a:buFontTx/>
            </a:pPr>
            <a:r>
              <a:rPr lang="zh-CN" altLang="en-US" dirty="0"/>
              <a:t>单击此处编辑母版标题样式</a:t>
            </a:r>
            <a:endParaRPr lang="zh-CN" altLang="en-US" dirty="0"/>
          </a:p>
        </p:txBody>
      </p:sp>
      <p:sp>
        <p:nvSpPr>
          <p:cNvPr id="5" name="KSO_TEMPLATE" hidden="1"/>
          <p:cNvSpPr/>
          <p:nvPr userDrawn="1">
            <p:custDataLst>
              <p:tags r:id="rId31"/>
            </p:custDataLst>
          </p:nvPr>
        </p:nvSpPr>
        <p:spPr>
          <a:xfrm>
            <a:off x="0" y="0"/>
            <a:ext cx="0" cy="0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</p:spTree>
    <p:custDataLst>
      <p:tags r:id="rId32"/>
    </p:custDataLst>
  </p:cSld>
  <p:clrMap bg1="lt1" tx1="dk1" bg2="lt2" tx2="dk2" accent1="accent1" accent2="accent2" accent3="accent3" accent4="accent4" accent5="accent5" accent6="accent6" hlink="hlink" folHlink="folHlink"/>
  <p:sldLayoutIdLst>
    <p:sldLayoutId id="2147483685" r:id="rId1"/>
    <p:sldLayoutId id="2147483686" r:id="rId2"/>
    <p:sldLayoutId id="2147483687" r:id="rId3"/>
    <p:sldLayoutId id="2147483688" r:id="rId4"/>
    <p:sldLayoutId id="2147483689" r:id="rId5"/>
    <p:sldLayoutId id="2147483690" r:id="rId6"/>
    <p:sldLayoutId id="2147483691" r:id="rId7"/>
    <p:sldLayoutId id="2147483692" r:id="rId8"/>
    <p:sldLayoutId id="2147483693" r:id="rId9"/>
    <p:sldLayoutId id="2147483694" r:id="rId10"/>
    <p:sldLayoutId id="2147483695" r:id="rId11"/>
    <p:sldLayoutId id="2147483696" r:id="rId12"/>
    <p:sldLayoutId id="2147483697" r:id="rId13"/>
    <p:sldLayoutId id="2147483698" r:id="rId14"/>
    <p:sldLayoutId id="2147483699" r:id="rId15"/>
    <p:sldLayoutId id="2147483700" r:id="rId16"/>
    <p:sldLayoutId id="2147483701" r:id="rId17"/>
    <p:sldLayoutId id="2147483702" r:id="rId18"/>
    <p:sldLayoutId id="2147483703" r:id="rId19"/>
    <p:sldLayoutId id="2147483704" r:id="rId20"/>
    <p:sldLayoutId id="2147483705" r:id="rId21"/>
    <p:sldLayoutId id="2147483706" r:id="rId22"/>
    <p:sldLayoutId id="2147483707" r:id="rId23"/>
    <p:sldLayoutId id="2147483708" r:id="rId24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kumimoji="0" lang="zh-CN" altLang="en-US" sz="3200" b="0" i="0" u="none" strike="noStrike" kern="1200" cap="none" spc="300" normalizeH="0" baseline="0" smtClean="0">
          <a:ln>
            <a:noFill/>
            <a:prstDash val="sysDot"/>
          </a:ln>
          <a:solidFill>
            <a:schemeClr val="tx1">
              <a:lumMod val="85000"/>
              <a:lumOff val="15000"/>
            </a:schemeClr>
          </a:solidFill>
          <a:latin typeface="+mj-ea"/>
          <a:ea typeface="+mj-ea"/>
          <a:cs typeface="MiSans Normal" panose="00000500000000000000" charset="-122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kumimoji="0" lang="zh-CN" altLang="en-US" sz="1800" b="0" i="0" u="none" strike="noStrike" kern="1200" cap="none" spc="150" normalizeH="0" baseline="0">
          <a:ln>
            <a:noFill/>
            <a:prstDash val="sysDot"/>
          </a:ln>
          <a:solidFill>
            <a:schemeClr val="tx1">
              <a:lumMod val="75000"/>
              <a:lumOff val="25000"/>
            </a:schemeClr>
          </a:solidFill>
          <a:uFillTx/>
          <a:latin typeface="+mn-ea"/>
          <a:ea typeface="+mn-ea"/>
          <a:cs typeface="MiSans Normal" panose="00000500000000000000" charset="-122"/>
        </a:defRPr>
      </a:lvl1pPr>
      <a:lvl2pPr marL="685800" marR="0" indent="-228600" algn="l" defTabSz="914400" rtl="0" eaLnBrk="1" fontAlgn="auto" latinLnBrk="0" hangingPunct="1">
        <a:lnSpc>
          <a:spcPct val="120000"/>
        </a:lnSpc>
        <a:spcBef>
          <a:spcPts val="1200"/>
        </a:spcBef>
        <a:spcAft>
          <a:spcPts val="0"/>
        </a:spcAft>
        <a:buClr>
          <a:srgbClr val="548235"/>
        </a:buClr>
        <a:buFont typeface="Arial" panose="020B0604020202020204" pitchFamily="34" charset="0"/>
        <a:buChar char="•"/>
        <a:defRPr kumimoji="0" lang="zh-CN" altLang="en-US" sz="1600" b="0" i="0" u="none" strike="noStrike" kern="1200" cap="none" spc="150" normalizeH="0" baseline="0">
          <a:solidFill>
            <a:schemeClr val="tx1">
              <a:lumMod val="65000"/>
              <a:lumOff val="35000"/>
            </a:schemeClr>
          </a:solidFill>
          <a:uFillTx/>
          <a:latin typeface="+mn-ea"/>
          <a:ea typeface="+mn-ea"/>
          <a:cs typeface="MiSans Normal" panose="00000500000000000000" charset="-122"/>
          <a:sym typeface="+mn-ea"/>
        </a:defRPr>
      </a:lvl2pPr>
      <a:lvl3pPr marL="1143000" marR="0" indent="-228600" algn="l" defTabSz="914400" rtl="0" eaLnBrk="1" fontAlgn="auto" latinLnBrk="0" hangingPunct="1">
        <a:lnSpc>
          <a:spcPct val="120000"/>
        </a:lnSpc>
        <a:spcBef>
          <a:spcPts val="1200"/>
        </a:spcBef>
        <a:spcAft>
          <a:spcPts val="0"/>
        </a:spcAft>
        <a:buClr>
          <a:srgbClr val="548235"/>
        </a:buClr>
        <a:buFont typeface="Arial" panose="020B0604020202020204" pitchFamily="34" charset="0"/>
        <a:buChar char="•"/>
        <a:defRPr kumimoji="0" lang="zh-CN" altLang="en-US" sz="1600" b="0" i="0" u="none" strike="noStrike" kern="1200" cap="none" spc="150" normalizeH="0" baseline="0">
          <a:solidFill>
            <a:schemeClr val="tx1">
              <a:lumMod val="65000"/>
              <a:lumOff val="35000"/>
            </a:schemeClr>
          </a:solidFill>
          <a:uFillTx/>
          <a:latin typeface="+mn-ea"/>
          <a:ea typeface="+mn-ea"/>
          <a:cs typeface="MiSans Normal" panose="00000500000000000000" charset="-122"/>
          <a:sym typeface="+mn-ea"/>
        </a:defRPr>
      </a:lvl3pPr>
      <a:lvl4pPr marL="1600200" marR="0" indent="-228600" algn="l" defTabSz="914400" rtl="0" eaLnBrk="1" fontAlgn="auto" latinLnBrk="0" hangingPunct="1">
        <a:lnSpc>
          <a:spcPct val="120000"/>
        </a:lnSpc>
        <a:spcBef>
          <a:spcPts val="1200"/>
        </a:spcBef>
        <a:spcAft>
          <a:spcPts val="0"/>
        </a:spcAft>
        <a:buClr>
          <a:srgbClr val="548235"/>
        </a:buClr>
        <a:buFont typeface="Arial" panose="020B0604020202020204" pitchFamily="34" charset="0"/>
        <a:buChar char="•"/>
        <a:defRPr kumimoji="0" lang="zh-CN" altLang="en-US" sz="1400" b="0" i="0" u="none" strike="noStrike" kern="1200" cap="none" spc="150" normalizeH="0" baseline="0">
          <a:solidFill>
            <a:schemeClr val="tx1">
              <a:lumMod val="65000"/>
              <a:lumOff val="35000"/>
            </a:schemeClr>
          </a:solidFill>
          <a:uFillTx/>
          <a:latin typeface="+mn-ea"/>
          <a:ea typeface="+mn-ea"/>
          <a:cs typeface="MiSans Normal" panose="00000500000000000000" charset="-122"/>
          <a:sym typeface="+mn-ea"/>
        </a:defRPr>
      </a:lvl4pPr>
      <a:lvl5pPr marL="2057400" marR="0" indent="-228600" algn="l" defTabSz="914400" rtl="0" eaLnBrk="1" fontAlgn="auto" latinLnBrk="0" hangingPunct="1">
        <a:lnSpc>
          <a:spcPct val="120000"/>
        </a:lnSpc>
        <a:spcBef>
          <a:spcPts val="1200"/>
        </a:spcBef>
        <a:spcAft>
          <a:spcPts val="0"/>
        </a:spcAft>
        <a:buClr>
          <a:srgbClr val="548235"/>
        </a:buClr>
        <a:buFont typeface="Arial" panose="020B0604020202020204" pitchFamily="34" charset="0"/>
        <a:buChar char="•"/>
        <a:defRPr kumimoji="0" lang="zh-CN" altLang="en-US" sz="1400" b="0" i="0" u="none" strike="noStrike" kern="1200" cap="none" spc="150" normalizeH="0" baseline="0">
          <a:solidFill>
            <a:schemeClr val="tx1">
              <a:lumMod val="65000"/>
              <a:lumOff val="35000"/>
            </a:schemeClr>
          </a:solidFill>
          <a:uFillTx/>
          <a:latin typeface="+mn-ea"/>
          <a:ea typeface="+mn-ea"/>
          <a:cs typeface="MiSans Normal" panose="00000500000000000000" charset="-122"/>
          <a:sym typeface="+mn-ea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5" Type="http://schemas.openxmlformats.org/officeDocument/2006/relationships/slideLayout" Target="../slideLayouts/slideLayout31.xml"/><Relationship Id="rId4" Type="http://schemas.openxmlformats.org/officeDocument/2006/relationships/tags" Target="../tags/tag524.xml"/><Relationship Id="rId3" Type="http://schemas.openxmlformats.org/officeDocument/2006/relationships/tags" Target="../tags/tag523.xml"/><Relationship Id="rId2" Type="http://schemas.openxmlformats.org/officeDocument/2006/relationships/tags" Target="../tags/tag522.xml"/><Relationship Id="rId1" Type="http://schemas.openxmlformats.org/officeDocument/2006/relationships/tags" Target="../tags/tag52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55.xml"/><Relationship Id="rId2" Type="http://schemas.openxmlformats.org/officeDocument/2006/relationships/tags" Target="../tags/tag526.xml"/><Relationship Id="rId1" Type="http://schemas.openxmlformats.org/officeDocument/2006/relationships/tags" Target="../tags/tag525.xml"/></Relationships>
</file>

<file path=ppt/slides/_rels/slide3.xml.rels><?xml version="1.0" encoding="UTF-8" standalone="yes"?>
<Relationships xmlns="http://schemas.openxmlformats.org/package/2006/relationships"><Relationship Id="rId9" Type="http://schemas.openxmlformats.org/officeDocument/2006/relationships/tags" Target="../tags/tag535.xml"/><Relationship Id="rId8" Type="http://schemas.openxmlformats.org/officeDocument/2006/relationships/tags" Target="../tags/tag534.xml"/><Relationship Id="rId7" Type="http://schemas.openxmlformats.org/officeDocument/2006/relationships/tags" Target="../tags/tag533.xml"/><Relationship Id="rId6" Type="http://schemas.openxmlformats.org/officeDocument/2006/relationships/tags" Target="../tags/tag532.xml"/><Relationship Id="rId5" Type="http://schemas.openxmlformats.org/officeDocument/2006/relationships/tags" Target="../tags/tag531.xml"/><Relationship Id="rId4" Type="http://schemas.openxmlformats.org/officeDocument/2006/relationships/tags" Target="../tags/tag530.xml"/><Relationship Id="rId3" Type="http://schemas.openxmlformats.org/officeDocument/2006/relationships/tags" Target="../tags/tag529.xml"/><Relationship Id="rId2" Type="http://schemas.openxmlformats.org/officeDocument/2006/relationships/tags" Target="../tags/tag528.xml"/><Relationship Id="rId16" Type="http://schemas.openxmlformats.org/officeDocument/2006/relationships/slideLayout" Target="../slideLayouts/slideLayout22.xml"/><Relationship Id="rId15" Type="http://schemas.openxmlformats.org/officeDocument/2006/relationships/tags" Target="../tags/tag541.xml"/><Relationship Id="rId14" Type="http://schemas.openxmlformats.org/officeDocument/2006/relationships/tags" Target="../tags/tag540.xml"/><Relationship Id="rId13" Type="http://schemas.openxmlformats.org/officeDocument/2006/relationships/tags" Target="../tags/tag539.xml"/><Relationship Id="rId12" Type="http://schemas.openxmlformats.org/officeDocument/2006/relationships/tags" Target="../tags/tag538.xml"/><Relationship Id="rId11" Type="http://schemas.openxmlformats.org/officeDocument/2006/relationships/tags" Target="../tags/tag537.xml"/><Relationship Id="rId10" Type="http://schemas.openxmlformats.org/officeDocument/2006/relationships/tags" Target="../tags/tag536.xml"/><Relationship Id="rId1" Type="http://schemas.openxmlformats.org/officeDocument/2006/relationships/tags" Target="../tags/tag527.xml"/></Relationships>
</file>

<file path=ppt/slides/_rels/slide4.xml.rels><?xml version="1.0" encoding="UTF-8" standalone="yes"?>
<Relationships xmlns="http://schemas.openxmlformats.org/package/2006/relationships"><Relationship Id="rId4" Type="http://schemas.openxmlformats.org/officeDocument/2006/relationships/slideLayout" Target="../slideLayouts/slideLayout32.xml"/><Relationship Id="rId3" Type="http://schemas.openxmlformats.org/officeDocument/2006/relationships/tags" Target="../tags/tag544.xml"/><Relationship Id="rId2" Type="http://schemas.openxmlformats.org/officeDocument/2006/relationships/tags" Target="../tags/tag543.xml"/><Relationship Id="rId1" Type="http://schemas.openxmlformats.org/officeDocument/2006/relationships/tags" Target="../tags/tag542.xml"/></Relationships>
</file>

<file path=ppt/slides/_rels/slide5.xml.rels><?xml version="1.0" encoding="UTF-8" standalone="yes"?>
<Relationships xmlns="http://schemas.openxmlformats.org/package/2006/relationships"><Relationship Id="rId9" Type="http://schemas.openxmlformats.org/officeDocument/2006/relationships/image" Target="../media/image17.jpeg"/><Relationship Id="rId8" Type="http://schemas.openxmlformats.org/officeDocument/2006/relationships/tags" Target="../tags/tag551.xml"/><Relationship Id="rId7" Type="http://schemas.openxmlformats.org/officeDocument/2006/relationships/tags" Target="../tags/tag550.xml"/><Relationship Id="rId6" Type="http://schemas.openxmlformats.org/officeDocument/2006/relationships/tags" Target="../tags/tag549.xml"/><Relationship Id="rId5" Type="http://schemas.openxmlformats.org/officeDocument/2006/relationships/tags" Target="../tags/tag548.xml"/><Relationship Id="rId4" Type="http://schemas.openxmlformats.org/officeDocument/2006/relationships/image" Target="../media/image16.jpeg"/><Relationship Id="rId3" Type="http://schemas.openxmlformats.org/officeDocument/2006/relationships/tags" Target="../tags/tag547.xml"/><Relationship Id="rId2" Type="http://schemas.openxmlformats.org/officeDocument/2006/relationships/tags" Target="../tags/tag546.xml"/><Relationship Id="rId13" Type="http://schemas.openxmlformats.org/officeDocument/2006/relationships/slideLayout" Target="../slideLayouts/slideLayout19.xml"/><Relationship Id="rId12" Type="http://schemas.openxmlformats.org/officeDocument/2006/relationships/tags" Target="../tags/tag554.xml"/><Relationship Id="rId11" Type="http://schemas.openxmlformats.org/officeDocument/2006/relationships/tags" Target="../tags/tag553.xml"/><Relationship Id="rId10" Type="http://schemas.openxmlformats.org/officeDocument/2006/relationships/tags" Target="../tags/tag552.xml"/><Relationship Id="rId1" Type="http://schemas.openxmlformats.org/officeDocument/2006/relationships/tags" Target="../tags/tag545.xml"/></Relationships>
</file>

<file path=ppt/slides/_rels/slide6.xml.rels><?xml version="1.0" encoding="UTF-8" standalone="yes"?>
<Relationships xmlns="http://schemas.openxmlformats.org/package/2006/relationships"><Relationship Id="rId9" Type="http://schemas.openxmlformats.org/officeDocument/2006/relationships/tags" Target="../tags/tag563.xml"/><Relationship Id="rId8" Type="http://schemas.openxmlformats.org/officeDocument/2006/relationships/tags" Target="../tags/tag562.xml"/><Relationship Id="rId7" Type="http://schemas.openxmlformats.org/officeDocument/2006/relationships/tags" Target="../tags/tag561.xml"/><Relationship Id="rId6" Type="http://schemas.openxmlformats.org/officeDocument/2006/relationships/tags" Target="../tags/tag560.xml"/><Relationship Id="rId5" Type="http://schemas.openxmlformats.org/officeDocument/2006/relationships/tags" Target="../tags/tag559.xml"/><Relationship Id="rId4" Type="http://schemas.openxmlformats.org/officeDocument/2006/relationships/tags" Target="../tags/tag558.xml"/><Relationship Id="rId3" Type="http://schemas.openxmlformats.org/officeDocument/2006/relationships/tags" Target="../tags/tag557.xml"/><Relationship Id="rId2" Type="http://schemas.openxmlformats.org/officeDocument/2006/relationships/tags" Target="../tags/tag556.xml"/><Relationship Id="rId12" Type="http://schemas.openxmlformats.org/officeDocument/2006/relationships/slideLayout" Target="../slideLayouts/slideLayout12.xml"/><Relationship Id="rId11" Type="http://schemas.openxmlformats.org/officeDocument/2006/relationships/tags" Target="../tags/tag565.xml"/><Relationship Id="rId10" Type="http://schemas.openxmlformats.org/officeDocument/2006/relationships/tags" Target="../tags/tag564.xml"/><Relationship Id="rId1" Type="http://schemas.openxmlformats.org/officeDocument/2006/relationships/tags" Target="../tags/tag555.xml"/></Relationships>
</file>

<file path=ppt/slides/_rels/slide7.xml.rels><?xml version="1.0" encoding="UTF-8" standalone="yes"?>
<Relationships xmlns="http://schemas.openxmlformats.org/package/2006/relationships"><Relationship Id="rId4" Type="http://schemas.openxmlformats.org/officeDocument/2006/relationships/slideLayout" Target="../slideLayouts/slideLayout32.xml"/><Relationship Id="rId3" Type="http://schemas.openxmlformats.org/officeDocument/2006/relationships/tags" Target="../tags/tag568.xml"/><Relationship Id="rId2" Type="http://schemas.openxmlformats.org/officeDocument/2006/relationships/tags" Target="../tags/tag567.xml"/><Relationship Id="rId1" Type="http://schemas.openxmlformats.org/officeDocument/2006/relationships/tags" Target="../tags/tag566.xml"/></Relationships>
</file>

<file path=ppt/slides/_rels/slide8.xml.rels><?xml version="1.0" encoding="UTF-8" standalone="yes"?>
<Relationships xmlns="http://schemas.openxmlformats.org/package/2006/relationships"><Relationship Id="rId9" Type="http://schemas.openxmlformats.org/officeDocument/2006/relationships/tags" Target="../tags/tag576.xml"/><Relationship Id="rId8" Type="http://schemas.openxmlformats.org/officeDocument/2006/relationships/tags" Target="../tags/tag575.xml"/><Relationship Id="rId7" Type="http://schemas.openxmlformats.org/officeDocument/2006/relationships/tags" Target="../tags/tag574.xml"/><Relationship Id="rId6" Type="http://schemas.openxmlformats.org/officeDocument/2006/relationships/tags" Target="../tags/tag573.xml"/><Relationship Id="rId5" Type="http://schemas.openxmlformats.org/officeDocument/2006/relationships/tags" Target="../tags/tag572.xml"/><Relationship Id="rId4" Type="http://schemas.openxmlformats.org/officeDocument/2006/relationships/tags" Target="../tags/tag571.xml"/><Relationship Id="rId3" Type="http://schemas.openxmlformats.org/officeDocument/2006/relationships/image" Target="../media/image18.jpeg"/><Relationship Id="rId2" Type="http://schemas.openxmlformats.org/officeDocument/2006/relationships/tags" Target="../tags/tag570.xml"/><Relationship Id="rId11" Type="http://schemas.openxmlformats.org/officeDocument/2006/relationships/slideLayout" Target="../slideLayouts/slideLayout18.xml"/><Relationship Id="rId10" Type="http://schemas.openxmlformats.org/officeDocument/2006/relationships/tags" Target="../tags/tag577.xml"/><Relationship Id="rId1" Type="http://schemas.openxmlformats.org/officeDocument/2006/relationships/tags" Target="../tags/tag569.xml"/></Relationships>
</file>

<file path=ppt/slides/_rels/slide9.xml.rels><?xml version="1.0" encoding="UTF-8" standalone="yes"?>
<Relationships xmlns="http://schemas.openxmlformats.org/package/2006/relationships"><Relationship Id="rId4" Type="http://schemas.openxmlformats.org/officeDocument/2006/relationships/slideLayout" Target="../slideLayouts/slideLayout32.xml"/><Relationship Id="rId3" Type="http://schemas.openxmlformats.org/officeDocument/2006/relationships/tags" Target="../tags/tag580.xml"/><Relationship Id="rId2" Type="http://schemas.openxmlformats.org/officeDocument/2006/relationships/tags" Target="../tags/tag579.xml"/><Relationship Id="rId1" Type="http://schemas.openxmlformats.org/officeDocument/2006/relationships/tags" Target="../tags/tag578.xml"/></Relationships>
</file>

<file path=ppt/slides/_rels/slide10.xml.rels><?xml version="1.0" encoding="UTF-8" standalone="yes"?>
<Relationships xmlns="http://schemas.openxmlformats.org/package/2006/relationships"><Relationship Id="rId9" Type="http://schemas.openxmlformats.org/officeDocument/2006/relationships/image" Target="../media/image20.jpeg"/><Relationship Id="rId8" Type="http://schemas.openxmlformats.org/officeDocument/2006/relationships/tags" Target="../tags/tag587.xml"/><Relationship Id="rId7" Type="http://schemas.openxmlformats.org/officeDocument/2006/relationships/tags" Target="../tags/tag586.xml"/><Relationship Id="rId6" Type="http://schemas.openxmlformats.org/officeDocument/2006/relationships/tags" Target="../tags/tag585.xml"/><Relationship Id="rId5" Type="http://schemas.openxmlformats.org/officeDocument/2006/relationships/tags" Target="../tags/tag584.xml"/><Relationship Id="rId4" Type="http://schemas.openxmlformats.org/officeDocument/2006/relationships/image" Target="../media/image19.jpeg"/><Relationship Id="rId3" Type="http://schemas.openxmlformats.org/officeDocument/2006/relationships/tags" Target="../tags/tag583.xml"/><Relationship Id="rId2" Type="http://schemas.openxmlformats.org/officeDocument/2006/relationships/tags" Target="../tags/tag582.xml"/><Relationship Id="rId18" Type="http://schemas.openxmlformats.org/officeDocument/2006/relationships/slideLayout" Target="../slideLayouts/slideLayout16.xml"/><Relationship Id="rId17" Type="http://schemas.openxmlformats.org/officeDocument/2006/relationships/tags" Target="../tags/tag594.xml"/><Relationship Id="rId16" Type="http://schemas.openxmlformats.org/officeDocument/2006/relationships/tags" Target="../tags/tag593.xml"/><Relationship Id="rId15" Type="http://schemas.openxmlformats.org/officeDocument/2006/relationships/tags" Target="../tags/tag592.xml"/><Relationship Id="rId14" Type="http://schemas.openxmlformats.org/officeDocument/2006/relationships/image" Target="../media/image21.jpeg"/><Relationship Id="rId13" Type="http://schemas.openxmlformats.org/officeDocument/2006/relationships/tags" Target="../tags/tag591.xml"/><Relationship Id="rId12" Type="http://schemas.openxmlformats.org/officeDocument/2006/relationships/tags" Target="../tags/tag590.xml"/><Relationship Id="rId11" Type="http://schemas.openxmlformats.org/officeDocument/2006/relationships/tags" Target="../tags/tag589.xml"/><Relationship Id="rId10" Type="http://schemas.openxmlformats.org/officeDocument/2006/relationships/tags" Target="../tags/tag588.xml"/><Relationship Id="rId1" Type="http://schemas.openxmlformats.org/officeDocument/2006/relationships/tags" Target="../tags/tag581.xml"/></Relationships>
</file>

<file path=ppt/slides/_rels/slide11.xml.rels><?xml version="1.0" encoding="UTF-8" standalone="yes"?>
<Relationships xmlns="http://schemas.openxmlformats.org/package/2006/relationships"><Relationship Id="rId9" Type="http://schemas.openxmlformats.org/officeDocument/2006/relationships/tags" Target="../tags/tag602.xml"/><Relationship Id="rId8" Type="http://schemas.openxmlformats.org/officeDocument/2006/relationships/tags" Target="../tags/tag601.xml"/><Relationship Id="rId7" Type="http://schemas.openxmlformats.org/officeDocument/2006/relationships/tags" Target="../tags/tag600.xml"/><Relationship Id="rId6" Type="http://schemas.openxmlformats.org/officeDocument/2006/relationships/tags" Target="../tags/tag599.xml"/><Relationship Id="rId5" Type="http://schemas.openxmlformats.org/officeDocument/2006/relationships/tags" Target="../tags/tag598.xml"/><Relationship Id="rId4" Type="http://schemas.openxmlformats.org/officeDocument/2006/relationships/tags" Target="../tags/tag597.xml"/><Relationship Id="rId3" Type="http://schemas.openxmlformats.org/officeDocument/2006/relationships/image" Target="../media/image22.jpeg"/><Relationship Id="rId2" Type="http://schemas.openxmlformats.org/officeDocument/2006/relationships/tags" Target="../tags/tag596.xml"/><Relationship Id="rId14" Type="http://schemas.openxmlformats.org/officeDocument/2006/relationships/slideLayout" Target="../slideLayouts/slideLayout15.xml"/><Relationship Id="rId13" Type="http://schemas.openxmlformats.org/officeDocument/2006/relationships/tags" Target="../tags/tag606.xml"/><Relationship Id="rId12" Type="http://schemas.openxmlformats.org/officeDocument/2006/relationships/tags" Target="../tags/tag605.xml"/><Relationship Id="rId11" Type="http://schemas.openxmlformats.org/officeDocument/2006/relationships/tags" Target="../tags/tag604.xml"/><Relationship Id="rId10" Type="http://schemas.openxmlformats.org/officeDocument/2006/relationships/tags" Target="../tags/tag603.xml"/><Relationship Id="rId1" Type="http://schemas.openxmlformats.org/officeDocument/2006/relationships/tags" Target="../tags/tag595.xml"/></Relationships>
</file>

<file path=ppt/slides/_rels/slide12.xml.rels><?xml version="1.0" encoding="UTF-8" standalone="yes"?>
<Relationships xmlns="http://schemas.openxmlformats.org/package/2006/relationships"><Relationship Id="rId4" Type="http://schemas.openxmlformats.org/officeDocument/2006/relationships/slideLayout" Target="../slideLayouts/slideLayout32.xml"/><Relationship Id="rId3" Type="http://schemas.openxmlformats.org/officeDocument/2006/relationships/tags" Target="../tags/tag609.xml"/><Relationship Id="rId2" Type="http://schemas.openxmlformats.org/officeDocument/2006/relationships/tags" Target="../tags/tag608.xml"/><Relationship Id="rId1" Type="http://schemas.openxmlformats.org/officeDocument/2006/relationships/tags" Target="../tags/tag607.xml"/></Relationships>
</file>

<file path=ppt/slides/_rels/slide13.xml.rels><?xml version="1.0" encoding="UTF-8" standalone="yes"?>
<Relationships xmlns="http://schemas.openxmlformats.org/package/2006/relationships"><Relationship Id="rId9" Type="http://schemas.openxmlformats.org/officeDocument/2006/relationships/tags" Target="../tags/tag616.xml"/><Relationship Id="rId8" Type="http://schemas.openxmlformats.org/officeDocument/2006/relationships/tags" Target="../tags/tag615.xml"/><Relationship Id="rId7" Type="http://schemas.openxmlformats.org/officeDocument/2006/relationships/image" Target="../media/image24.jpeg"/><Relationship Id="rId6" Type="http://schemas.openxmlformats.org/officeDocument/2006/relationships/tags" Target="../tags/tag614.xml"/><Relationship Id="rId5" Type="http://schemas.openxmlformats.org/officeDocument/2006/relationships/tags" Target="../tags/tag613.xml"/><Relationship Id="rId4" Type="http://schemas.openxmlformats.org/officeDocument/2006/relationships/tags" Target="../tags/tag612.xml"/><Relationship Id="rId3" Type="http://schemas.openxmlformats.org/officeDocument/2006/relationships/image" Target="../media/image23.jpeg"/><Relationship Id="rId2" Type="http://schemas.openxmlformats.org/officeDocument/2006/relationships/tags" Target="../tags/tag611.xml"/><Relationship Id="rId15" Type="http://schemas.openxmlformats.org/officeDocument/2006/relationships/slideLayout" Target="../slideLayouts/slideLayout14.xml"/><Relationship Id="rId14" Type="http://schemas.openxmlformats.org/officeDocument/2006/relationships/tags" Target="../tags/tag620.xml"/><Relationship Id="rId13" Type="http://schemas.openxmlformats.org/officeDocument/2006/relationships/tags" Target="../tags/tag619.xml"/><Relationship Id="rId12" Type="http://schemas.openxmlformats.org/officeDocument/2006/relationships/tags" Target="../tags/tag618.xml"/><Relationship Id="rId11" Type="http://schemas.openxmlformats.org/officeDocument/2006/relationships/image" Target="../media/image25.jpeg"/><Relationship Id="rId10" Type="http://schemas.openxmlformats.org/officeDocument/2006/relationships/tags" Target="../tags/tag617.xml"/><Relationship Id="rId1" Type="http://schemas.openxmlformats.org/officeDocument/2006/relationships/tags" Target="../tags/tag610.xml"/></Relationships>
</file>

<file path=ppt/slides/_rels/slide14.xml.rels><?xml version="1.0" encoding="UTF-8" standalone="yes"?>
<Relationships xmlns="http://schemas.openxmlformats.org/package/2006/relationships"><Relationship Id="rId9" Type="http://schemas.openxmlformats.org/officeDocument/2006/relationships/tags" Target="../tags/tag629.xml"/><Relationship Id="rId8" Type="http://schemas.openxmlformats.org/officeDocument/2006/relationships/tags" Target="../tags/tag628.xml"/><Relationship Id="rId7" Type="http://schemas.openxmlformats.org/officeDocument/2006/relationships/tags" Target="../tags/tag627.xml"/><Relationship Id="rId6" Type="http://schemas.openxmlformats.org/officeDocument/2006/relationships/tags" Target="../tags/tag626.xml"/><Relationship Id="rId5" Type="http://schemas.openxmlformats.org/officeDocument/2006/relationships/tags" Target="../tags/tag625.xml"/><Relationship Id="rId4" Type="http://schemas.openxmlformats.org/officeDocument/2006/relationships/tags" Target="../tags/tag624.xml"/><Relationship Id="rId3" Type="http://schemas.openxmlformats.org/officeDocument/2006/relationships/tags" Target="../tags/tag623.xml"/><Relationship Id="rId2" Type="http://schemas.openxmlformats.org/officeDocument/2006/relationships/tags" Target="../tags/tag622.xml"/><Relationship Id="rId15" Type="http://schemas.openxmlformats.org/officeDocument/2006/relationships/slideLayout" Target="../slideLayouts/slideLayout13.xml"/><Relationship Id="rId14" Type="http://schemas.openxmlformats.org/officeDocument/2006/relationships/tags" Target="../tags/tag634.xml"/><Relationship Id="rId13" Type="http://schemas.openxmlformats.org/officeDocument/2006/relationships/tags" Target="../tags/tag633.xml"/><Relationship Id="rId12" Type="http://schemas.openxmlformats.org/officeDocument/2006/relationships/tags" Target="../tags/tag632.xml"/><Relationship Id="rId11" Type="http://schemas.openxmlformats.org/officeDocument/2006/relationships/tags" Target="../tags/tag631.xml"/><Relationship Id="rId10" Type="http://schemas.openxmlformats.org/officeDocument/2006/relationships/tags" Target="../tags/tag630.xml"/><Relationship Id="rId1" Type="http://schemas.openxmlformats.org/officeDocument/2006/relationships/tags" Target="../tags/tag621.xml"/></Relationships>
</file>

<file path=ppt/slides/_rels/slide15.xml.rels><?xml version="1.0" encoding="UTF-8" standalone="yes"?>
<Relationships xmlns="http://schemas.openxmlformats.org/package/2006/relationships"><Relationship Id="rId4" Type="http://schemas.openxmlformats.org/officeDocument/2006/relationships/slideLayout" Target="../slideLayouts/slideLayout33.xml"/><Relationship Id="rId3" Type="http://schemas.openxmlformats.org/officeDocument/2006/relationships/tags" Target="../tags/tag637.xml"/><Relationship Id="rId2" Type="http://schemas.openxmlformats.org/officeDocument/2006/relationships/tags" Target="../tags/tag636.xml"/><Relationship Id="rId1" Type="http://schemas.openxmlformats.org/officeDocument/2006/relationships/tags" Target="../tags/tag63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6389"/>
            <p:custDataLst>
              <p:tags r:id="rId1"/>
            </p:custDataLst>
          </p:nvPr>
        </p:nvSpPr>
        <p:spPr/>
        <p:txBody>
          <a:bodyPr/>
          <a:p>
            <a:r>
              <a:rPr lang="en-US" altLang="en-US"/>
              <a:t>2025/12/27</a:t>
            </a:r>
            <a:endParaRPr lang="en-US" altLang="en-US"/>
          </a:p>
        </p:txBody>
      </p:sp>
      <p:sp>
        <p:nvSpPr>
          <p:cNvPr id="3" name="标题"/>
          <p:cNvSpPr>
            <a:spLocks noGrp="1"/>
          </p:cNvSpPr>
          <p:nvPr>
            <p:ph type="title" idx="16388"/>
            <p:custDataLst>
              <p:tags r:id="rId2"/>
            </p:custDataLst>
          </p:nvPr>
        </p:nvSpPr>
        <p:spPr/>
        <p:txBody>
          <a:bodyPr>
            <a:normAutofit fontScale="90000"/>
          </a:bodyPr>
          <a:p>
            <a:r>
              <a:rPr lang="zh-CN" altLang="en-US" sz="4500"/>
              <a:t>开源治理与运营驾驶舱——基于DataEase的Top300开源项目分析</a:t>
            </a:r>
            <a:endParaRPr lang="zh-CN" altLang="en-US" sz="4500"/>
          </a:p>
        </p:txBody>
      </p:sp>
      <p:sp>
        <p:nvSpPr>
          <p:cNvPr id="4" name="副标题"/>
          <p:cNvSpPr>
            <a:spLocks noGrp="1"/>
          </p:cNvSpPr>
          <p:nvPr>
            <p:ph type="body" idx="16390"/>
            <p:custDataLst>
              <p:tags r:id="rId3"/>
            </p:custDataLst>
          </p:nvPr>
        </p:nvSpPr>
        <p:spPr/>
        <p:txBody>
          <a:bodyPr>
            <a:normAutofit/>
          </a:bodyPr>
          <a:p>
            <a:r>
              <a:rPr lang="zh-CN" altLang="en-US"/>
              <a:t>汇报人:</a:t>
            </a:r>
            <a:r>
              <a:t>耿紫琪 章欣怡</a:t>
            </a:r>
            <a:endParaRPr lang="zh-CN" altLang="en-US"/>
          </a:p>
        </p:txBody>
      </p:sp>
    </p:spTree>
    <p:custDataLst>
      <p:tags r:id="rId4"/>
    </p:custData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3" name="标题"/>
          <p:cNvSpPr>
            <a:spLocks noGrp="1"/>
          </p:cNvSpPr>
          <p:nvPr>
            <p:ph type="title" idx="16388"/>
            <p:custDataLst>
              <p:tags r:id="rId1"/>
            </p:custDataLst>
          </p:nvPr>
        </p:nvSpPr>
        <p:spPr>
          <a:xfrm>
            <a:off x="1854147" y="2013585"/>
            <a:ext cx="8384646" cy="1879600"/>
          </a:xfrm>
        </p:spPr>
        <p:txBody>
          <a:bodyPr/>
          <a:p>
            <a:pPr algn="ctr"/>
            <a:r>
              <a:rPr lang="zh-CN" altLang="en-US" sz="3600">
                <a:ln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  <a:latin typeface="华文仿宋" panose="02010600040101010101" charset="-122"/>
                <a:ea typeface="华文仿宋" panose="02010600040101010101" charset="-122"/>
                <a:cs typeface="华文仿宋" panose="02010600040101010101" charset="-122"/>
              </a:rPr>
              <a:t>说明</a:t>
            </a:r>
            <a:r>
              <a:rPr lang="zh-CN" altLang="en-US" sz="2800">
                <a:latin typeface="华文仿宋" panose="02010600040101010101" charset="-122"/>
                <a:ea typeface="华文仿宋" panose="02010600040101010101" charset="-122"/>
                <a:cs typeface="华文仿宋" panose="02010600040101010101" charset="-122"/>
              </a:rPr>
              <a:t>：</a:t>
            </a:r>
            <a:br>
              <a:rPr lang="zh-CN" altLang="en-US" sz="2800">
                <a:latin typeface="华文仿宋" panose="02010600040101010101" charset="-122"/>
                <a:ea typeface="华文仿宋" panose="02010600040101010101" charset="-122"/>
                <a:cs typeface="华文仿宋" panose="02010600040101010101" charset="-122"/>
              </a:rPr>
            </a:br>
            <a:br>
              <a:rPr lang="zh-CN" altLang="en-US" sz="2800">
                <a:latin typeface="华文仿宋" panose="02010600040101010101" charset="-122"/>
                <a:ea typeface="华文仿宋" panose="02010600040101010101" charset="-122"/>
                <a:cs typeface="华文仿宋" panose="02010600040101010101" charset="-122"/>
              </a:rPr>
            </a:br>
            <a:r>
              <a:rPr lang="zh-CN" altLang="en-US" sz="2800">
                <a:latin typeface="华文仿宋" panose="02010600040101010101" charset="-122"/>
                <a:ea typeface="华文仿宋" panose="02010600040101010101" charset="-122"/>
                <a:cs typeface="华文仿宋" panose="02010600040101010101" charset="-122"/>
              </a:rPr>
              <a:t>赛题：</a:t>
            </a:r>
            <a:r>
              <a:rPr lang="en-US" altLang="zh-CN" sz="2800">
                <a:latin typeface="华文仿宋" panose="02010600040101010101" charset="-122"/>
                <a:ea typeface="华文仿宋" panose="02010600040101010101" charset="-122"/>
                <a:cs typeface="华文仿宋" panose="02010600040101010101" charset="-122"/>
              </a:rPr>
              <a:t>OpenDigger </a:t>
            </a:r>
            <a:r>
              <a:rPr lang="zh-CN" altLang="en-US" sz="2800">
                <a:latin typeface="华文仿宋" panose="02010600040101010101" charset="-122"/>
                <a:ea typeface="华文仿宋" panose="02010600040101010101" charset="-122"/>
                <a:cs typeface="华文仿宋" panose="02010600040101010101" charset="-122"/>
              </a:rPr>
              <a:t>开源</a:t>
            </a:r>
            <a:r>
              <a:rPr lang="en-US" altLang="zh-CN" sz="2800">
                <a:latin typeface="华文仿宋" panose="02010600040101010101" charset="-122"/>
                <a:ea typeface="华文仿宋" panose="02010600040101010101" charset="-122"/>
                <a:cs typeface="华文仿宋" panose="02010600040101010101" charset="-122"/>
              </a:rPr>
              <a:t>   w1</a:t>
            </a:r>
            <a:r>
              <a:rPr sz="2800">
                <a:latin typeface="华文仿宋" panose="02010600040101010101" charset="-122"/>
                <a:ea typeface="华文仿宋" panose="02010600040101010101" charset="-122"/>
                <a:cs typeface="华文仿宋" panose="02010600040101010101" charset="-122"/>
              </a:rPr>
              <a:t>类</a:t>
            </a:r>
            <a:br>
              <a:rPr sz="2800">
                <a:latin typeface="华文仿宋" panose="02010600040101010101" charset="-122"/>
                <a:ea typeface="华文仿宋" panose="02010600040101010101" charset="-122"/>
                <a:cs typeface="华文仿宋" panose="02010600040101010101" charset="-122"/>
              </a:rPr>
            </a:br>
            <a:r>
              <a:rPr sz="2800">
                <a:latin typeface="华文仿宋" panose="02010600040101010101" charset="-122"/>
                <a:ea typeface="华文仿宋" panose="02010600040101010101" charset="-122"/>
                <a:cs typeface="华文仿宋" panose="02010600040101010101" charset="-122"/>
              </a:rPr>
              <a:t>数据集：</a:t>
            </a:r>
            <a:r>
              <a:rPr lang="en-US" altLang="zh-CN" sz="2800">
                <a:latin typeface="华文仿宋" panose="02010600040101010101" charset="-122"/>
                <a:ea typeface="华文仿宋" panose="02010600040101010101" charset="-122"/>
                <a:cs typeface="华文仿宋" panose="02010600040101010101" charset="-122"/>
              </a:rPr>
              <a:t>top_300_metrics</a:t>
            </a:r>
            <a:endParaRPr lang="en-US" altLang="zh-CN" sz="2800">
              <a:latin typeface="华文仿宋" panose="02010600040101010101" charset="-122"/>
              <a:ea typeface="华文仿宋" panose="02010600040101010101" charset="-122"/>
              <a:cs typeface="华文仿宋" panose="02010600040101010101" charset="-122"/>
            </a:endParaRPr>
          </a:p>
        </p:txBody>
      </p:sp>
    </p:spTree>
    <p:custDataLst>
      <p:tags r:id="rId2"/>
    </p:custData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副标题 1"/>
          <p:cNvSpPr>
            <a:spLocks noGrp="1"/>
          </p:cNvSpPr>
          <p:nvPr>
            <p:ph type="subTitle" idx="16386"/>
            <p:custDataLst>
              <p:tags r:id="rId1"/>
            </p:custDataLst>
          </p:nvPr>
        </p:nvSpPr>
        <p:spPr/>
        <p:txBody>
          <a:bodyPr/>
          <a:p>
            <a:r>
              <a:rPr lang="zh-CN" altLang="en-US"/>
              <a:t>CONTENTS</a:t>
            </a:r>
            <a:endParaRPr lang="zh-CN" altLang="en-US"/>
          </a:p>
        </p:txBody>
      </p:sp>
      <p:sp>
        <p:nvSpPr>
          <p:cNvPr id="3" name="标题 2"/>
          <p:cNvSpPr>
            <a:spLocks noGrp="1"/>
          </p:cNvSpPr>
          <p:nvPr>
            <p:ph type="ctrTitle" idx="16385"/>
            <p:custDataLst>
              <p:tags r:id="rId2"/>
            </p:custDataLst>
          </p:nvPr>
        </p:nvSpPr>
        <p:spPr/>
        <p:txBody>
          <a:bodyPr>
            <a:normAutofit fontScale="90000"/>
          </a:bodyPr>
          <a:p>
            <a:r>
              <a:rPr lang="zh-CN" altLang="en-US"/>
              <a:t>目录</a:t>
            </a:r>
            <a:endParaRPr lang="zh-CN" altLang="en-US"/>
          </a:p>
        </p:txBody>
      </p:sp>
      <p:sp>
        <p:nvSpPr>
          <p:cNvPr id="4" name="文本占位符 3"/>
          <p:cNvSpPr>
            <a:spLocks noGrp="1"/>
          </p:cNvSpPr>
          <p:nvPr>
            <p:ph type="body" idx="16388"/>
            <p:custDataLst>
              <p:tags r:id="rId3"/>
            </p:custDataLst>
          </p:nvPr>
        </p:nvSpPr>
        <p:spPr/>
        <p:txBody>
          <a:bodyPr/>
          <a:p>
            <a:r>
              <a:rPr lang="en-US" altLang="en-US"/>
              <a:t>01</a:t>
            </a:r>
            <a:endParaRPr lang="en-US" altLang="en-US"/>
          </a:p>
        </p:txBody>
      </p:sp>
      <p:sp>
        <p:nvSpPr>
          <p:cNvPr id="5" name="装饰  3"/>
          <p:cNvSpPr>
            <a:spLocks noGrp="1"/>
          </p:cNvSpPr>
          <p:nvPr>
            <p:ph type="body" idx="16395"/>
            <p:custDataLst>
              <p:tags r:id="rId4"/>
            </p:custDataLst>
          </p:nvPr>
        </p:nvSpPr>
        <p:spPr/>
        <p:txBody>
          <a:bodyPr/>
          <a:p>
            <a:r>
              <a:rPr lang="zh-CN" altLang="en-US"/>
              <a:t> </a:t>
            </a:r>
            <a:endParaRPr lang="zh-CN" altLang="en-US"/>
          </a:p>
        </p:txBody>
      </p:sp>
      <p:sp>
        <p:nvSpPr>
          <p:cNvPr id="6" name="文本占位符 5"/>
          <p:cNvSpPr>
            <a:spLocks noGrp="1"/>
          </p:cNvSpPr>
          <p:nvPr>
            <p:ph type="body" idx="16387"/>
            <p:custDataLst>
              <p:tags r:id="rId5"/>
            </p:custDataLst>
          </p:nvPr>
        </p:nvSpPr>
        <p:spPr/>
        <p:txBody>
          <a:bodyPr>
            <a:normAutofit/>
          </a:bodyPr>
          <a:p>
            <a:r>
              <a:t>项目</a:t>
            </a:r>
            <a:r>
              <a:t>概述</a:t>
            </a:r>
          </a:p>
        </p:txBody>
      </p:sp>
      <p:sp>
        <p:nvSpPr>
          <p:cNvPr id="7" name="文本占位符 6"/>
          <p:cNvSpPr>
            <a:spLocks noGrp="1"/>
          </p:cNvSpPr>
          <p:nvPr>
            <p:ph type="body" idx="16390"/>
            <p:custDataLst>
              <p:tags r:id="rId6"/>
            </p:custDataLst>
          </p:nvPr>
        </p:nvSpPr>
        <p:spPr/>
        <p:txBody>
          <a:bodyPr/>
          <a:p>
            <a:r>
              <a:rPr lang="en-US" altLang="en-US"/>
              <a:t>02</a:t>
            </a:r>
            <a:endParaRPr lang="en-US" altLang="en-US"/>
          </a:p>
        </p:txBody>
      </p:sp>
      <p:sp>
        <p:nvSpPr>
          <p:cNvPr id="8" name="装饰  6"/>
          <p:cNvSpPr>
            <a:spLocks noGrp="1"/>
          </p:cNvSpPr>
          <p:nvPr>
            <p:ph type="body" idx="16396"/>
            <p:custDataLst>
              <p:tags r:id="rId7"/>
            </p:custDataLst>
          </p:nvPr>
        </p:nvSpPr>
        <p:spPr/>
        <p:txBody>
          <a:bodyPr/>
          <a:p>
            <a:r>
              <a:rPr lang="zh-CN" altLang="en-US"/>
              <a:t> </a:t>
            </a:r>
            <a:endParaRPr lang="zh-CN" altLang="en-US"/>
          </a:p>
        </p:txBody>
      </p:sp>
      <p:sp>
        <p:nvSpPr>
          <p:cNvPr id="9" name="文本占位符 8"/>
          <p:cNvSpPr>
            <a:spLocks noGrp="1"/>
          </p:cNvSpPr>
          <p:nvPr>
            <p:ph type="body" idx="16389"/>
            <p:custDataLst>
              <p:tags r:id="rId8"/>
            </p:custDataLst>
          </p:nvPr>
        </p:nvSpPr>
        <p:spPr/>
        <p:txBody>
          <a:bodyPr>
            <a:normAutofit/>
          </a:bodyPr>
          <a:p>
            <a:r>
              <a:t>技术栈与数据集</a:t>
            </a:r>
            <a:endParaRPr lang="zh-CN" altLang="en-US"/>
          </a:p>
        </p:txBody>
      </p:sp>
      <p:sp>
        <p:nvSpPr>
          <p:cNvPr id="10" name="文本占位符 9"/>
          <p:cNvSpPr>
            <a:spLocks noGrp="1"/>
          </p:cNvSpPr>
          <p:nvPr>
            <p:ph type="body" idx="16392"/>
            <p:custDataLst>
              <p:tags r:id="rId9"/>
            </p:custDataLst>
          </p:nvPr>
        </p:nvSpPr>
        <p:spPr/>
        <p:txBody>
          <a:bodyPr/>
          <a:p>
            <a:r>
              <a:rPr lang="en-US" altLang="en-US"/>
              <a:t>03</a:t>
            </a:r>
            <a:endParaRPr lang="en-US" altLang="en-US"/>
          </a:p>
        </p:txBody>
      </p:sp>
      <p:sp>
        <p:nvSpPr>
          <p:cNvPr id="11" name="装饰  9"/>
          <p:cNvSpPr>
            <a:spLocks noGrp="1"/>
          </p:cNvSpPr>
          <p:nvPr>
            <p:ph type="body" idx="16397"/>
            <p:custDataLst>
              <p:tags r:id="rId10"/>
            </p:custDataLst>
          </p:nvPr>
        </p:nvSpPr>
        <p:spPr/>
        <p:txBody>
          <a:bodyPr/>
          <a:p>
            <a:r>
              <a:rPr lang="zh-CN" altLang="en-US"/>
              <a:t> </a:t>
            </a:r>
            <a:endParaRPr lang="zh-CN" altLang="en-US"/>
          </a:p>
        </p:txBody>
      </p:sp>
      <p:sp>
        <p:nvSpPr>
          <p:cNvPr id="12" name="文本占位符 11"/>
          <p:cNvSpPr>
            <a:spLocks noGrp="1"/>
          </p:cNvSpPr>
          <p:nvPr>
            <p:ph type="body" idx="16391"/>
            <p:custDataLst>
              <p:tags r:id="rId11"/>
            </p:custDataLst>
          </p:nvPr>
        </p:nvSpPr>
        <p:spPr/>
        <p:txBody>
          <a:bodyPr>
            <a:normAutofit/>
          </a:bodyPr>
          <a:p>
            <a:r>
              <a:t>核心方案</a:t>
            </a:r>
            <a:endParaRPr lang="zh-CN" altLang="en-US"/>
          </a:p>
        </p:txBody>
      </p:sp>
      <p:sp>
        <p:nvSpPr>
          <p:cNvPr id="13" name="文本占位符 12"/>
          <p:cNvSpPr>
            <a:spLocks noGrp="1"/>
          </p:cNvSpPr>
          <p:nvPr>
            <p:ph type="body" idx="16394"/>
            <p:custDataLst>
              <p:tags r:id="rId12"/>
            </p:custDataLst>
          </p:nvPr>
        </p:nvSpPr>
        <p:spPr/>
        <p:txBody>
          <a:bodyPr/>
          <a:p>
            <a:r>
              <a:rPr lang="en-US" altLang="en-US"/>
              <a:t>04</a:t>
            </a:r>
            <a:endParaRPr lang="en-US" altLang="en-US"/>
          </a:p>
        </p:txBody>
      </p:sp>
      <p:sp>
        <p:nvSpPr>
          <p:cNvPr id="14" name="装饰  2"/>
          <p:cNvSpPr>
            <a:spLocks noGrp="1"/>
          </p:cNvSpPr>
          <p:nvPr>
            <p:ph type="body" idx="16398"/>
            <p:custDataLst>
              <p:tags r:id="rId13"/>
            </p:custDataLst>
          </p:nvPr>
        </p:nvSpPr>
        <p:spPr/>
        <p:txBody>
          <a:bodyPr/>
          <a:p>
            <a:r>
              <a:rPr lang="zh-CN" altLang="en-US"/>
              <a:t> </a:t>
            </a:r>
            <a:endParaRPr lang="zh-CN" altLang="en-US"/>
          </a:p>
        </p:txBody>
      </p:sp>
      <p:sp>
        <p:nvSpPr>
          <p:cNvPr id="15" name="文本占位符 14"/>
          <p:cNvSpPr>
            <a:spLocks noGrp="1"/>
          </p:cNvSpPr>
          <p:nvPr>
            <p:ph type="body" idx="16393"/>
            <p:custDataLst>
              <p:tags r:id="rId14"/>
            </p:custDataLst>
          </p:nvPr>
        </p:nvSpPr>
        <p:spPr/>
        <p:txBody>
          <a:bodyPr>
            <a:normAutofit/>
          </a:bodyPr>
          <a:p>
            <a:r>
              <a:t>作品预览</a:t>
            </a:r>
            <a:endParaRPr lang="zh-CN" altLang="en-US"/>
          </a:p>
        </p:txBody>
      </p:sp>
    </p:spTree>
    <p:custDataLst>
      <p:tags r:id="rId15"/>
    </p:custData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标题"/>
          <p:cNvSpPr>
            <a:spLocks noGrp="1"/>
          </p:cNvSpPr>
          <p:nvPr>
            <p:ph type="title" idx="16388"/>
            <p:custDataLst>
              <p:tags r:id="rId1"/>
            </p:custDataLst>
          </p:nvPr>
        </p:nvSpPr>
        <p:spPr/>
        <p:txBody>
          <a:bodyPr>
            <a:normAutofit/>
          </a:bodyPr>
          <a:p>
            <a:r>
              <a:rPr lang="zh-CN" altLang="en-US"/>
              <a:t>项目</a:t>
            </a:r>
            <a:r>
              <a:rPr>
                <a:cs typeface="Arial" panose="020B0604020202020204" pitchFamily="34" charset="0"/>
              </a:rPr>
              <a:t>概述</a:t>
            </a:r>
            <a:endParaRPr lang="zh-CN" altLang="en-US"/>
          </a:p>
        </p:txBody>
      </p:sp>
      <p:sp>
        <p:nvSpPr>
          <p:cNvPr id="3" name="节编号"/>
          <p:cNvSpPr>
            <a:spLocks noGrp="1"/>
          </p:cNvSpPr>
          <p:nvPr>
            <p:ph type="body" idx="16389"/>
            <p:custDataLst>
              <p:tags r:id="rId2"/>
            </p:custDataLst>
          </p:nvPr>
        </p:nvSpPr>
        <p:spPr/>
        <p:txBody>
          <a:bodyPr/>
          <a:p>
            <a:r>
              <a:rPr altLang="en-US"/>
              <a:t>0</a:t>
            </a:r>
            <a:r>
              <a:rPr>
                <a:cs typeface="Arial" panose="020B0604020202020204" pitchFamily="34" charset="0"/>
              </a:rPr>
              <a:t>1</a:t>
            </a:r>
            <a:endParaRPr altLang="en-US"/>
          </a:p>
        </p:txBody>
      </p:sp>
    </p:spTree>
    <p:custDataLst>
      <p:tags r:id="rId3"/>
    </p:custData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标题 1"/>
          <p:cNvSpPr>
            <a:spLocks noGrp="1"/>
          </p:cNvSpPr>
          <p:nvPr>
            <p:ph type="ctrTitle" idx="16385"/>
            <p:custDataLst>
              <p:tags r:id="rId1"/>
            </p:custDataLst>
          </p:nvPr>
        </p:nvSpPr>
        <p:spPr/>
        <p:txBody>
          <a:bodyPr>
            <a:normAutofit/>
          </a:bodyPr>
          <a:p>
            <a:r>
              <a:rPr lang="zh-CN" altLang="en-US"/>
              <a:t>背景与目标</a:t>
            </a:r>
            <a:endParaRPr lang="zh-CN" altLang="en-US"/>
          </a:p>
        </p:txBody>
      </p:sp>
      <p:sp>
        <p:nvSpPr>
          <p:cNvPr id="3" name="装饰  1"/>
          <p:cNvSpPr>
            <a:spLocks noGrp="1"/>
          </p:cNvSpPr>
          <p:nvPr>
            <p:ph type="body" idx="16390"/>
            <p:custDataLst>
              <p:tags r:id="rId2"/>
            </p:custDataLst>
          </p:nvPr>
        </p:nvSpPr>
        <p:spPr/>
        <p:txBody>
          <a:bodyPr/>
          <a:p>
            <a:r>
              <a:rPr lang="zh-CN" altLang="en-US"/>
              <a:t> </a:t>
            </a:r>
            <a:endParaRPr lang="zh-CN" altLang="en-US"/>
          </a:p>
        </p:txBody>
      </p:sp>
      <p:pic>
        <p:nvPicPr>
          <p:cNvPr id="4" name="图片占位符 3" descr="f0e5abf0-e305-11f0-94a0-5282d2a4582d"/>
          <p:cNvPicPr>
            <a:picLocks noChangeAspect="1"/>
          </p:cNvPicPr>
          <p:nvPr>
            <p:ph type="pic" idx="16391"/>
            <p:custDataLst>
              <p:tags r:id="rId3"/>
            </p:custDataLst>
          </p:nvPr>
        </p:nvPicPr>
        <p:blipFill>
          <a:blip r:embed="rId4"/>
          <a:srcRect l="644" r="644"/>
          <a:stretch>
            <a:fillRect/>
          </a:stretch>
        </p:blipFill>
        <p:spPr>
          <a:xfrm>
            <a:off x="609600" y="1524000"/>
            <a:ext cx="5334000" cy="2032000"/>
          </a:xfrm>
          <a:custGeom>
            <a:avLst/>
            <a:gdLst>
              <a:gd name="connisteX0" fmla="*/ 0 w 5334000"/>
              <a:gd name="connsiteY0" fmla="*/ 203200 h 2032000"/>
              <a:gd name="connisteX1" fmla="*/ 203200 w 5334000"/>
              <a:gd name="connsiteY1" fmla="*/ 0 h 2032000"/>
              <a:gd name="connisteX2" fmla="*/ 5130800 w 5334000"/>
              <a:gd name="connsiteY2" fmla="*/ 0 h 2032000"/>
              <a:gd name="connisteX3" fmla="*/ 5334000 w 5334000"/>
              <a:gd name="connsiteY3" fmla="*/ 203200 h 2032000"/>
              <a:gd name="connisteX4" fmla="*/ 5334000 w 5334000"/>
              <a:gd name="connsiteY4" fmla="*/ 2032000 h 2032000"/>
              <a:gd name="connisteX5" fmla="*/ 0 w 5334000"/>
              <a:gd name="connsiteY5" fmla="*/ 2032000 h 2032000"/>
              <a:gd name="connisteX6" fmla="*/ 0 w 5334000"/>
              <a:gd name="connsiteY6" fmla="*/ 203200 h 2032000"/>
            </a:gdLst>
            <a:ahLst/>
            <a:cxnLst>
              <a:cxn ang="0">
                <a:pos x="connisteX0" y="connsiteY0"/>
              </a:cxn>
              <a:cxn ang="0">
                <a:pos x="connisteX1" y="connsiteY1"/>
              </a:cxn>
              <a:cxn ang="0">
                <a:pos x="connisteX2" y="connsiteY2"/>
              </a:cxn>
              <a:cxn ang="0">
                <a:pos x="connisteX3" y="connsiteY3"/>
              </a:cxn>
              <a:cxn ang="0">
                <a:pos x="connisteX4" y="connsiteY4"/>
              </a:cxn>
              <a:cxn ang="0">
                <a:pos x="connisteX5" y="connsiteY5"/>
              </a:cxn>
              <a:cxn ang="0">
                <a:pos x="connisteX6" y="connsiteY6"/>
              </a:cxn>
            </a:cxnLst>
            <a:pathLst>
              <a:path w="5334000" h="2032000">
                <a:moveTo>
                  <a:pt x="0" y="203200"/>
                </a:moveTo>
                <a:cubicBezTo>
                  <a:pt x="0" y="90976"/>
                  <a:pt x="90976" y="0"/>
                  <a:pt x="203200" y="0"/>
                </a:cubicBezTo>
                <a:lnTo>
                  <a:pt x="5130800" y="0"/>
                </a:lnTo>
                <a:cubicBezTo>
                  <a:pt x="5243024" y="0"/>
                  <a:pt x="5334000" y="90976"/>
                  <a:pt x="5334000" y="203200"/>
                </a:cubicBezTo>
                <a:lnTo>
                  <a:pt x="5334000" y="2032000"/>
                </a:lnTo>
                <a:lnTo>
                  <a:pt x="0" y="2032000"/>
                </a:lnTo>
                <a:lnTo>
                  <a:pt x="0" y="203200"/>
                </a:lnTo>
                <a:close/>
              </a:path>
            </a:pathLst>
          </a:custGeom>
        </p:spPr>
      </p:pic>
      <p:sp>
        <p:nvSpPr>
          <p:cNvPr id="5" name="文本占位符 4"/>
          <p:cNvSpPr>
            <a:spLocks noGrp="1"/>
          </p:cNvSpPr>
          <p:nvPr>
            <p:ph type="body" idx="16386"/>
            <p:custDataLst>
              <p:tags r:id="rId5"/>
            </p:custDataLst>
          </p:nvPr>
        </p:nvSpPr>
        <p:spPr/>
        <p:txBody>
          <a:bodyPr>
            <a:normAutofit/>
          </a:bodyPr>
          <a:p>
            <a:r>
              <a:rPr lang="zh-CN" altLang="en-US"/>
              <a:t>开源项目治理现状挑战</a:t>
            </a:r>
            <a:endParaRPr lang="zh-CN" altLang="en-US"/>
          </a:p>
        </p:txBody>
      </p:sp>
      <p:sp>
        <p:nvSpPr>
          <p:cNvPr id="6" name="文本占位符 5"/>
          <p:cNvSpPr>
            <a:spLocks noGrp="1"/>
          </p:cNvSpPr>
          <p:nvPr>
            <p:ph type="body" idx="16387"/>
            <p:custDataLst>
              <p:tags r:id="rId6"/>
            </p:custDataLst>
          </p:nvPr>
        </p:nvSpPr>
        <p:spPr/>
        <p:txBody>
          <a:bodyPr>
            <a:normAutofit/>
          </a:bodyPr>
          <a:p>
            <a:r>
              <a:rPr lang="zh-CN" altLang="en-US"/>
              <a:t>据Apache基金会2023年报告，68%的Top300开源项目存在贡献者流失、版本管理混乱等治理难题，亟需数据化工具支持。</a:t>
            </a:r>
            <a:endParaRPr lang="zh-CN" altLang="en-US"/>
          </a:p>
        </p:txBody>
      </p:sp>
      <p:sp>
        <p:nvSpPr>
          <p:cNvPr id="7" name="装饰  5"/>
          <p:cNvSpPr>
            <a:spLocks noGrp="1"/>
          </p:cNvSpPr>
          <p:nvPr>
            <p:ph type="body" idx="16392"/>
            <p:custDataLst>
              <p:tags r:id="rId7"/>
            </p:custDataLst>
          </p:nvPr>
        </p:nvSpPr>
        <p:spPr/>
        <p:txBody>
          <a:bodyPr/>
          <a:p>
            <a:r>
              <a:rPr lang="zh-CN" altLang="en-US"/>
              <a:t> </a:t>
            </a:r>
            <a:endParaRPr lang="zh-CN" altLang="en-US"/>
          </a:p>
        </p:txBody>
      </p:sp>
      <p:pic>
        <p:nvPicPr>
          <p:cNvPr id="8" name="图片占位符 7" descr="f0e5ab48-e305-11f0-94a0-5282d2a4582d"/>
          <p:cNvPicPr>
            <a:picLocks noChangeAspect="1"/>
          </p:cNvPicPr>
          <p:nvPr>
            <p:ph type="pic" idx="16393"/>
            <p:custDataLst>
              <p:tags r:id="rId8"/>
            </p:custDataLst>
          </p:nvPr>
        </p:nvPicPr>
        <p:blipFill>
          <a:blip r:embed="rId9"/>
          <a:srcRect t="139" b="139"/>
          <a:stretch>
            <a:fillRect/>
          </a:stretch>
        </p:blipFill>
        <p:spPr>
          <a:xfrm>
            <a:off x="6248400" y="4216400"/>
            <a:ext cx="5334000" cy="2032000"/>
          </a:xfrm>
          <a:custGeom>
            <a:avLst/>
            <a:gdLst>
              <a:gd name="connisteX0" fmla="*/ 0 w 5334000"/>
              <a:gd name="connsiteY0" fmla="*/ 0 h 2032000"/>
              <a:gd name="connisteX1" fmla="*/ 5334000 w 5334000"/>
              <a:gd name="connsiteY1" fmla="*/ 0 h 2032000"/>
              <a:gd name="connisteX2" fmla="*/ 5334000 w 5334000"/>
              <a:gd name="connsiteY2" fmla="*/ 1828800 h 2032000"/>
              <a:gd name="connisteX3" fmla="*/ 5130800 w 5334000"/>
              <a:gd name="connsiteY3" fmla="*/ 2032000 h 2032000"/>
              <a:gd name="connisteX4" fmla="*/ 203200 w 5334000"/>
              <a:gd name="connsiteY4" fmla="*/ 2032000 h 2032000"/>
              <a:gd name="connisteX5" fmla="*/ 0 w 5334000"/>
              <a:gd name="connsiteY5" fmla="*/ 1828800 h 2032000"/>
              <a:gd name="connisteX6" fmla="*/ 0 w 5334000"/>
              <a:gd name="connsiteY6" fmla="*/ 0 h 2032000"/>
            </a:gdLst>
            <a:ahLst/>
            <a:cxnLst>
              <a:cxn ang="0">
                <a:pos x="connisteX0" y="connsiteY0"/>
              </a:cxn>
              <a:cxn ang="0">
                <a:pos x="connisteX1" y="connsiteY1"/>
              </a:cxn>
              <a:cxn ang="0">
                <a:pos x="connisteX2" y="connsiteY2"/>
              </a:cxn>
              <a:cxn ang="0">
                <a:pos x="connisteX3" y="connsiteY3"/>
              </a:cxn>
              <a:cxn ang="0">
                <a:pos x="connisteX4" y="connsiteY4"/>
              </a:cxn>
              <a:cxn ang="0">
                <a:pos x="connisteX5" y="connsiteY5"/>
              </a:cxn>
              <a:cxn ang="0">
                <a:pos x="connisteX6" y="connsiteY6"/>
              </a:cxn>
            </a:cxnLst>
            <a:pathLst>
              <a:path w="5334000" h="2032000">
                <a:moveTo>
                  <a:pt x="0" y="0"/>
                </a:moveTo>
                <a:lnTo>
                  <a:pt x="5334000" y="0"/>
                </a:lnTo>
                <a:lnTo>
                  <a:pt x="5334000" y="1828800"/>
                </a:lnTo>
                <a:cubicBezTo>
                  <a:pt x="5334000" y="1941024"/>
                  <a:pt x="5243024" y="2032000"/>
                  <a:pt x="5130800" y="2032000"/>
                </a:cubicBezTo>
                <a:lnTo>
                  <a:pt x="203200" y="2032000"/>
                </a:lnTo>
                <a:cubicBezTo>
                  <a:pt x="90976" y="2032000"/>
                  <a:pt x="0" y="1941024"/>
                  <a:pt x="0" y="1828800"/>
                </a:cubicBezTo>
                <a:lnTo>
                  <a:pt x="0" y="0"/>
                </a:lnTo>
                <a:close/>
              </a:path>
            </a:pathLst>
          </a:custGeom>
        </p:spPr>
      </p:pic>
      <p:sp>
        <p:nvSpPr>
          <p:cNvPr id="9" name="文本占位符 8"/>
          <p:cNvSpPr>
            <a:spLocks noGrp="1"/>
          </p:cNvSpPr>
          <p:nvPr>
            <p:ph type="body" idx="16388"/>
            <p:custDataLst>
              <p:tags r:id="rId10"/>
            </p:custDataLst>
          </p:nvPr>
        </p:nvSpPr>
        <p:spPr/>
        <p:txBody>
          <a:bodyPr>
            <a:normAutofit/>
          </a:bodyPr>
          <a:p>
            <a:r>
              <a:rPr lang="zh-CN" altLang="en-US"/>
              <a:t>DataEase驾驶舱建设目标</a:t>
            </a:r>
            <a:endParaRPr lang="zh-CN" altLang="en-US"/>
          </a:p>
        </p:txBody>
      </p:sp>
      <p:sp>
        <p:nvSpPr>
          <p:cNvPr id="10" name="文本占位符 9"/>
          <p:cNvSpPr>
            <a:spLocks noGrp="1"/>
          </p:cNvSpPr>
          <p:nvPr>
            <p:ph type="body" idx="16389"/>
            <p:custDataLst>
              <p:tags r:id="rId11"/>
            </p:custDataLst>
          </p:nvPr>
        </p:nvSpPr>
        <p:spPr/>
        <p:txBody>
          <a:bodyPr>
            <a:normAutofit/>
          </a:bodyPr>
          <a:p>
            <a:r>
              <a:rPr lang="zh-CN" altLang="en-US"/>
              <a:t>旨在通过DataEase构建可视化平台，实现Top300项目贡献活跃度、合规风险等12项核心指标的实时监测与智能预警。</a:t>
            </a:r>
            <a:endParaRPr lang="zh-CN" altLang="en-US"/>
          </a:p>
        </p:txBody>
      </p:sp>
    </p:spTree>
    <p:custDataLst>
      <p:tags r:id="rId12"/>
    </p:custData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标题 1"/>
          <p:cNvSpPr>
            <a:spLocks noGrp="1"/>
          </p:cNvSpPr>
          <p:nvPr>
            <p:ph type="ctrTitle" idx="16385"/>
            <p:custDataLst>
              <p:tags r:id="rId1"/>
            </p:custDataLst>
          </p:nvPr>
        </p:nvSpPr>
        <p:spPr/>
        <p:txBody>
          <a:bodyPr>
            <a:normAutofit/>
          </a:bodyPr>
          <a:p>
            <a:r>
              <a:rPr lang="zh-CN" altLang="en-US"/>
              <a:t>项目意义</a:t>
            </a:r>
            <a:endParaRPr lang="zh-CN" altLang="en-US"/>
          </a:p>
        </p:txBody>
      </p:sp>
      <p:sp>
        <p:nvSpPr>
          <p:cNvPr id="3" name="文本占位符 2"/>
          <p:cNvSpPr>
            <a:spLocks noGrp="1"/>
          </p:cNvSpPr>
          <p:nvPr>
            <p:ph type="body" idx="16386"/>
            <p:custDataLst>
              <p:tags r:id="rId2"/>
            </p:custDataLst>
          </p:nvPr>
        </p:nvSpPr>
        <p:spPr/>
        <p:txBody>
          <a:bodyPr>
            <a:normAutofit/>
          </a:bodyPr>
          <a:p>
            <a:r>
              <a:rPr lang="zh-CN" altLang="en-US"/>
              <a:t>推动开源项目规范化治理</a:t>
            </a:r>
            <a:endParaRPr lang="zh-CN" altLang="en-US"/>
          </a:p>
        </p:txBody>
      </p:sp>
      <p:sp>
        <p:nvSpPr>
          <p:cNvPr id="4" name="装饰  2"/>
          <p:cNvSpPr>
            <a:spLocks noGrp="1"/>
          </p:cNvSpPr>
          <p:nvPr>
            <p:ph type="body" idx="16392"/>
            <p:custDataLst>
              <p:tags r:id="rId3"/>
            </p:custDataLst>
          </p:nvPr>
        </p:nvSpPr>
        <p:spPr/>
        <p:txBody>
          <a:bodyPr/>
          <a:p>
            <a:r>
              <a:rPr lang="zh-CN" altLang="en-US"/>
              <a:t> </a:t>
            </a:r>
            <a:endParaRPr lang="zh-CN" altLang="en-US"/>
          </a:p>
        </p:txBody>
      </p:sp>
      <p:sp>
        <p:nvSpPr>
          <p:cNvPr id="5" name="文本占位符 4"/>
          <p:cNvSpPr>
            <a:spLocks noGrp="1"/>
          </p:cNvSpPr>
          <p:nvPr>
            <p:ph type="body" idx="16387"/>
            <p:custDataLst>
              <p:tags r:id="rId4"/>
            </p:custDataLst>
          </p:nvPr>
        </p:nvSpPr>
        <p:spPr/>
        <p:txBody>
          <a:bodyPr>
            <a:normAutofit/>
          </a:bodyPr>
          <a:p>
            <a:r>
              <a:rPr lang="zh-CN" altLang="en-US"/>
              <a:t>Apache项目因治理漏洞致贡献者流失，DataEase驾驶舱可实时监控Top300项目合规性，提升治理效率超40%。</a:t>
            </a:r>
            <a:endParaRPr lang="zh-CN" altLang="en-US"/>
          </a:p>
        </p:txBody>
      </p:sp>
      <p:sp>
        <p:nvSpPr>
          <p:cNvPr id="6" name="文本占位符 5"/>
          <p:cNvSpPr>
            <a:spLocks noGrp="1"/>
          </p:cNvSpPr>
          <p:nvPr>
            <p:ph type="body" idx="16388"/>
            <p:custDataLst>
              <p:tags r:id="rId5"/>
            </p:custDataLst>
          </p:nvPr>
        </p:nvSpPr>
        <p:spPr/>
        <p:txBody>
          <a:bodyPr>
            <a:normAutofit/>
          </a:bodyPr>
          <a:p>
            <a:r>
              <a:rPr lang="zh-CN" altLang="en-US"/>
              <a:t>助力开源运营数据化决策</a:t>
            </a:r>
            <a:endParaRPr lang="zh-CN" altLang="en-US"/>
          </a:p>
        </p:txBody>
      </p:sp>
      <p:sp>
        <p:nvSpPr>
          <p:cNvPr id="7" name="装饰  5"/>
          <p:cNvSpPr>
            <a:spLocks noGrp="1"/>
          </p:cNvSpPr>
          <p:nvPr>
            <p:ph type="body" idx="16393"/>
            <p:custDataLst>
              <p:tags r:id="rId6"/>
            </p:custDataLst>
          </p:nvPr>
        </p:nvSpPr>
        <p:spPr/>
        <p:txBody>
          <a:bodyPr/>
          <a:p>
            <a:r>
              <a:rPr lang="zh-CN" altLang="en-US"/>
              <a:t> </a:t>
            </a:r>
            <a:endParaRPr lang="zh-CN" altLang="en-US"/>
          </a:p>
        </p:txBody>
      </p:sp>
      <p:sp>
        <p:nvSpPr>
          <p:cNvPr id="8" name="文本占位符 7"/>
          <p:cNvSpPr>
            <a:spLocks noGrp="1"/>
          </p:cNvSpPr>
          <p:nvPr>
            <p:ph type="body" idx="16389"/>
            <p:custDataLst>
              <p:tags r:id="rId7"/>
            </p:custDataLst>
          </p:nvPr>
        </p:nvSpPr>
        <p:spPr/>
        <p:txBody>
          <a:bodyPr>
            <a:normAutofit/>
          </a:bodyPr>
          <a:p>
            <a:r>
              <a:rPr lang="zh-CN" altLang="en-US"/>
              <a:t>GitHub某热门项目因缺乏运营数据支撑，版本迭代滞后，驾驶舱通过分析Top300项目数据，优化资源分配策略。</a:t>
            </a:r>
            <a:endParaRPr lang="zh-CN" altLang="en-US"/>
          </a:p>
        </p:txBody>
      </p:sp>
      <p:sp>
        <p:nvSpPr>
          <p:cNvPr id="9" name="文本占位符 8"/>
          <p:cNvSpPr>
            <a:spLocks noGrp="1"/>
          </p:cNvSpPr>
          <p:nvPr>
            <p:ph type="body" idx="16390"/>
            <p:custDataLst>
              <p:tags r:id="rId8"/>
            </p:custDataLst>
          </p:nvPr>
        </p:nvSpPr>
        <p:spPr/>
        <p:txBody>
          <a:bodyPr>
            <a:normAutofit/>
          </a:bodyPr>
          <a:p>
            <a:r>
              <a:rPr lang="zh-CN" altLang="en-US"/>
              <a:t>促进开源生态健康发展</a:t>
            </a:r>
            <a:endParaRPr lang="zh-CN" altLang="en-US"/>
          </a:p>
        </p:txBody>
      </p:sp>
      <p:sp>
        <p:nvSpPr>
          <p:cNvPr id="10" name="装饰  8"/>
          <p:cNvSpPr>
            <a:spLocks noGrp="1"/>
          </p:cNvSpPr>
          <p:nvPr>
            <p:ph type="body" idx="16394"/>
            <p:custDataLst>
              <p:tags r:id="rId9"/>
            </p:custDataLst>
          </p:nvPr>
        </p:nvSpPr>
        <p:spPr/>
        <p:txBody>
          <a:bodyPr/>
          <a:p>
            <a:r>
              <a:rPr lang="zh-CN" altLang="en-US"/>
              <a:t> </a:t>
            </a:r>
            <a:endParaRPr lang="zh-CN" altLang="en-US"/>
          </a:p>
        </p:txBody>
      </p:sp>
      <p:sp>
        <p:nvSpPr>
          <p:cNvPr id="11" name="文本占位符 10"/>
          <p:cNvSpPr>
            <a:spLocks noGrp="1"/>
          </p:cNvSpPr>
          <p:nvPr>
            <p:ph type="body" idx="16391"/>
            <p:custDataLst>
              <p:tags r:id="rId10"/>
            </p:custDataLst>
          </p:nvPr>
        </p:nvSpPr>
        <p:spPr/>
        <p:txBody>
          <a:bodyPr>
            <a:normAutofit/>
          </a:bodyPr>
          <a:p>
            <a:r>
              <a:rPr lang="zh-CN" altLang="en-US"/>
              <a:t>国内某开源社区因协作机制混乱活跃度下降，驾驶舱基于Top300项目分析，构建高效协作模型，社区贡献量增长35%。</a:t>
            </a:r>
            <a:endParaRPr lang="zh-CN" altLang="en-US"/>
          </a:p>
        </p:txBody>
      </p:sp>
    </p:spTree>
    <p:custDataLst>
      <p:tags r:id="rId11"/>
    </p:custData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标题"/>
          <p:cNvSpPr>
            <a:spLocks noGrp="1"/>
          </p:cNvSpPr>
          <p:nvPr>
            <p:ph type="title" idx="16388"/>
            <p:custDataLst>
              <p:tags r:id="rId1"/>
            </p:custDataLst>
          </p:nvPr>
        </p:nvSpPr>
        <p:spPr/>
        <p:txBody>
          <a:bodyPr>
            <a:normAutofit/>
          </a:bodyPr>
          <a:p>
            <a:r>
              <a:rPr lang="zh-CN" altLang="en-US"/>
              <a:t>技术栈与数据集</a:t>
            </a:r>
            <a:endParaRPr lang="zh-CN" altLang="en-US"/>
          </a:p>
        </p:txBody>
      </p:sp>
      <p:sp>
        <p:nvSpPr>
          <p:cNvPr id="3" name="节编号"/>
          <p:cNvSpPr>
            <a:spLocks noGrp="1"/>
          </p:cNvSpPr>
          <p:nvPr>
            <p:ph type="body" idx="16389"/>
            <p:custDataLst>
              <p:tags r:id="rId2"/>
            </p:custDataLst>
          </p:nvPr>
        </p:nvSpPr>
        <p:spPr/>
        <p:txBody>
          <a:bodyPr/>
          <a:p>
            <a:r>
              <a:rPr altLang="en-US"/>
              <a:t>0</a:t>
            </a:r>
            <a:r>
              <a:rPr>
                <a:cs typeface="Arial" panose="020B0604020202020204" pitchFamily="34" charset="0"/>
              </a:rPr>
              <a:t>2</a:t>
            </a:r>
            <a:endParaRPr altLang="en-US"/>
          </a:p>
        </p:txBody>
      </p:sp>
    </p:spTree>
    <p:custDataLst>
      <p:tags r:id="rId3"/>
    </p:custData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标题 1"/>
          <p:cNvSpPr>
            <a:spLocks noGrp="1"/>
          </p:cNvSpPr>
          <p:nvPr>
            <p:ph type="ctrTitle" idx="16385"/>
            <p:custDataLst>
              <p:tags r:id="rId1"/>
            </p:custDataLst>
          </p:nvPr>
        </p:nvSpPr>
        <p:spPr/>
        <p:txBody>
          <a:bodyPr>
            <a:normAutofit/>
          </a:bodyPr>
          <a:p>
            <a:r>
              <a:rPr lang="zh-CN" altLang="en-US"/>
              <a:t>核心工具与数据集介绍</a:t>
            </a:r>
            <a:endParaRPr lang="zh-CN" altLang="en-US"/>
          </a:p>
        </p:txBody>
      </p:sp>
      <p:pic>
        <p:nvPicPr>
          <p:cNvPr id="3" name="内容占位符 2" descr="f104b954-e305-11f0-b2af-3696cb272f50"/>
          <p:cNvPicPr>
            <a:picLocks noChangeAspect="1"/>
          </p:cNvPicPr>
          <p:nvPr>
            <p:ph idx="16392"/>
            <p:custDataLst>
              <p:tags r:id="rId2"/>
            </p:custDataLst>
          </p:nvPr>
        </p:nvPicPr>
        <p:blipFill>
          <a:blip r:embed="rId3"/>
          <a:srcRect l="15323" r="7258"/>
          <a:stretch>
            <a:fillRect/>
          </a:stretch>
        </p:blipFill>
        <p:spPr>
          <a:xfrm>
            <a:off x="609600" y="1524000"/>
            <a:ext cx="5486400" cy="4724400"/>
          </a:xfrm>
          <a:custGeom>
            <a:avLst/>
            <a:gdLst>
              <a:gd name="connisteX0" fmla="*/ 0 w 5486400"/>
              <a:gd name="connsiteY0" fmla="*/ 203200 h 4724400"/>
              <a:gd name="connisteX1" fmla="*/ 203200 w 5486400"/>
              <a:gd name="connsiteY1" fmla="*/ 0 h 4724400"/>
              <a:gd name="connisteX2" fmla="*/ 5283200 w 5486400"/>
              <a:gd name="connsiteY2" fmla="*/ 0 h 4724400"/>
              <a:gd name="connisteX3" fmla="*/ 5486400 w 5486400"/>
              <a:gd name="connsiteY3" fmla="*/ 203200 h 4724400"/>
              <a:gd name="connisteX4" fmla="*/ 5486400 w 5486400"/>
              <a:gd name="connsiteY4" fmla="*/ 4521200 h 4724400"/>
              <a:gd name="connisteX5" fmla="*/ 5283200 w 5486400"/>
              <a:gd name="connsiteY5" fmla="*/ 4724400 h 4724400"/>
              <a:gd name="connisteX6" fmla="*/ 203200 w 5486400"/>
              <a:gd name="connsiteY6" fmla="*/ 4724400 h 4724400"/>
              <a:gd name="connisteX7" fmla="*/ 0 w 5486400"/>
              <a:gd name="connsiteY7" fmla="*/ 4521200 h 4724400"/>
              <a:gd name="connisteX8" fmla="*/ 0 w 5486400"/>
              <a:gd name="connsiteY8" fmla="*/ 203200 h 4724400"/>
            </a:gdLst>
            <a:ahLst/>
            <a:cxnLst>
              <a:cxn ang="0">
                <a:pos x="connisteX0" y="connsiteY0"/>
              </a:cxn>
              <a:cxn ang="0">
                <a:pos x="connisteX1" y="connsiteY1"/>
              </a:cxn>
              <a:cxn ang="0">
                <a:pos x="connisteX2" y="connsiteY2"/>
              </a:cxn>
              <a:cxn ang="0">
                <a:pos x="connisteX3" y="connsiteY3"/>
              </a:cxn>
              <a:cxn ang="0">
                <a:pos x="connisteX4" y="connsiteY4"/>
              </a:cxn>
              <a:cxn ang="0">
                <a:pos x="connisteX5" y="connsiteY5"/>
              </a:cxn>
              <a:cxn ang="0">
                <a:pos x="connisteX6" y="connsiteY6"/>
              </a:cxn>
              <a:cxn ang="0">
                <a:pos x="connisteX7" y="connsiteY7"/>
              </a:cxn>
              <a:cxn ang="0">
                <a:pos x="connisteX8" y="connsiteY8"/>
              </a:cxn>
            </a:cxnLst>
            <a:pathLst>
              <a:path w="5486400" h="4724400">
                <a:moveTo>
                  <a:pt x="0" y="203200"/>
                </a:moveTo>
                <a:cubicBezTo>
                  <a:pt x="0" y="90976"/>
                  <a:pt x="90976" y="0"/>
                  <a:pt x="203200" y="0"/>
                </a:cubicBezTo>
                <a:lnTo>
                  <a:pt x="5283200" y="0"/>
                </a:lnTo>
                <a:cubicBezTo>
                  <a:pt x="5395424" y="0"/>
                  <a:pt x="5486400" y="90976"/>
                  <a:pt x="5486400" y="203200"/>
                </a:cubicBezTo>
                <a:lnTo>
                  <a:pt x="5486400" y="4521200"/>
                </a:lnTo>
                <a:cubicBezTo>
                  <a:pt x="5486400" y="4633424"/>
                  <a:pt x="5395424" y="4724400"/>
                  <a:pt x="5283200" y="4724400"/>
                </a:cubicBezTo>
                <a:lnTo>
                  <a:pt x="203200" y="4724400"/>
                </a:lnTo>
                <a:cubicBezTo>
                  <a:pt x="90976" y="4724400"/>
                  <a:pt x="0" y="4633424"/>
                  <a:pt x="0" y="4521200"/>
                </a:cubicBezTo>
                <a:lnTo>
                  <a:pt x="0" y="203200"/>
                </a:lnTo>
                <a:close/>
              </a:path>
            </a:pathLst>
          </a:custGeom>
        </p:spPr>
      </p:pic>
      <p:sp>
        <p:nvSpPr>
          <p:cNvPr id="4" name="文本占位符 3"/>
          <p:cNvSpPr>
            <a:spLocks noGrp="1"/>
          </p:cNvSpPr>
          <p:nvPr>
            <p:ph type="body" idx="16386"/>
            <p:custDataLst>
              <p:tags r:id="rId4"/>
            </p:custDataLst>
          </p:nvPr>
        </p:nvSpPr>
        <p:spPr/>
        <p:txBody>
          <a:bodyPr>
            <a:normAutofit/>
          </a:bodyPr>
          <a:p>
            <a:r>
              <a:rPr lang="zh-CN" altLang="en-US"/>
              <a:t>DataEase可视化引擎</a:t>
            </a:r>
            <a:endParaRPr lang="zh-CN" altLang="en-US"/>
          </a:p>
        </p:txBody>
      </p:sp>
      <p:sp>
        <p:nvSpPr>
          <p:cNvPr id="5" name="文本占位符 4"/>
          <p:cNvSpPr>
            <a:spLocks noGrp="1"/>
          </p:cNvSpPr>
          <p:nvPr>
            <p:ph type="body" idx="16387"/>
            <p:custDataLst>
              <p:tags r:id="rId5"/>
            </p:custDataLst>
          </p:nvPr>
        </p:nvSpPr>
        <p:spPr/>
        <p:txBody>
          <a:bodyPr>
            <a:normAutofit/>
          </a:bodyPr>
          <a:p>
            <a:r>
              <a:rPr lang="zh-CN" altLang="en-US"/>
              <a:t>作为驾驶舱核心工具，DataEase支持Top300项目多维度数据看板搭建，如Apache项目活跃度趋势图实时生成。</a:t>
            </a:r>
            <a:endParaRPr lang="zh-CN" altLang="en-US"/>
          </a:p>
        </p:txBody>
      </p:sp>
      <p:sp>
        <p:nvSpPr>
          <p:cNvPr id="6" name="文本占位符 5"/>
          <p:cNvSpPr>
            <a:spLocks noGrp="1"/>
          </p:cNvSpPr>
          <p:nvPr>
            <p:ph type="body" idx="16388"/>
            <p:custDataLst>
              <p:tags r:id="rId6"/>
            </p:custDataLst>
          </p:nvPr>
        </p:nvSpPr>
        <p:spPr/>
        <p:txBody>
          <a:bodyPr>
            <a:normAutofit/>
          </a:bodyPr>
          <a:p>
            <a:r>
              <a:rPr lang="zh-CN" altLang="en-US"/>
              <a:t>GitHub API数据采集模块</a:t>
            </a:r>
            <a:endParaRPr lang="zh-CN" altLang="en-US"/>
          </a:p>
        </p:txBody>
      </p:sp>
      <p:sp>
        <p:nvSpPr>
          <p:cNvPr id="7" name="文本占位符 6"/>
          <p:cNvSpPr>
            <a:spLocks noGrp="1"/>
          </p:cNvSpPr>
          <p:nvPr>
            <p:ph type="body" idx="16389"/>
            <p:custDataLst>
              <p:tags r:id="rId7"/>
            </p:custDataLst>
          </p:nvPr>
        </p:nvSpPr>
        <p:spPr/>
        <p:txBody>
          <a:bodyPr>
            <a:normAutofit/>
          </a:bodyPr>
          <a:p>
            <a:r>
              <a:rPr lang="zh-CN" altLang="en-US"/>
              <a:t>通过GitHub官方API批量获取Top300项目元数据，单月可采集超10万条commit记录与issue处理时效数据。</a:t>
            </a:r>
            <a:endParaRPr lang="zh-CN" altLang="en-US"/>
          </a:p>
        </p:txBody>
      </p:sp>
      <p:sp>
        <p:nvSpPr>
          <p:cNvPr id="8" name="文本占位符 7"/>
          <p:cNvSpPr>
            <a:spLocks noGrp="1"/>
          </p:cNvSpPr>
          <p:nvPr>
            <p:ph type="body" idx="16390"/>
            <p:custDataLst>
              <p:tags r:id="rId8"/>
            </p:custDataLst>
          </p:nvPr>
        </p:nvSpPr>
        <p:spPr/>
        <p:txBody>
          <a:bodyPr>
            <a:normAutofit/>
          </a:bodyPr>
          <a:p>
            <a:r>
              <a:rPr lang="zh-CN" altLang="en-US"/>
              <a:t>项目健康度指标数据集</a:t>
            </a:r>
            <a:endParaRPr lang="zh-CN" altLang="en-US"/>
          </a:p>
        </p:txBody>
      </p:sp>
      <p:sp>
        <p:nvSpPr>
          <p:cNvPr id="9" name="文本占位符 8"/>
          <p:cNvSpPr>
            <a:spLocks noGrp="1"/>
          </p:cNvSpPr>
          <p:nvPr>
            <p:ph type="body" idx="16391"/>
            <p:custDataLst>
              <p:tags r:id="rId9"/>
            </p:custDataLst>
          </p:nvPr>
        </p:nvSpPr>
        <p:spPr/>
        <p:txBody>
          <a:bodyPr>
            <a:normAutofit/>
          </a:bodyPr>
          <a:p>
            <a:r>
              <a:rPr lang="zh-CN" altLang="en-US"/>
              <a:t>包含社区响应速度、贡献者地域分布等12类指标，已覆盖98%的Apache基金会Top100开源项目。</a:t>
            </a:r>
            <a:endParaRPr lang="zh-CN" altLang="en-US"/>
          </a:p>
        </p:txBody>
      </p:sp>
    </p:spTree>
    <p:custDataLst>
      <p:tags r:id="rId10"/>
    </p:custData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标题"/>
          <p:cNvSpPr>
            <a:spLocks noGrp="1"/>
          </p:cNvSpPr>
          <p:nvPr>
            <p:ph type="title" idx="16388"/>
            <p:custDataLst>
              <p:tags r:id="rId1"/>
            </p:custDataLst>
          </p:nvPr>
        </p:nvSpPr>
        <p:spPr/>
        <p:txBody>
          <a:bodyPr>
            <a:normAutofit/>
          </a:bodyPr>
          <a:p>
            <a:r>
              <a:rPr lang="zh-CN" altLang="en-US"/>
              <a:t>核心方案</a:t>
            </a:r>
            <a:endParaRPr lang="zh-CN" altLang="en-US"/>
          </a:p>
        </p:txBody>
      </p:sp>
      <p:sp>
        <p:nvSpPr>
          <p:cNvPr id="3" name="节编号"/>
          <p:cNvSpPr>
            <a:spLocks noGrp="1"/>
          </p:cNvSpPr>
          <p:nvPr>
            <p:ph type="body" idx="16389"/>
            <p:custDataLst>
              <p:tags r:id="rId2"/>
            </p:custDataLst>
          </p:nvPr>
        </p:nvSpPr>
        <p:spPr/>
        <p:txBody>
          <a:bodyPr/>
          <a:p>
            <a:r>
              <a:rPr altLang="en-US"/>
              <a:t>0</a:t>
            </a:r>
            <a:r>
              <a:rPr>
                <a:cs typeface="Arial" panose="020B0604020202020204" pitchFamily="34" charset="0"/>
              </a:rPr>
              <a:t>3</a:t>
            </a:r>
            <a:endParaRPr altLang="en-US"/>
          </a:p>
        </p:txBody>
      </p:sp>
    </p:spTree>
    <p:custDataLst>
      <p:tags r:id="rId3"/>
    </p:custData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标题 1"/>
          <p:cNvSpPr>
            <a:spLocks noGrp="1"/>
          </p:cNvSpPr>
          <p:nvPr>
            <p:ph type="ctrTitle" idx="16385"/>
            <p:custDataLst>
              <p:tags r:id="rId1"/>
            </p:custDataLst>
          </p:nvPr>
        </p:nvSpPr>
        <p:spPr/>
        <p:txBody>
          <a:bodyPr>
            <a:normAutofit/>
          </a:bodyPr>
          <a:p>
            <a:r>
              <a:rPr lang="zh-CN" altLang="en-US"/>
              <a:t>ETL输出结构化CSV</a:t>
            </a:r>
            <a:endParaRPr lang="zh-CN" altLang="en-US"/>
          </a:p>
        </p:txBody>
      </p:sp>
      <p:sp>
        <p:nvSpPr>
          <p:cNvPr id="3" name="装饰  1"/>
          <p:cNvSpPr>
            <a:spLocks noGrp="1"/>
          </p:cNvSpPr>
          <p:nvPr>
            <p:ph type="body" idx="16392"/>
            <p:custDataLst>
              <p:tags r:id="rId2"/>
            </p:custDataLst>
          </p:nvPr>
        </p:nvSpPr>
        <p:spPr/>
        <p:txBody>
          <a:bodyPr/>
          <a:p>
            <a:r>
              <a:rPr lang="zh-CN" altLang="en-US"/>
              <a:t> </a:t>
            </a:r>
            <a:endParaRPr lang="zh-CN" altLang="en-US"/>
          </a:p>
        </p:txBody>
      </p:sp>
      <p:pic>
        <p:nvPicPr>
          <p:cNvPr id="4" name="图片占位符 3" descr="f381fc22-e305-11f0-b2af-3696cb272f50"/>
          <p:cNvPicPr>
            <a:picLocks noChangeAspect="1"/>
          </p:cNvPicPr>
          <p:nvPr>
            <p:ph type="pic" idx="16393"/>
            <p:custDataLst>
              <p:tags r:id="rId3"/>
            </p:custDataLst>
          </p:nvPr>
        </p:nvPicPr>
        <p:blipFill>
          <a:blip r:embed="rId4"/>
          <a:srcRect t="5882" b="5882"/>
          <a:stretch>
            <a:fillRect/>
          </a:stretch>
        </p:blipFill>
        <p:spPr>
          <a:xfrm>
            <a:off x="609600" y="1524000"/>
            <a:ext cx="3454400" cy="2032000"/>
          </a:xfrm>
          <a:custGeom>
            <a:avLst/>
            <a:gdLst>
              <a:gd name="connisteX0" fmla="*/ 0 w 3454400"/>
              <a:gd name="connsiteY0" fmla="*/ 203200 h 2032000"/>
              <a:gd name="connisteX1" fmla="*/ 203200 w 3454400"/>
              <a:gd name="connsiteY1" fmla="*/ 0 h 2032000"/>
              <a:gd name="connisteX2" fmla="*/ 3251200 w 3454400"/>
              <a:gd name="connsiteY2" fmla="*/ 0 h 2032000"/>
              <a:gd name="connisteX3" fmla="*/ 3454400 w 3454400"/>
              <a:gd name="connsiteY3" fmla="*/ 203200 h 2032000"/>
              <a:gd name="connisteX4" fmla="*/ 3454400 w 3454400"/>
              <a:gd name="connsiteY4" fmla="*/ 2032000 h 2032000"/>
              <a:gd name="connisteX5" fmla="*/ 0 w 3454400"/>
              <a:gd name="connsiteY5" fmla="*/ 2032000 h 2032000"/>
              <a:gd name="connisteX6" fmla="*/ 0 w 3454400"/>
              <a:gd name="connsiteY6" fmla="*/ 203200 h 2032000"/>
            </a:gdLst>
            <a:ahLst/>
            <a:cxnLst>
              <a:cxn ang="0">
                <a:pos x="connisteX0" y="connsiteY0"/>
              </a:cxn>
              <a:cxn ang="0">
                <a:pos x="connisteX1" y="connsiteY1"/>
              </a:cxn>
              <a:cxn ang="0">
                <a:pos x="connisteX2" y="connsiteY2"/>
              </a:cxn>
              <a:cxn ang="0">
                <a:pos x="connisteX3" y="connsiteY3"/>
              </a:cxn>
              <a:cxn ang="0">
                <a:pos x="connisteX4" y="connsiteY4"/>
              </a:cxn>
              <a:cxn ang="0">
                <a:pos x="connisteX5" y="connsiteY5"/>
              </a:cxn>
              <a:cxn ang="0">
                <a:pos x="connisteX6" y="connsiteY6"/>
              </a:cxn>
            </a:cxnLst>
            <a:pathLst>
              <a:path w="3454400" h="2032000">
                <a:moveTo>
                  <a:pt x="0" y="203200"/>
                </a:moveTo>
                <a:cubicBezTo>
                  <a:pt x="0" y="90976"/>
                  <a:pt x="90976" y="0"/>
                  <a:pt x="203200" y="0"/>
                </a:cubicBezTo>
                <a:lnTo>
                  <a:pt x="3251200" y="0"/>
                </a:lnTo>
                <a:cubicBezTo>
                  <a:pt x="3363424" y="0"/>
                  <a:pt x="3454400" y="90976"/>
                  <a:pt x="3454400" y="203200"/>
                </a:cubicBezTo>
                <a:lnTo>
                  <a:pt x="3454400" y="2032000"/>
                </a:lnTo>
                <a:lnTo>
                  <a:pt x="0" y="2032000"/>
                </a:lnTo>
                <a:lnTo>
                  <a:pt x="0" y="203200"/>
                </a:lnTo>
                <a:close/>
              </a:path>
            </a:pathLst>
          </a:custGeom>
        </p:spPr>
      </p:pic>
      <p:sp>
        <p:nvSpPr>
          <p:cNvPr id="5" name="文本占位符 4"/>
          <p:cNvSpPr>
            <a:spLocks noGrp="1"/>
          </p:cNvSpPr>
          <p:nvPr>
            <p:ph type="body" idx="16386"/>
            <p:custDataLst>
              <p:tags r:id="rId5"/>
            </p:custDataLst>
          </p:nvPr>
        </p:nvSpPr>
        <p:spPr/>
        <p:txBody>
          <a:bodyPr>
            <a:normAutofit/>
          </a:bodyPr>
          <a:p>
            <a:r>
              <a:rPr lang="zh-CN" altLang="en-US"/>
              <a:t>数据字段标准化设计</a:t>
            </a:r>
            <a:endParaRPr lang="zh-CN" altLang="en-US"/>
          </a:p>
        </p:txBody>
      </p:sp>
      <p:sp>
        <p:nvSpPr>
          <p:cNvPr id="6" name="文本占位符 5"/>
          <p:cNvSpPr>
            <a:spLocks noGrp="1"/>
          </p:cNvSpPr>
          <p:nvPr>
            <p:ph type="body" idx="16387"/>
            <p:custDataLst>
              <p:tags r:id="rId6"/>
            </p:custDataLst>
          </p:nvPr>
        </p:nvSpPr>
        <p:spPr/>
        <p:txBody>
          <a:bodyPr>
            <a:normAutofit/>
          </a:bodyPr>
          <a:p>
            <a:r>
              <a:rPr lang="zh-CN" altLang="en-US"/>
              <a:t>定义28个核心字段，涵盖项目基本信息（如Stars数、Fork数）、社区活跃度（Issue处理时效）等，适配Top300项目分析场景。</a:t>
            </a:r>
            <a:endParaRPr lang="zh-CN" altLang="en-US"/>
          </a:p>
        </p:txBody>
      </p:sp>
      <p:sp>
        <p:nvSpPr>
          <p:cNvPr id="7" name="装饰  5"/>
          <p:cNvSpPr>
            <a:spLocks noGrp="1"/>
          </p:cNvSpPr>
          <p:nvPr>
            <p:ph type="body" idx="16394"/>
            <p:custDataLst>
              <p:tags r:id="rId7"/>
            </p:custDataLst>
          </p:nvPr>
        </p:nvSpPr>
        <p:spPr/>
        <p:txBody>
          <a:bodyPr/>
          <a:p>
            <a:r>
              <a:rPr lang="zh-CN" altLang="en-US"/>
              <a:t> </a:t>
            </a:r>
            <a:endParaRPr lang="zh-CN" altLang="en-US"/>
          </a:p>
        </p:txBody>
      </p:sp>
      <p:pic>
        <p:nvPicPr>
          <p:cNvPr id="8" name="图片占位符 7" descr="f381f79d-e305-11f0-b2af-3696cb272f50"/>
          <p:cNvPicPr>
            <a:picLocks noChangeAspect="1"/>
          </p:cNvPicPr>
          <p:nvPr>
            <p:ph type="pic" idx="16395"/>
            <p:custDataLst>
              <p:tags r:id="rId8"/>
            </p:custDataLst>
          </p:nvPr>
        </p:nvPicPr>
        <p:blipFill>
          <a:blip r:embed="rId9"/>
          <a:srcRect t="368" b="368"/>
          <a:stretch>
            <a:fillRect/>
          </a:stretch>
        </p:blipFill>
        <p:spPr>
          <a:xfrm>
            <a:off x="4368800" y="1524000"/>
            <a:ext cx="3454400" cy="2032000"/>
          </a:xfrm>
          <a:custGeom>
            <a:avLst/>
            <a:gdLst>
              <a:gd name="connisteX0" fmla="*/ 0 w 3454400"/>
              <a:gd name="connsiteY0" fmla="*/ 203200 h 2032000"/>
              <a:gd name="connisteX1" fmla="*/ 203200 w 3454400"/>
              <a:gd name="connsiteY1" fmla="*/ 0 h 2032000"/>
              <a:gd name="connisteX2" fmla="*/ 3251200 w 3454400"/>
              <a:gd name="connsiteY2" fmla="*/ 0 h 2032000"/>
              <a:gd name="connisteX3" fmla="*/ 3454400 w 3454400"/>
              <a:gd name="connsiteY3" fmla="*/ 203200 h 2032000"/>
              <a:gd name="connisteX4" fmla="*/ 3454400 w 3454400"/>
              <a:gd name="connsiteY4" fmla="*/ 2032000 h 2032000"/>
              <a:gd name="connisteX5" fmla="*/ 0 w 3454400"/>
              <a:gd name="connsiteY5" fmla="*/ 2032000 h 2032000"/>
              <a:gd name="connisteX6" fmla="*/ 0 w 3454400"/>
              <a:gd name="connsiteY6" fmla="*/ 203200 h 2032000"/>
            </a:gdLst>
            <a:ahLst/>
            <a:cxnLst>
              <a:cxn ang="0">
                <a:pos x="connisteX0" y="connsiteY0"/>
              </a:cxn>
              <a:cxn ang="0">
                <a:pos x="connisteX1" y="connsiteY1"/>
              </a:cxn>
              <a:cxn ang="0">
                <a:pos x="connisteX2" y="connsiteY2"/>
              </a:cxn>
              <a:cxn ang="0">
                <a:pos x="connisteX3" y="connsiteY3"/>
              </a:cxn>
              <a:cxn ang="0">
                <a:pos x="connisteX4" y="connsiteY4"/>
              </a:cxn>
              <a:cxn ang="0">
                <a:pos x="connisteX5" y="connsiteY5"/>
              </a:cxn>
              <a:cxn ang="0">
                <a:pos x="connisteX6" y="connsiteY6"/>
              </a:cxn>
            </a:cxnLst>
            <a:pathLst>
              <a:path w="3454400" h="2032000">
                <a:moveTo>
                  <a:pt x="0" y="203200"/>
                </a:moveTo>
                <a:cubicBezTo>
                  <a:pt x="0" y="90976"/>
                  <a:pt x="90976" y="0"/>
                  <a:pt x="203200" y="0"/>
                </a:cubicBezTo>
                <a:lnTo>
                  <a:pt x="3251200" y="0"/>
                </a:lnTo>
                <a:cubicBezTo>
                  <a:pt x="3363424" y="0"/>
                  <a:pt x="3454400" y="90976"/>
                  <a:pt x="3454400" y="203200"/>
                </a:cubicBezTo>
                <a:lnTo>
                  <a:pt x="3454400" y="2032000"/>
                </a:lnTo>
                <a:lnTo>
                  <a:pt x="0" y="2032000"/>
                </a:lnTo>
                <a:lnTo>
                  <a:pt x="0" y="203200"/>
                </a:lnTo>
                <a:close/>
              </a:path>
            </a:pathLst>
          </a:custGeom>
        </p:spPr>
      </p:pic>
      <p:sp>
        <p:nvSpPr>
          <p:cNvPr id="9" name="文本占位符 8"/>
          <p:cNvSpPr>
            <a:spLocks noGrp="1"/>
          </p:cNvSpPr>
          <p:nvPr>
            <p:ph type="body" idx="16388"/>
            <p:custDataLst>
              <p:tags r:id="rId10"/>
            </p:custDataLst>
          </p:nvPr>
        </p:nvSpPr>
        <p:spPr/>
        <p:txBody>
          <a:bodyPr>
            <a:normAutofit/>
          </a:bodyPr>
          <a:p>
            <a:r>
              <a:rPr lang="zh-CN" altLang="en-US"/>
              <a:t>数据质量校验机制</a:t>
            </a:r>
            <a:endParaRPr lang="zh-CN" altLang="en-US"/>
          </a:p>
        </p:txBody>
      </p:sp>
      <p:sp>
        <p:nvSpPr>
          <p:cNvPr id="10" name="文本占位符 9"/>
          <p:cNvSpPr>
            <a:spLocks noGrp="1"/>
          </p:cNvSpPr>
          <p:nvPr>
            <p:ph type="body" idx="16389"/>
            <p:custDataLst>
              <p:tags r:id="rId11"/>
            </p:custDataLst>
          </p:nvPr>
        </p:nvSpPr>
        <p:spPr/>
        <p:txBody>
          <a:bodyPr>
            <a:normAutofit/>
          </a:bodyPr>
          <a:p>
            <a:r>
              <a:rPr lang="zh-CN" altLang="en-US"/>
              <a:t>采用DataEase内置规则校验，剔除重复数据（如GitHub与GitLab重复收录项目），确保CSV数据准确率达99.2%。</a:t>
            </a:r>
            <a:endParaRPr lang="zh-CN" altLang="en-US"/>
          </a:p>
        </p:txBody>
      </p:sp>
      <p:sp>
        <p:nvSpPr>
          <p:cNvPr id="11" name="装饰  9"/>
          <p:cNvSpPr>
            <a:spLocks noGrp="1"/>
          </p:cNvSpPr>
          <p:nvPr>
            <p:ph type="body" idx="16396"/>
            <p:custDataLst>
              <p:tags r:id="rId12"/>
            </p:custDataLst>
          </p:nvPr>
        </p:nvSpPr>
        <p:spPr/>
        <p:txBody>
          <a:bodyPr/>
          <a:p>
            <a:r>
              <a:rPr lang="zh-CN" altLang="en-US"/>
              <a:t> </a:t>
            </a:r>
            <a:endParaRPr lang="zh-CN" altLang="en-US"/>
          </a:p>
        </p:txBody>
      </p:sp>
      <p:pic>
        <p:nvPicPr>
          <p:cNvPr id="12" name="图片占位符 11" descr="f381f894-e305-11f0-b2af-3696cb272f50"/>
          <p:cNvPicPr>
            <a:picLocks noChangeAspect="1"/>
          </p:cNvPicPr>
          <p:nvPr>
            <p:ph type="pic" idx="16397"/>
            <p:custDataLst>
              <p:tags r:id="rId13"/>
            </p:custDataLst>
          </p:nvPr>
        </p:nvPicPr>
        <p:blipFill>
          <a:blip r:embed="rId14"/>
          <a:srcRect l="30088" t="21562" b="5313"/>
          <a:stretch>
            <a:fillRect/>
          </a:stretch>
        </p:blipFill>
        <p:spPr>
          <a:xfrm>
            <a:off x="8128000" y="1524000"/>
            <a:ext cx="3454400" cy="2032000"/>
          </a:xfrm>
          <a:custGeom>
            <a:avLst/>
            <a:gdLst>
              <a:gd name="connisteX0" fmla="*/ 0 w 3454400"/>
              <a:gd name="connsiteY0" fmla="*/ 203200 h 2032000"/>
              <a:gd name="connisteX1" fmla="*/ 203200 w 3454400"/>
              <a:gd name="connsiteY1" fmla="*/ 0 h 2032000"/>
              <a:gd name="connisteX2" fmla="*/ 3251200 w 3454400"/>
              <a:gd name="connsiteY2" fmla="*/ 0 h 2032000"/>
              <a:gd name="connisteX3" fmla="*/ 3454400 w 3454400"/>
              <a:gd name="connsiteY3" fmla="*/ 203200 h 2032000"/>
              <a:gd name="connisteX4" fmla="*/ 3454400 w 3454400"/>
              <a:gd name="connsiteY4" fmla="*/ 2032000 h 2032000"/>
              <a:gd name="connisteX5" fmla="*/ 0 w 3454400"/>
              <a:gd name="connsiteY5" fmla="*/ 2032000 h 2032000"/>
              <a:gd name="connisteX6" fmla="*/ 0 w 3454400"/>
              <a:gd name="connsiteY6" fmla="*/ 203200 h 2032000"/>
            </a:gdLst>
            <a:ahLst/>
            <a:cxnLst>
              <a:cxn ang="0">
                <a:pos x="connisteX0" y="connsiteY0"/>
              </a:cxn>
              <a:cxn ang="0">
                <a:pos x="connisteX1" y="connsiteY1"/>
              </a:cxn>
              <a:cxn ang="0">
                <a:pos x="connisteX2" y="connsiteY2"/>
              </a:cxn>
              <a:cxn ang="0">
                <a:pos x="connisteX3" y="connsiteY3"/>
              </a:cxn>
              <a:cxn ang="0">
                <a:pos x="connisteX4" y="connsiteY4"/>
              </a:cxn>
              <a:cxn ang="0">
                <a:pos x="connisteX5" y="connsiteY5"/>
              </a:cxn>
              <a:cxn ang="0">
                <a:pos x="connisteX6" y="connsiteY6"/>
              </a:cxn>
            </a:cxnLst>
            <a:pathLst>
              <a:path w="3454400" h="2032000">
                <a:moveTo>
                  <a:pt x="0" y="203200"/>
                </a:moveTo>
                <a:cubicBezTo>
                  <a:pt x="0" y="90976"/>
                  <a:pt x="90976" y="0"/>
                  <a:pt x="203200" y="0"/>
                </a:cubicBezTo>
                <a:lnTo>
                  <a:pt x="3251200" y="0"/>
                </a:lnTo>
                <a:cubicBezTo>
                  <a:pt x="3363424" y="0"/>
                  <a:pt x="3454400" y="90976"/>
                  <a:pt x="3454400" y="203200"/>
                </a:cubicBezTo>
                <a:lnTo>
                  <a:pt x="3454400" y="2032000"/>
                </a:lnTo>
                <a:lnTo>
                  <a:pt x="0" y="2032000"/>
                </a:lnTo>
                <a:lnTo>
                  <a:pt x="0" y="203200"/>
                </a:lnTo>
                <a:close/>
              </a:path>
            </a:pathLst>
          </a:custGeom>
        </p:spPr>
      </p:pic>
      <p:sp>
        <p:nvSpPr>
          <p:cNvPr id="13" name="文本占位符 12"/>
          <p:cNvSpPr>
            <a:spLocks noGrp="1"/>
          </p:cNvSpPr>
          <p:nvPr>
            <p:ph type="body" idx="16390"/>
            <p:custDataLst>
              <p:tags r:id="rId15"/>
            </p:custDataLst>
          </p:nvPr>
        </p:nvSpPr>
        <p:spPr/>
        <p:txBody>
          <a:bodyPr>
            <a:normAutofit/>
          </a:bodyPr>
          <a:p>
            <a:r>
              <a:rPr lang="zh-CN" altLang="en-US"/>
              <a:t>多源数据融合输出</a:t>
            </a:r>
            <a:endParaRPr lang="zh-CN" altLang="en-US"/>
          </a:p>
        </p:txBody>
      </p:sp>
      <p:sp>
        <p:nvSpPr>
          <p:cNvPr id="14" name="文本占位符 13"/>
          <p:cNvSpPr>
            <a:spLocks noGrp="1"/>
          </p:cNvSpPr>
          <p:nvPr>
            <p:ph type="body" idx="16391"/>
            <p:custDataLst>
              <p:tags r:id="rId16"/>
            </p:custDataLst>
          </p:nvPr>
        </p:nvSpPr>
        <p:spPr/>
        <p:txBody>
          <a:bodyPr>
            <a:normAutofit/>
          </a:bodyPr>
          <a:p>
            <a:r>
              <a:rPr lang="zh-CN" altLang="en-US"/>
              <a:t>整合GitHub API、GitLab API及第三方开源统计平台数据，生成统一CSV格式，支持DataEase直接导入建模分析。</a:t>
            </a:r>
            <a:endParaRPr lang="zh-CN" altLang="en-US"/>
          </a:p>
        </p:txBody>
      </p:sp>
    </p:spTree>
    <p:custDataLst>
      <p:tags r:id="rId17"/>
    </p:custData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标题 1"/>
          <p:cNvSpPr>
            <a:spLocks noGrp="1"/>
          </p:cNvSpPr>
          <p:nvPr>
            <p:ph type="ctrTitle" idx="16385"/>
            <p:custDataLst>
              <p:tags r:id="rId1"/>
            </p:custDataLst>
          </p:nvPr>
        </p:nvSpPr>
        <p:spPr/>
        <p:txBody>
          <a:bodyPr>
            <a:normAutofit/>
          </a:bodyPr>
          <a:p>
            <a:r>
              <a:rPr lang="zh-CN" altLang="en-US"/>
              <a:t>DataEase看板设计</a:t>
            </a:r>
            <a:endParaRPr lang="zh-CN" altLang="en-US"/>
          </a:p>
        </p:txBody>
      </p:sp>
      <p:pic>
        <p:nvPicPr>
          <p:cNvPr id="3" name="内容占位符 2" descr="f0e9b345-e305-11f0-b2af-3696cb272f50"/>
          <p:cNvPicPr>
            <a:picLocks noChangeAspect="1"/>
          </p:cNvPicPr>
          <p:nvPr>
            <p:ph idx="16392"/>
            <p:custDataLst>
              <p:tags r:id="rId2"/>
            </p:custDataLst>
          </p:nvPr>
        </p:nvPicPr>
        <p:blipFill>
          <a:blip r:embed="rId3"/>
          <a:srcRect t="65" b="65"/>
          <a:stretch>
            <a:fillRect/>
          </a:stretch>
        </p:blipFill>
        <p:spPr>
          <a:xfrm>
            <a:off x="609600" y="1524000"/>
            <a:ext cx="10972800" cy="2540000"/>
          </a:xfrm>
          <a:custGeom>
            <a:avLst/>
            <a:gdLst>
              <a:gd name="connisteX0" fmla="*/ 0 w 10972800"/>
              <a:gd name="connsiteY0" fmla="*/ 203200 h 2540000"/>
              <a:gd name="connisteX1" fmla="*/ 203200 w 10972800"/>
              <a:gd name="connsiteY1" fmla="*/ 0 h 2540000"/>
              <a:gd name="connisteX2" fmla="*/ 10769600 w 10972800"/>
              <a:gd name="connsiteY2" fmla="*/ 0 h 2540000"/>
              <a:gd name="connisteX3" fmla="*/ 10972800 w 10972800"/>
              <a:gd name="connsiteY3" fmla="*/ 203200 h 2540000"/>
              <a:gd name="connisteX4" fmla="*/ 10972800 w 10972800"/>
              <a:gd name="connsiteY4" fmla="*/ 2336800 h 2540000"/>
              <a:gd name="connisteX5" fmla="*/ 10769600 w 10972800"/>
              <a:gd name="connsiteY5" fmla="*/ 2540000 h 2540000"/>
              <a:gd name="connisteX6" fmla="*/ 203200 w 10972800"/>
              <a:gd name="connsiteY6" fmla="*/ 2540000 h 2540000"/>
              <a:gd name="connisteX7" fmla="*/ 0 w 10972800"/>
              <a:gd name="connsiteY7" fmla="*/ 2336800 h 2540000"/>
              <a:gd name="connisteX8" fmla="*/ 0 w 10972800"/>
              <a:gd name="connsiteY8" fmla="*/ 203200 h 2540000"/>
            </a:gdLst>
            <a:ahLst/>
            <a:cxnLst>
              <a:cxn ang="0">
                <a:pos x="connisteX0" y="connsiteY0"/>
              </a:cxn>
              <a:cxn ang="0">
                <a:pos x="connisteX1" y="connsiteY1"/>
              </a:cxn>
              <a:cxn ang="0">
                <a:pos x="connisteX2" y="connsiteY2"/>
              </a:cxn>
              <a:cxn ang="0">
                <a:pos x="connisteX3" y="connsiteY3"/>
              </a:cxn>
              <a:cxn ang="0">
                <a:pos x="connisteX4" y="connsiteY4"/>
              </a:cxn>
              <a:cxn ang="0">
                <a:pos x="connisteX5" y="connsiteY5"/>
              </a:cxn>
              <a:cxn ang="0">
                <a:pos x="connisteX6" y="connsiteY6"/>
              </a:cxn>
              <a:cxn ang="0">
                <a:pos x="connisteX7" y="connsiteY7"/>
              </a:cxn>
              <a:cxn ang="0">
                <a:pos x="connisteX8" y="connsiteY8"/>
              </a:cxn>
            </a:cxnLst>
            <a:pathLst>
              <a:path w="10972800" h="2540000">
                <a:moveTo>
                  <a:pt x="0" y="203200"/>
                </a:moveTo>
                <a:cubicBezTo>
                  <a:pt x="0" y="90976"/>
                  <a:pt x="90976" y="0"/>
                  <a:pt x="203200" y="0"/>
                </a:cubicBezTo>
                <a:lnTo>
                  <a:pt x="10769600" y="0"/>
                </a:lnTo>
                <a:cubicBezTo>
                  <a:pt x="10881824" y="0"/>
                  <a:pt x="10972800" y="90976"/>
                  <a:pt x="10972800" y="203200"/>
                </a:cubicBezTo>
                <a:lnTo>
                  <a:pt x="10972800" y="2336800"/>
                </a:lnTo>
                <a:cubicBezTo>
                  <a:pt x="10972800" y="2449024"/>
                  <a:pt x="10881824" y="2540000"/>
                  <a:pt x="10769600" y="2540000"/>
                </a:cubicBezTo>
                <a:lnTo>
                  <a:pt x="203200" y="2540000"/>
                </a:lnTo>
                <a:cubicBezTo>
                  <a:pt x="90976" y="2540000"/>
                  <a:pt x="0" y="2449024"/>
                  <a:pt x="0" y="2336800"/>
                </a:cubicBezTo>
                <a:lnTo>
                  <a:pt x="0" y="203200"/>
                </a:lnTo>
                <a:close/>
              </a:path>
            </a:pathLst>
          </a:custGeom>
        </p:spPr>
      </p:pic>
      <p:sp>
        <p:nvSpPr>
          <p:cNvPr id="4" name="装饰  2"/>
          <p:cNvSpPr>
            <a:spLocks noGrp="1"/>
          </p:cNvSpPr>
          <p:nvPr>
            <p:ph type="body" idx="16393"/>
            <p:custDataLst>
              <p:tags r:id="rId4"/>
            </p:custDataLst>
          </p:nvPr>
        </p:nvSpPr>
        <p:spPr/>
        <p:txBody>
          <a:bodyPr/>
          <a:p>
            <a:r>
              <a:rPr lang="zh-CN" altLang="en-US"/>
              <a:t> </a:t>
            </a:r>
            <a:endParaRPr lang="zh-CN" altLang="en-US"/>
          </a:p>
        </p:txBody>
      </p:sp>
      <p:sp>
        <p:nvSpPr>
          <p:cNvPr id="5" name="文本占位符 4"/>
          <p:cNvSpPr>
            <a:spLocks noGrp="1"/>
          </p:cNvSpPr>
          <p:nvPr>
            <p:ph type="body" idx="16386"/>
            <p:custDataLst>
              <p:tags r:id="rId5"/>
            </p:custDataLst>
          </p:nvPr>
        </p:nvSpPr>
        <p:spPr/>
        <p:txBody>
          <a:bodyPr>
            <a:normAutofit/>
          </a:bodyPr>
          <a:p>
            <a:r>
              <a:rPr lang="zh-CN" altLang="en-US"/>
              <a:t>项目健康度仪表盘</a:t>
            </a:r>
            <a:endParaRPr lang="zh-CN" altLang="en-US"/>
          </a:p>
        </p:txBody>
      </p:sp>
      <p:sp>
        <p:nvSpPr>
          <p:cNvPr id="6" name="文本占位符 5"/>
          <p:cNvSpPr>
            <a:spLocks noGrp="1"/>
          </p:cNvSpPr>
          <p:nvPr>
            <p:ph type="body" idx="16387"/>
            <p:custDataLst>
              <p:tags r:id="rId6"/>
            </p:custDataLst>
          </p:nvPr>
        </p:nvSpPr>
        <p:spPr/>
        <p:txBody>
          <a:bodyPr>
            <a:normAutofit/>
          </a:bodyPr>
          <a:p>
            <a:r>
              <a:rPr lang="zh-CN" altLang="en-US"/>
              <a:t>集成GitHub Star增长、贡献者活跃度等指标，如Apache SkyWalking项目看板实时展示近30日PR合并率达82%。</a:t>
            </a:r>
            <a:endParaRPr lang="zh-CN" altLang="en-US"/>
          </a:p>
        </p:txBody>
      </p:sp>
      <p:sp>
        <p:nvSpPr>
          <p:cNvPr id="7" name="装饰  5"/>
          <p:cNvSpPr>
            <a:spLocks noGrp="1"/>
          </p:cNvSpPr>
          <p:nvPr>
            <p:ph type="body" idx="16394"/>
            <p:custDataLst>
              <p:tags r:id="rId7"/>
            </p:custDataLst>
          </p:nvPr>
        </p:nvSpPr>
        <p:spPr/>
        <p:txBody>
          <a:bodyPr/>
          <a:p>
            <a:r>
              <a:rPr lang="zh-CN" altLang="en-US"/>
              <a:t> </a:t>
            </a:r>
            <a:endParaRPr lang="zh-CN" altLang="en-US"/>
          </a:p>
        </p:txBody>
      </p:sp>
      <p:sp>
        <p:nvSpPr>
          <p:cNvPr id="8" name="文本占位符 7"/>
          <p:cNvSpPr>
            <a:spLocks noGrp="1"/>
          </p:cNvSpPr>
          <p:nvPr>
            <p:ph type="body" idx="16388"/>
            <p:custDataLst>
              <p:tags r:id="rId8"/>
            </p:custDataLst>
          </p:nvPr>
        </p:nvSpPr>
        <p:spPr/>
        <p:txBody>
          <a:bodyPr>
            <a:normAutofit/>
          </a:bodyPr>
          <a:p>
            <a:r>
              <a:rPr lang="zh-CN" altLang="en-US"/>
              <a:t>治理合规性监控模块</a:t>
            </a:r>
            <a:endParaRPr lang="zh-CN" altLang="en-US"/>
          </a:p>
        </p:txBody>
      </p:sp>
      <p:sp>
        <p:nvSpPr>
          <p:cNvPr id="9" name="文本占位符 8"/>
          <p:cNvSpPr>
            <a:spLocks noGrp="1"/>
          </p:cNvSpPr>
          <p:nvPr>
            <p:ph type="body" idx="16389"/>
            <p:custDataLst>
              <p:tags r:id="rId9"/>
            </p:custDataLst>
          </p:nvPr>
        </p:nvSpPr>
        <p:spPr/>
        <p:txBody>
          <a:bodyPr>
            <a:normAutofit lnSpcReduction="10000"/>
          </a:bodyPr>
          <a:p>
            <a:r>
              <a:rPr lang="zh-CN" altLang="en-US"/>
              <a:t>内置License兼容性检测工具，对Top300项目中MIT协议占比65%、GPL协议23%的数据进行可视化预警。</a:t>
            </a:r>
            <a:endParaRPr lang="zh-CN" altLang="en-US"/>
          </a:p>
        </p:txBody>
      </p:sp>
      <p:sp>
        <p:nvSpPr>
          <p:cNvPr id="10" name="装饰  8"/>
          <p:cNvSpPr>
            <a:spLocks noGrp="1"/>
          </p:cNvSpPr>
          <p:nvPr>
            <p:ph type="body" idx="16395"/>
            <p:custDataLst>
              <p:tags r:id="rId10"/>
            </p:custDataLst>
          </p:nvPr>
        </p:nvSpPr>
        <p:spPr/>
        <p:txBody>
          <a:bodyPr/>
          <a:p>
            <a:r>
              <a:rPr lang="zh-CN" altLang="en-US"/>
              <a:t> </a:t>
            </a:r>
            <a:endParaRPr lang="zh-CN" altLang="en-US"/>
          </a:p>
        </p:txBody>
      </p:sp>
      <p:sp>
        <p:nvSpPr>
          <p:cNvPr id="11" name="文本占位符 10"/>
          <p:cNvSpPr>
            <a:spLocks noGrp="1"/>
          </p:cNvSpPr>
          <p:nvPr>
            <p:ph type="body" idx="16390"/>
            <p:custDataLst>
              <p:tags r:id="rId11"/>
            </p:custDataLst>
          </p:nvPr>
        </p:nvSpPr>
        <p:spPr/>
        <p:txBody>
          <a:bodyPr>
            <a:normAutofit/>
          </a:bodyPr>
          <a:p>
            <a:r>
              <a:rPr lang="zh-CN" altLang="en-US"/>
              <a:t>社区运营动态看板</a:t>
            </a:r>
            <a:endParaRPr lang="zh-CN" altLang="en-US"/>
          </a:p>
        </p:txBody>
      </p:sp>
      <p:sp>
        <p:nvSpPr>
          <p:cNvPr id="12" name="文本占位符 11"/>
          <p:cNvSpPr>
            <a:spLocks noGrp="1"/>
          </p:cNvSpPr>
          <p:nvPr>
            <p:ph type="body" idx="16391"/>
            <p:custDataLst>
              <p:tags r:id="rId12"/>
            </p:custDataLst>
          </p:nvPr>
        </p:nvSpPr>
        <p:spPr/>
        <p:txBody>
          <a:bodyPr>
            <a:normAutofit/>
          </a:bodyPr>
          <a:p>
            <a:r>
              <a:rPr lang="zh-CN" altLang="en-US"/>
              <a:t>接入Discord/Slack聊天数据，展示Kubernetes社区每周issue响应速度中位数为4.2小时，用户提问解决率91%。</a:t>
            </a:r>
            <a:endParaRPr lang="zh-CN" altLang="en-US"/>
          </a:p>
        </p:txBody>
      </p:sp>
    </p:spTree>
    <p:custDataLst>
      <p:tags r:id="rId13"/>
    </p:custData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标题"/>
          <p:cNvSpPr>
            <a:spLocks noGrp="1"/>
          </p:cNvSpPr>
          <p:nvPr>
            <p:ph type="title" idx="16388"/>
            <p:custDataLst>
              <p:tags r:id="rId1"/>
            </p:custDataLst>
          </p:nvPr>
        </p:nvSpPr>
        <p:spPr/>
        <p:txBody>
          <a:bodyPr>
            <a:normAutofit/>
          </a:bodyPr>
          <a:p>
            <a:r>
              <a:rPr lang="zh-CN" altLang="en-US"/>
              <a:t>作品</a:t>
            </a:r>
            <a:r>
              <a:rPr>
                <a:cs typeface="Arial" panose="020B0604020202020204" pitchFamily="34" charset="0"/>
              </a:rPr>
              <a:t>预览</a:t>
            </a:r>
            <a:endParaRPr lang="zh-CN" altLang="en-US"/>
          </a:p>
        </p:txBody>
      </p:sp>
      <p:sp>
        <p:nvSpPr>
          <p:cNvPr id="3" name="节编号"/>
          <p:cNvSpPr>
            <a:spLocks noGrp="1"/>
          </p:cNvSpPr>
          <p:nvPr>
            <p:ph type="body" idx="16389"/>
            <p:custDataLst>
              <p:tags r:id="rId2"/>
            </p:custDataLst>
          </p:nvPr>
        </p:nvSpPr>
        <p:spPr/>
        <p:txBody>
          <a:bodyPr/>
          <a:p>
            <a:r>
              <a:rPr altLang="en-US"/>
              <a:t>0</a:t>
            </a:r>
            <a:r>
              <a:rPr>
                <a:cs typeface="Arial" panose="020B0604020202020204" pitchFamily="34" charset="0"/>
              </a:rPr>
              <a:t>4</a:t>
            </a:r>
            <a:endParaRPr altLang="en-US"/>
          </a:p>
        </p:txBody>
      </p:sp>
    </p:spTree>
    <p:custDataLst>
      <p:tags r:id="rId3"/>
    </p:custData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标题 1"/>
          <p:cNvSpPr>
            <a:spLocks noGrp="1"/>
          </p:cNvSpPr>
          <p:nvPr>
            <p:ph type="ctrTitle" idx="16385"/>
            <p:custDataLst>
              <p:tags r:id="rId1"/>
            </p:custDataLst>
          </p:nvPr>
        </p:nvSpPr>
        <p:spPr/>
        <p:txBody>
          <a:bodyPr>
            <a:normAutofit/>
          </a:bodyPr>
          <a:p>
            <a:r>
              <a:rPr lang="zh-CN" altLang="en-US"/>
              <a:t>总览大屏</a:t>
            </a:r>
            <a:endParaRPr lang="zh-CN" altLang="en-US"/>
          </a:p>
        </p:txBody>
      </p:sp>
      <p:pic>
        <p:nvPicPr>
          <p:cNvPr id="3" name="内容占位符 2" descr="f145916f-e305-11f0-8b85-b68befc2e60a"/>
          <p:cNvPicPr>
            <a:picLocks noChangeAspect="1"/>
          </p:cNvPicPr>
          <p:nvPr>
            <p:ph idx="16392"/>
            <p:custDataLst>
              <p:tags r:id="rId2"/>
            </p:custDataLst>
          </p:nvPr>
        </p:nvPicPr>
        <p:blipFill>
          <a:blip r:embed="rId3"/>
          <a:srcRect l="2197" r="2197"/>
          <a:stretch>
            <a:fillRect/>
          </a:stretch>
        </p:blipFill>
        <p:spPr>
          <a:xfrm>
            <a:off x="609600" y="1524000"/>
            <a:ext cx="3454400" cy="2032000"/>
          </a:xfrm>
          <a:custGeom>
            <a:avLst/>
            <a:gdLst>
              <a:gd name="connisteX0" fmla="*/ 0 w 3454400"/>
              <a:gd name="connsiteY0" fmla="*/ 203200 h 2032000"/>
              <a:gd name="connisteX1" fmla="*/ 203200 w 3454400"/>
              <a:gd name="connsiteY1" fmla="*/ 0 h 2032000"/>
              <a:gd name="connisteX2" fmla="*/ 3251200 w 3454400"/>
              <a:gd name="connsiteY2" fmla="*/ 0 h 2032000"/>
              <a:gd name="connisteX3" fmla="*/ 3454400 w 3454400"/>
              <a:gd name="connsiteY3" fmla="*/ 203200 h 2032000"/>
              <a:gd name="connisteX4" fmla="*/ 3454400 w 3454400"/>
              <a:gd name="connsiteY4" fmla="*/ 1828800 h 2032000"/>
              <a:gd name="connisteX5" fmla="*/ 3251200 w 3454400"/>
              <a:gd name="connsiteY5" fmla="*/ 2032000 h 2032000"/>
              <a:gd name="connisteX6" fmla="*/ 203200 w 3454400"/>
              <a:gd name="connsiteY6" fmla="*/ 2032000 h 2032000"/>
              <a:gd name="connisteX7" fmla="*/ 0 w 3454400"/>
              <a:gd name="connsiteY7" fmla="*/ 1828800 h 2032000"/>
              <a:gd name="connisteX8" fmla="*/ 0 w 3454400"/>
              <a:gd name="connsiteY8" fmla="*/ 203200 h 2032000"/>
            </a:gdLst>
            <a:ahLst/>
            <a:cxnLst>
              <a:cxn ang="0">
                <a:pos x="connisteX0" y="connsiteY0"/>
              </a:cxn>
              <a:cxn ang="0">
                <a:pos x="connisteX1" y="connsiteY1"/>
              </a:cxn>
              <a:cxn ang="0">
                <a:pos x="connisteX2" y="connsiteY2"/>
              </a:cxn>
              <a:cxn ang="0">
                <a:pos x="connisteX3" y="connsiteY3"/>
              </a:cxn>
              <a:cxn ang="0">
                <a:pos x="connisteX4" y="connsiteY4"/>
              </a:cxn>
              <a:cxn ang="0">
                <a:pos x="connisteX5" y="connsiteY5"/>
              </a:cxn>
              <a:cxn ang="0">
                <a:pos x="connisteX6" y="connsiteY6"/>
              </a:cxn>
              <a:cxn ang="0">
                <a:pos x="connisteX7" y="connsiteY7"/>
              </a:cxn>
              <a:cxn ang="0">
                <a:pos x="connisteX8" y="connsiteY8"/>
              </a:cxn>
            </a:cxnLst>
            <a:pathLst>
              <a:path w="3454400" h="2032000">
                <a:moveTo>
                  <a:pt x="0" y="203200"/>
                </a:moveTo>
                <a:cubicBezTo>
                  <a:pt x="0" y="90976"/>
                  <a:pt x="90976" y="0"/>
                  <a:pt x="203200" y="0"/>
                </a:cubicBezTo>
                <a:lnTo>
                  <a:pt x="3251200" y="0"/>
                </a:lnTo>
                <a:cubicBezTo>
                  <a:pt x="3363424" y="0"/>
                  <a:pt x="3454400" y="90976"/>
                  <a:pt x="3454400" y="203200"/>
                </a:cubicBezTo>
                <a:lnTo>
                  <a:pt x="3454400" y="1828800"/>
                </a:lnTo>
                <a:cubicBezTo>
                  <a:pt x="3454400" y="1941024"/>
                  <a:pt x="3363424" y="2032000"/>
                  <a:pt x="3251200" y="2032000"/>
                </a:cubicBezTo>
                <a:lnTo>
                  <a:pt x="203200" y="2032000"/>
                </a:lnTo>
                <a:cubicBezTo>
                  <a:pt x="90976" y="2032000"/>
                  <a:pt x="0" y="1941024"/>
                  <a:pt x="0" y="1828800"/>
                </a:cubicBezTo>
                <a:lnTo>
                  <a:pt x="0" y="203200"/>
                </a:lnTo>
                <a:close/>
              </a:path>
            </a:pathLst>
          </a:custGeom>
        </p:spPr>
      </p:pic>
      <p:sp>
        <p:nvSpPr>
          <p:cNvPr id="4" name="文本占位符 3"/>
          <p:cNvSpPr>
            <a:spLocks noGrp="1"/>
          </p:cNvSpPr>
          <p:nvPr>
            <p:ph type="body" idx="16386"/>
            <p:custDataLst>
              <p:tags r:id="rId4"/>
            </p:custDataLst>
          </p:nvPr>
        </p:nvSpPr>
        <p:spPr/>
        <p:txBody>
          <a:bodyPr>
            <a:normAutofit/>
          </a:bodyPr>
          <a:p>
            <a:r>
              <a:rPr lang="zh-CN" altLang="en-US"/>
              <a:t>项目覆盖度概览</a:t>
            </a:r>
            <a:endParaRPr lang="zh-CN" altLang="en-US"/>
          </a:p>
        </p:txBody>
      </p:sp>
      <p:sp>
        <p:nvSpPr>
          <p:cNvPr id="5" name="文本占位符 4"/>
          <p:cNvSpPr>
            <a:spLocks noGrp="1"/>
          </p:cNvSpPr>
          <p:nvPr>
            <p:ph type="body" idx="16387"/>
            <p:custDataLst>
              <p:tags r:id="rId5"/>
            </p:custDataLst>
          </p:nvPr>
        </p:nvSpPr>
        <p:spPr/>
        <p:txBody>
          <a:bodyPr>
            <a:normAutofit/>
          </a:bodyPr>
          <a:p>
            <a:r>
              <a:rPr lang="zh-CN" altLang="en-US"/>
              <a:t>大屏展示Top300开源项目覆盖12个技术领域，含Apache、CNCF等8个基金会项目，可视化展示领域分布占比。</a:t>
            </a:r>
            <a:endParaRPr lang="zh-CN" altLang="en-US"/>
          </a:p>
        </p:txBody>
      </p:sp>
      <p:pic>
        <p:nvPicPr>
          <p:cNvPr id="6" name="内容占位符 5" descr="f1458b42-e305-11f0-8b85-b68befc2e60a"/>
          <p:cNvPicPr>
            <a:picLocks noChangeAspect="1"/>
          </p:cNvPicPr>
          <p:nvPr>
            <p:ph idx="16393"/>
            <p:custDataLst>
              <p:tags r:id="rId6"/>
            </p:custDataLst>
          </p:nvPr>
        </p:nvPicPr>
        <p:blipFill>
          <a:blip r:embed="rId7"/>
          <a:srcRect t="10754" b="10754"/>
          <a:stretch>
            <a:fillRect/>
          </a:stretch>
        </p:blipFill>
        <p:spPr>
          <a:xfrm>
            <a:off x="4368800" y="1524000"/>
            <a:ext cx="3454400" cy="2032000"/>
          </a:xfrm>
          <a:custGeom>
            <a:avLst/>
            <a:gdLst>
              <a:gd name="connisteX0" fmla="*/ 0 w 3454400"/>
              <a:gd name="connsiteY0" fmla="*/ 203200 h 2032000"/>
              <a:gd name="connisteX1" fmla="*/ 203200 w 3454400"/>
              <a:gd name="connsiteY1" fmla="*/ 0 h 2032000"/>
              <a:gd name="connisteX2" fmla="*/ 3251200 w 3454400"/>
              <a:gd name="connsiteY2" fmla="*/ 0 h 2032000"/>
              <a:gd name="connisteX3" fmla="*/ 3454400 w 3454400"/>
              <a:gd name="connsiteY3" fmla="*/ 203200 h 2032000"/>
              <a:gd name="connisteX4" fmla="*/ 3454400 w 3454400"/>
              <a:gd name="connsiteY4" fmla="*/ 1828800 h 2032000"/>
              <a:gd name="connisteX5" fmla="*/ 3251200 w 3454400"/>
              <a:gd name="connsiteY5" fmla="*/ 2032000 h 2032000"/>
              <a:gd name="connisteX6" fmla="*/ 203200 w 3454400"/>
              <a:gd name="connsiteY6" fmla="*/ 2032000 h 2032000"/>
              <a:gd name="connisteX7" fmla="*/ 0 w 3454400"/>
              <a:gd name="connsiteY7" fmla="*/ 1828800 h 2032000"/>
              <a:gd name="connisteX8" fmla="*/ 0 w 3454400"/>
              <a:gd name="connsiteY8" fmla="*/ 203200 h 2032000"/>
            </a:gdLst>
            <a:ahLst/>
            <a:cxnLst>
              <a:cxn ang="0">
                <a:pos x="connisteX0" y="connsiteY0"/>
              </a:cxn>
              <a:cxn ang="0">
                <a:pos x="connisteX1" y="connsiteY1"/>
              </a:cxn>
              <a:cxn ang="0">
                <a:pos x="connisteX2" y="connsiteY2"/>
              </a:cxn>
              <a:cxn ang="0">
                <a:pos x="connisteX3" y="connsiteY3"/>
              </a:cxn>
              <a:cxn ang="0">
                <a:pos x="connisteX4" y="connsiteY4"/>
              </a:cxn>
              <a:cxn ang="0">
                <a:pos x="connisteX5" y="connsiteY5"/>
              </a:cxn>
              <a:cxn ang="0">
                <a:pos x="connisteX6" y="connsiteY6"/>
              </a:cxn>
              <a:cxn ang="0">
                <a:pos x="connisteX7" y="connsiteY7"/>
              </a:cxn>
              <a:cxn ang="0">
                <a:pos x="connisteX8" y="connsiteY8"/>
              </a:cxn>
            </a:cxnLst>
            <a:pathLst>
              <a:path w="3454400" h="2032000">
                <a:moveTo>
                  <a:pt x="0" y="203200"/>
                </a:moveTo>
                <a:cubicBezTo>
                  <a:pt x="0" y="90976"/>
                  <a:pt x="90976" y="0"/>
                  <a:pt x="203200" y="0"/>
                </a:cubicBezTo>
                <a:lnTo>
                  <a:pt x="3251200" y="0"/>
                </a:lnTo>
                <a:cubicBezTo>
                  <a:pt x="3363424" y="0"/>
                  <a:pt x="3454400" y="90976"/>
                  <a:pt x="3454400" y="203200"/>
                </a:cubicBezTo>
                <a:lnTo>
                  <a:pt x="3454400" y="1828800"/>
                </a:lnTo>
                <a:cubicBezTo>
                  <a:pt x="3454400" y="1941024"/>
                  <a:pt x="3363424" y="2032000"/>
                  <a:pt x="3251200" y="2032000"/>
                </a:cubicBezTo>
                <a:lnTo>
                  <a:pt x="203200" y="2032000"/>
                </a:lnTo>
                <a:cubicBezTo>
                  <a:pt x="90976" y="2032000"/>
                  <a:pt x="0" y="1941024"/>
                  <a:pt x="0" y="1828800"/>
                </a:cubicBezTo>
                <a:lnTo>
                  <a:pt x="0" y="203200"/>
                </a:lnTo>
                <a:close/>
              </a:path>
            </a:pathLst>
          </a:custGeom>
        </p:spPr>
      </p:pic>
      <p:sp>
        <p:nvSpPr>
          <p:cNvPr id="7" name="文本占位符 6"/>
          <p:cNvSpPr>
            <a:spLocks noGrp="1"/>
          </p:cNvSpPr>
          <p:nvPr>
            <p:ph type="body" idx="16388"/>
            <p:custDataLst>
              <p:tags r:id="rId8"/>
            </p:custDataLst>
          </p:nvPr>
        </p:nvSpPr>
        <p:spPr/>
        <p:txBody>
          <a:bodyPr>
            <a:normAutofit/>
          </a:bodyPr>
          <a:p>
            <a:r>
              <a:rPr lang="zh-CN" altLang="en-US"/>
              <a:t>核心指标实时监控区</a:t>
            </a:r>
            <a:endParaRPr lang="zh-CN" altLang="en-US"/>
          </a:p>
        </p:txBody>
      </p:sp>
      <p:sp>
        <p:nvSpPr>
          <p:cNvPr id="8" name="文本占位符 7"/>
          <p:cNvSpPr>
            <a:spLocks noGrp="1"/>
          </p:cNvSpPr>
          <p:nvPr>
            <p:ph type="body" idx="16389"/>
            <p:custDataLst>
              <p:tags r:id="rId9"/>
            </p:custDataLst>
          </p:nvPr>
        </p:nvSpPr>
        <p:spPr/>
        <p:txBody>
          <a:bodyPr>
            <a:normAutofit/>
          </a:bodyPr>
          <a:p>
            <a:r>
              <a:rPr lang="zh-CN" altLang="en-US"/>
              <a:t>实时显示项目活跃度、贡献者增长、Issue解决率等12项核心指标，如某项目周贡献者新增23人。</a:t>
            </a:r>
            <a:endParaRPr lang="zh-CN" altLang="en-US"/>
          </a:p>
        </p:txBody>
      </p:sp>
      <p:pic>
        <p:nvPicPr>
          <p:cNvPr id="9" name="内容占位符 8" descr="f1458e6d-e305-11f0-8b85-b68befc2e60a"/>
          <p:cNvPicPr>
            <a:picLocks noChangeAspect="1"/>
          </p:cNvPicPr>
          <p:nvPr>
            <p:ph idx="16394"/>
            <p:custDataLst>
              <p:tags r:id="rId10"/>
            </p:custDataLst>
          </p:nvPr>
        </p:nvPicPr>
        <p:blipFill>
          <a:blip r:embed="rId11"/>
          <a:srcRect t="5882" b="5882"/>
          <a:stretch>
            <a:fillRect/>
          </a:stretch>
        </p:blipFill>
        <p:spPr>
          <a:xfrm>
            <a:off x="8128000" y="1524000"/>
            <a:ext cx="3454400" cy="2032000"/>
          </a:xfrm>
          <a:custGeom>
            <a:avLst/>
            <a:gdLst>
              <a:gd name="connisteX0" fmla="*/ 0 w 3454400"/>
              <a:gd name="connsiteY0" fmla="*/ 203200 h 2032000"/>
              <a:gd name="connisteX1" fmla="*/ 203200 w 3454400"/>
              <a:gd name="connsiteY1" fmla="*/ 0 h 2032000"/>
              <a:gd name="connisteX2" fmla="*/ 3251200 w 3454400"/>
              <a:gd name="connsiteY2" fmla="*/ 0 h 2032000"/>
              <a:gd name="connisteX3" fmla="*/ 3454400 w 3454400"/>
              <a:gd name="connsiteY3" fmla="*/ 203200 h 2032000"/>
              <a:gd name="connisteX4" fmla="*/ 3454400 w 3454400"/>
              <a:gd name="connsiteY4" fmla="*/ 1828800 h 2032000"/>
              <a:gd name="connisteX5" fmla="*/ 3251200 w 3454400"/>
              <a:gd name="connsiteY5" fmla="*/ 2032000 h 2032000"/>
              <a:gd name="connisteX6" fmla="*/ 203200 w 3454400"/>
              <a:gd name="connsiteY6" fmla="*/ 2032000 h 2032000"/>
              <a:gd name="connisteX7" fmla="*/ 0 w 3454400"/>
              <a:gd name="connsiteY7" fmla="*/ 1828800 h 2032000"/>
              <a:gd name="connisteX8" fmla="*/ 0 w 3454400"/>
              <a:gd name="connsiteY8" fmla="*/ 203200 h 2032000"/>
            </a:gdLst>
            <a:ahLst/>
            <a:cxnLst>
              <a:cxn ang="0">
                <a:pos x="connisteX0" y="connsiteY0"/>
              </a:cxn>
              <a:cxn ang="0">
                <a:pos x="connisteX1" y="connsiteY1"/>
              </a:cxn>
              <a:cxn ang="0">
                <a:pos x="connisteX2" y="connsiteY2"/>
              </a:cxn>
              <a:cxn ang="0">
                <a:pos x="connisteX3" y="connsiteY3"/>
              </a:cxn>
              <a:cxn ang="0">
                <a:pos x="connisteX4" y="connsiteY4"/>
              </a:cxn>
              <a:cxn ang="0">
                <a:pos x="connisteX5" y="connsiteY5"/>
              </a:cxn>
              <a:cxn ang="0">
                <a:pos x="connisteX6" y="connsiteY6"/>
              </a:cxn>
              <a:cxn ang="0">
                <a:pos x="connisteX7" y="connsiteY7"/>
              </a:cxn>
              <a:cxn ang="0">
                <a:pos x="connisteX8" y="connsiteY8"/>
              </a:cxn>
            </a:cxnLst>
            <a:pathLst>
              <a:path w="3454400" h="2032000">
                <a:moveTo>
                  <a:pt x="0" y="203200"/>
                </a:moveTo>
                <a:cubicBezTo>
                  <a:pt x="0" y="90976"/>
                  <a:pt x="90976" y="0"/>
                  <a:pt x="203200" y="0"/>
                </a:cubicBezTo>
                <a:lnTo>
                  <a:pt x="3251200" y="0"/>
                </a:lnTo>
                <a:cubicBezTo>
                  <a:pt x="3363424" y="0"/>
                  <a:pt x="3454400" y="90976"/>
                  <a:pt x="3454400" y="203200"/>
                </a:cubicBezTo>
                <a:lnTo>
                  <a:pt x="3454400" y="1828800"/>
                </a:lnTo>
                <a:cubicBezTo>
                  <a:pt x="3454400" y="1941024"/>
                  <a:pt x="3363424" y="2032000"/>
                  <a:pt x="3251200" y="2032000"/>
                </a:cubicBezTo>
                <a:lnTo>
                  <a:pt x="203200" y="2032000"/>
                </a:lnTo>
                <a:cubicBezTo>
                  <a:pt x="90976" y="2032000"/>
                  <a:pt x="0" y="1941024"/>
                  <a:pt x="0" y="1828800"/>
                </a:cubicBezTo>
                <a:lnTo>
                  <a:pt x="0" y="203200"/>
                </a:lnTo>
                <a:close/>
              </a:path>
            </a:pathLst>
          </a:custGeom>
        </p:spPr>
      </p:pic>
      <p:sp>
        <p:nvSpPr>
          <p:cNvPr id="10" name="文本占位符 9"/>
          <p:cNvSpPr>
            <a:spLocks noGrp="1"/>
          </p:cNvSpPr>
          <p:nvPr>
            <p:ph type="body" idx="16390"/>
            <p:custDataLst>
              <p:tags r:id="rId12"/>
            </p:custDataLst>
          </p:nvPr>
        </p:nvSpPr>
        <p:spPr/>
        <p:txBody>
          <a:bodyPr>
            <a:normAutofit/>
          </a:bodyPr>
          <a:p>
            <a:r>
              <a:rPr lang="zh-CN" altLang="en-US"/>
              <a:t>异常风险预警模块</a:t>
            </a:r>
            <a:endParaRPr lang="zh-CN" altLang="en-US"/>
          </a:p>
        </p:txBody>
      </p:sp>
      <p:sp>
        <p:nvSpPr>
          <p:cNvPr id="11" name="文本占位符 10"/>
          <p:cNvSpPr>
            <a:spLocks noGrp="1"/>
          </p:cNvSpPr>
          <p:nvPr>
            <p:ph type="body" idx="16391"/>
            <p:custDataLst>
              <p:tags r:id="rId13"/>
            </p:custDataLst>
          </p:nvPr>
        </p:nvSpPr>
        <p:spPr/>
        <p:txBody>
          <a:bodyPr>
            <a:normAutofit/>
          </a:bodyPr>
          <a:p>
            <a:r>
              <a:rPr lang="zh-CN" altLang="en-US"/>
              <a:t>当项目Star周跌幅超15%或Issue积压超50个时，大屏自动标红预警，已成功预警3个高风险项目。</a:t>
            </a:r>
            <a:endParaRPr lang="zh-CN" altLang="en-US"/>
          </a:p>
        </p:txBody>
      </p:sp>
    </p:spTree>
    <p:custDataLst>
      <p:tags r:id="rId14"/>
    </p:custData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标题 1"/>
          <p:cNvSpPr>
            <a:spLocks noGrp="1"/>
          </p:cNvSpPr>
          <p:nvPr>
            <p:ph type="ctrTitle" idx="16385"/>
            <p:custDataLst>
              <p:tags r:id="rId1"/>
            </p:custDataLst>
          </p:nvPr>
        </p:nvSpPr>
        <p:spPr/>
        <p:txBody>
          <a:bodyPr>
            <a:normAutofit/>
          </a:bodyPr>
          <a:p>
            <a:r>
              <a:rPr lang="zh-CN" altLang="en-US"/>
              <a:t>交互功能说明</a:t>
            </a:r>
            <a:endParaRPr lang="zh-CN" altLang="en-US"/>
          </a:p>
        </p:txBody>
      </p:sp>
      <p:sp>
        <p:nvSpPr>
          <p:cNvPr id="3" name="装饰  1"/>
          <p:cNvSpPr>
            <a:spLocks noGrp="1"/>
          </p:cNvSpPr>
          <p:nvPr>
            <p:ph type="body" idx="16395"/>
            <p:custDataLst>
              <p:tags r:id="rId2"/>
            </p:custDataLst>
          </p:nvPr>
        </p:nvSpPr>
        <p:spPr/>
        <p:txBody>
          <a:bodyPr/>
          <a:p>
            <a:r>
              <a:rPr lang="zh-CN" altLang="en-US"/>
              <a:t> </a:t>
            </a:r>
            <a:endParaRPr lang="zh-CN" altLang="en-US"/>
          </a:p>
        </p:txBody>
      </p:sp>
      <p:sp>
        <p:nvSpPr>
          <p:cNvPr id="4" name="文本占位符 3"/>
          <p:cNvSpPr>
            <a:spLocks noGrp="1"/>
          </p:cNvSpPr>
          <p:nvPr>
            <p:ph type="body" idx="16388"/>
            <p:custDataLst>
              <p:tags r:id="rId3"/>
            </p:custDataLst>
          </p:nvPr>
        </p:nvSpPr>
        <p:spPr/>
        <p:txBody>
          <a:bodyPr/>
          <a:p>
            <a:r>
              <a:rPr lang="zh-CN" altLang="en-US"/>
              <a:t>01</a:t>
            </a:r>
            <a:endParaRPr lang="zh-CN" altLang="en-US"/>
          </a:p>
        </p:txBody>
      </p:sp>
      <p:sp>
        <p:nvSpPr>
          <p:cNvPr id="5" name="文本占位符 4"/>
          <p:cNvSpPr>
            <a:spLocks noGrp="1"/>
          </p:cNvSpPr>
          <p:nvPr>
            <p:ph type="body" idx="16386"/>
            <p:custDataLst>
              <p:tags r:id="rId4"/>
            </p:custDataLst>
          </p:nvPr>
        </p:nvSpPr>
        <p:spPr/>
        <p:txBody>
          <a:bodyPr>
            <a:normAutofit/>
          </a:bodyPr>
          <a:p>
            <a:r>
              <a:rPr lang="zh-CN" altLang="en-US"/>
              <a:t>多维度数据下钻分析</a:t>
            </a:r>
            <a:endParaRPr lang="zh-CN" altLang="en-US"/>
          </a:p>
        </p:txBody>
      </p:sp>
      <p:sp>
        <p:nvSpPr>
          <p:cNvPr id="6" name="文本占位符 5"/>
          <p:cNvSpPr>
            <a:spLocks noGrp="1"/>
          </p:cNvSpPr>
          <p:nvPr>
            <p:ph type="body" idx="16387"/>
            <p:custDataLst>
              <p:tags r:id="rId5"/>
            </p:custDataLst>
          </p:nvPr>
        </p:nvSpPr>
        <p:spPr/>
        <p:txBody>
          <a:bodyPr>
            <a:normAutofit/>
          </a:bodyPr>
          <a:p>
            <a:r>
              <a:rPr lang="zh-CN" altLang="en-US"/>
              <a:t>支持从Top300项目整体指标点击进入单个项目详情页，如点击Apache Dubbo可查看其贡献者活跃度、Issue处理时效等12项细分数据。</a:t>
            </a:r>
            <a:endParaRPr lang="zh-CN" altLang="en-US"/>
          </a:p>
        </p:txBody>
      </p:sp>
      <p:sp>
        <p:nvSpPr>
          <p:cNvPr id="7" name="装饰  5"/>
          <p:cNvSpPr>
            <a:spLocks noGrp="1"/>
          </p:cNvSpPr>
          <p:nvPr>
            <p:ph type="body" idx="16396"/>
            <p:custDataLst>
              <p:tags r:id="rId6"/>
            </p:custDataLst>
          </p:nvPr>
        </p:nvSpPr>
        <p:spPr/>
        <p:txBody>
          <a:bodyPr/>
          <a:p>
            <a:r>
              <a:rPr lang="zh-CN" altLang="en-US"/>
              <a:t> </a:t>
            </a:r>
            <a:endParaRPr lang="zh-CN" altLang="en-US"/>
          </a:p>
        </p:txBody>
      </p:sp>
      <p:sp>
        <p:nvSpPr>
          <p:cNvPr id="8" name="文本占位符 7"/>
          <p:cNvSpPr>
            <a:spLocks noGrp="1"/>
          </p:cNvSpPr>
          <p:nvPr>
            <p:ph type="body" idx="16391"/>
            <p:custDataLst>
              <p:tags r:id="rId7"/>
            </p:custDataLst>
          </p:nvPr>
        </p:nvSpPr>
        <p:spPr/>
        <p:txBody>
          <a:bodyPr/>
          <a:p>
            <a:r>
              <a:rPr lang="zh-CN" altLang="en-US"/>
              <a:t>02</a:t>
            </a:r>
            <a:endParaRPr lang="zh-CN" altLang="en-US"/>
          </a:p>
        </p:txBody>
      </p:sp>
      <p:sp>
        <p:nvSpPr>
          <p:cNvPr id="9" name="文本占位符 8"/>
          <p:cNvSpPr>
            <a:spLocks noGrp="1"/>
          </p:cNvSpPr>
          <p:nvPr>
            <p:ph type="body" idx="16389"/>
            <p:custDataLst>
              <p:tags r:id="rId8"/>
            </p:custDataLst>
          </p:nvPr>
        </p:nvSpPr>
        <p:spPr/>
        <p:txBody>
          <a:bodyPr>
            <a:normAutofit/>
          </a:bodyPr>
          <a:p>
            <a:r>
              <a:rPr lang="zh-CN" altLang="en-US"/>
              <a:t>实时预警与联动响应</a:t>
            </a:r>
            <a:endParaRPr lang="zh-CN" altLang="en-US"/>
          </a:p>
        </p:txBody>
      </p:sp>
      <p:sp>
        <p:nvSpPr>
          <p:cNvPr id="10" name="文本占位符 9"/>
          <p:cNvSpPr>
            <a:spLocks noGrp="1"/>
          </p:cNvSpPr>
          <p:nvPr>
            <p:ph type="body" idx="16390"/>
            <p:custDataLst>
              <p:tags r:id="rId9"/>
            </p:custDataLst>
          </p:nvPr>
        </p:nvSpPr>
        <p:spPr/>
        <p:txBody>
          <a:bodyPr>
            <a:normAutofit/>
          </a:bodyPr>
          <a:p>
            <a:r>
              <a:rPr lang="zh-CN" altLang="en-US"/>
              <a:t>当项目健康度评分低于阈值（如70分）时，系统自动标红并弹出优化建议，如提示"Spring Cloud Alibaba需提升文档更新频率"。</a:t>
            </a:r>
            <a:endParaRPr lang="zh-CN" altLang="en-US"/>
          </a:p>
        </p:txBody>
      </p:sp>
      <p:sp>
        <p:nvSpPr>
          <p:cNvPr id="11" name="装饰  9"/>
          <p:cNvSpPr>
            <a:spLocks noGrp="1"/>
          </p:cNvSpPr>
          <p:nvPr>
            <p:ph type="body" idx="16397"/>
            <p:custDataLst>
              <p:tags r:id="rId10"/>
            </p:custDataLst>
          </p:nvPr>
        </p:nvSpPr>
        <p:spPr/>
        <p:txBody>
          <a:bodyPr/>
          <a:p>
            <a:r>
              <a:rPr lang="zh-CN" altLang="en-US"/>
              <a:t> </a:t>
            </a:r>
            <a:endParaRPr lang="zh-CN" altLang="en-US"/>
          </a:p>
        </p:txBody>
      </p:sp>
      <p:sp>
        <p:nvSpPr>
          <p:cNvPr id="12" name="文本占位符 11"/>
          <p:cNvSpPr>
            <a:spLocks noGrp="1"/>
          </p:cNvSpPr>
          <p:nvPr>
            <p:ph type="body" idx="16394"/>
            <p:custDataLst>
              <p:tags r:id="rId11"/>
            </p:custDataLst>
          </p:nvPr>
        </p:nvSpPr>
        <p:spPr/>
        <p:txBody>
          <a:bodyPr/>
          <a:p>
            <a:r>
              <a:rPr lang="zh-CN" altLang="en-US"/>
              <a:t>03</a:t>
            </a:r>
            <a:endParaRPr lang="zh-CN" altLang="en-US"/>
          </a:p>
        </p:txBody>
      </p:sp>
      <p:sp>
        <p:nvSpPr>
          <p:cNvPr id="13" name="文本占位符 12"/>
          <p:cNvSpPr>
            <a:spLocks noGrp="1"/>
          </p:cNvSpPr>
          <p:nvPr>
            <p:ph type="body" idx="16392"/>
            <p:custDataLst>
              <p:tags r:id="rId12"/>
            </p:custDataLst>
          </p:nvPr>
        </p:nvSpPr>
        <p:spPr/>
        <p:txBody>
          <a:bodyPr>
            <a:normAutofit/>
          </a:bodyPr>
          <a:p>
            <a:r>
              <a:rPr lang="zh-CN" altLang="en-US"/>
              <a:t>自定义仪表盘配置</a:t>
            </a:r>
            <a:endParaRPr lang="zh-CN" altLang="en-US"/>
          </a:p>
        </p:txBody>
      </p:sp>
      <p:sp>
        <p:nvSpPr>
          <p:cNvPr id="14" name="文本占位符 13"/>
          <p:cNvSpPr>
            <a:spLocks noGrp="1"/>
          </p:cNvSpPr>
          <p:nvPr>
            <p:ph type="body" idx="16393"/>
            <p:custDataLst>
              <p:tags r:id="rId13"/>
            </p:custDataLst>
          </p:nvPr>
        </p:nvSpPr>
        <p:spPr/>
        <p:txBody>
          <a:bodyPr>
            <a:normAutofit/>
          </a:bodyPr>
          <a:p>
            <a:r>
              <a:rPr lang="zh-CN" altLang="en-US"/>
              <a:t>用户可拖拽添加"许可证合规率""PR合并周期"等指标组件，某企业客户通过配置专属看板将项目风险识别效率提升40%。</a:t>
            </a:r>
            <a:endParaRPr lang="zh-CN" altLang="en-US"/>
          </a:p>
        </p:txBody>
      </p:sp>
    </p:spTree>
    <p:custDataLst>
      <p:tags r:id="rId14"/>
    </p:custData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Subtitle 16"/>
          <p:cNvSpPr>
            <a:spLocks noGrp="1"/>
          </p:cNvSpPr>
          <p:nvPr>
            <p:ph type="body" idx="16389"/>
            <p:custDataLst>
              <p:tags r:id="rId1"/>
            </p:custDataLst>
          </p:nvPr>
        </p:nvSpPr>
        <p:spPr/>
        <p:txBody>
          <a:bodyPr/>
          <a:p>
            <a:r>
              <a:rPr lang="zh-CN" altLang="en-US"/>
              <a:t>THE END</a:t>
            </a:r>
            <a:endParaRPr lang="zh-CN" altLang="en-US"/>
          </a:p>
        </p:txBody>
      </p:sp>
      <p:sp>
        <p:nvSpPr>
          <p:cNvPr id="3" name="标题"/>
          <p:cNvSpPr>
            <a:spLocks noGrp="1"/>
          </p:cNvSpPr>
          <p:nvPr>
            <p:ph type="title" idx="16388"/>
            <p:custDataLst>
              <p:tags r:id="rId2"/>
            </p:custDataLst>
          </p:nvPr>
        </p:nvSpPr>
        <p:spPr/>
        <p:txBody>
          <a:bodyPr>
            <a:normAutofit fontScale="90000"/>
          </a:bodyPr>
          <a:p>
            <a:r>
              <a:rPr lang="zh-CN" altLang="en-US"/>
              <a:t>谢谢</a:t>
            </a:r>
            <a:endParaRPr lang="zh-CN" altLang="en-US"/>
          </a:p>
        </p:txBody>
      </p:sp>
    </p:spTree>
    <p:custDataLst>
      <p:tags r:id="rId3"/>
    </p:custDataLst>
  </p:cSld>
  <p:clrMapOvr>
    <a:masterClrMapping/>
  </p:clrMapOvr>
</p:sld>
</file>

<file path=ppt/tags/tag1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**"/>
  <p:tag name="KSO_WM_UNIT_LAYERLEVEL" val="1"/>
  <p:tag name="KSO_WM_TAG_VERSION" val="3.0"/>
  <p:tag name="KSO_WM_BEAUTIFY_FLAG" val="#wm#"/>
  <p:tag name="KSO_WM_UNIT_ISNUMDGMTITLE" val="0"/>
  <p:tag name="KSO_WM_UNIT_NOCLEAR" val="0"/>
  <p:tag name="KSO_WM_TEMPLATE_INDEX" val="40490145"/>
  <p:tag name="KSO_WM_TEMPLATE_CATEGORY" val="custom"/>
</p:tagLst>
</file>

<file path=ppt/tags/tag2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**"/>
  <p:tag name="KSO_WM_UNIT_LAYERLEVEL" val="1"/>
  <p:tag name="KSO_WM_TAG_VERSION" val="3.0"/>
  <p:tag name="KSO_WM_BEAUTIFY_FLAG" val="#wm#"/>
  <p:tag name="KSO_WM_UNIT_ISNUMDGMTITLE" val="0"/>
  <p:tag name="KSO_WM_UNIT_NOCLEAR" val="0"/>
  <p:tag name="KSO_WM_TEMPLATE_INDEX" val="40490145"/>
  <p:tag name="KSO_WM_TEMPLATE_CATEGORY" val="custom"/>
</p:tagLst>
</file>

<file path=ppt/tags/tag3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**"/>
  <p:tag name="KSO_WM_UNIT_LAYERLEVEL" val="1"/>
  <p:tag name="KSO_WM_TAG_VERSION" val="3.0"/>
  <p:tag name="KSO_WM_BEAUTIFY_FLAG" val="#wm#"/>
  <p:tag name="KSO_WM_UNIT_ISNUMDGMTITLE" val="0"/>
  <p:tag name="KSO_WM_UNIT_NOCLEAR" val="0"/>
  <p:tag name="KSO_WM_TEMPLATE_INDEX" val="40490145"/>
  <p:tag name="KSO_WM_TEMPLATE_CATEGORY" val="custom"/>
</p:tagLst>
</file>

<file path=ppt/tags/tag4.xml><?xml version="1.0" encoding="utf-8"?>
<p:tagLst xmlns:p="http://schemas.openxmlformats.org/presentationml/2006/main">
  <p:tag name="KSO_WM_BEAUTIFY_FLAG" val="#fgm#"/>
  <p:tag name="KSO_WM_FIGMA_FLAG" val="#fgm#"/>
  <p:tag name="KSO_WM_UNIT_INDEX" val="1"/>
  <p:tag name="KSO_WM_UNIT_TYPE" val="a"/>
  <p:tag name="KSO_WM_LAYOUT_CHECK_HASH" val="d747afea6b88f4bc5f9008218c5f3e47129a072f"/>
  <p:tag name="KSO_WM_NEWLAYOUT_GROUP_ID" val="layout_51"/>
  <p:tag name="KSO_WM_NEWLAYOUT_ID" val="slide_05fa846ee28ead8f"/>
</p:tagLst>
</file>

<file path=ppt/tags/tag5.xml><?xml version="1.0" encoding="utf-8"?>
<p:tagLst xmlns:p="http://schemas.openxmlformats.org/presentationml/2006/main">
  <p:tag name="KSO_WM_BEAUTIFY_FLAG" val="#fgm#"/>
  <p:tag name="KSO_WM_FIGMA_FLAG" val="#fgm#"/>
  <p:tag name="KSO_WM_UNIT_INDEX" val="1"/>
  <p:tag name="KSO_WM_UNIT_TYPE" val="d"/>
</p:tagLst>
</file>

<file path=ppt/tags/tag6.xml><?xml version="1.0" encoding="utf-8"?>
<p:tagLst xmlns:p="http://schemas.openxmlformats.org/presentationml/2006/main">
  <p:tag name="KSO_WM_BEAUTIFY_FLAG" val="#fgm#"/>
  <p:tag name="KSO_WM_DIAGRAM_GROUP_CODE" val="1"/>
  <p:tag name="KSO_WM_FIGMA_FLAG" val="#fgm#"/>
  <p:tag name="KSO_WM_UNIT_INDEX" val="1_1_1"/>
  <p:tag name="KSO_WM_UNIT_TYPE" val="l_h_a"/>
</p:tagLst>
</file>

<file path=ppt/tags/tag7.xml><?xml version="1.0" encoding="utf-8"?>
<p:tagLst xmlns:p="http://schemas.openxmlformats.org/presentationml/2006/main">
  <p:tag name="KSO_WM_BEAUTIFY_FLAG" val="#fgm#"/>
  <p:tag name="KSO_WM_DIAGRAM_GROUP_CODE" val="1"/>
  <p:tag name="KSO_WM_FIGMA_FLAG" val="#fgm#"/>
  <p:tag name="KSO_WM_UNIT_INDEX" val="1_1_1"/>
  <p:tag name="KSO_WM_UNIT_TYPE" val="l_h_f"/>
</p:tagLst>
</file>

<file path=ppt/tags/tag8.xml><?xml version="1.0" encoding="utf-8"?>
<p:tagLst xmlns:p="http://schemas.openxmlformats.org/presentationml/2006/main">
  <p:tag name="KSO_WM_BEAUTIFY_FLAG" val="#fgm#"/>
  <p:tag name="KSO_WM_DIAGRAM_GROUP_CODE" val="1"/>
  <p:tag name="KSO_WM_FIGMA_FLAG" val="#fgm#"/>
  <p:tag name="KSO_WM_UNIT_INDEX" val="1_2_1"/>
  <p:tag name="KSO_WM_UNIT_TYPE" val="l_h_a"/>
</p:tagLst>
</file>

<file path=ppt/tags/tag9.xml><?xml version="1.0" encoding="utf-8"?>
<p:tagLst xmlns:p="http://schemas.openxmlformats.org/presentationml/2006/main">
  <p:tag name="KSO_WM_BEAUTIFY_FLAG" val="#fgm#"/>
  <p:tag name="KSO_WM_DIAGRAM_GROUP_CODE" val="1"/>
  <p:tag name="KSO_WM_FIGMA_FLAG" val="#fgm#"/>
  <p:tag name="KSO_WM_UNIT_INDEX" val="1_2_1"/>
  <p:tag name="KSO_WM_UNIT_TYPE" val="l_h_f"/>
</p:tagLst>
</file>

<file path=ppt/tags/tag10.xml><?xml version="1.0" encoding="utf-8"?>
<p:tagLst xmlns:p="http://schemas.openxmlformats.org/presentationml/2006/main">
  <p:tag name="KSO_WM_BEAUTIFY_FLAG" val="#fgm#"/>
  <p:tag name="KSO_WM_DIAGRAM_GROUP_CODE" val="1"/>
  <p:tag name="KSO_WM_FIGMA_FLAG" val="#fgm#"/>
  <p:tag name="KSO_WM_UNIT_INDEX" val="1_3_1"/>
  <p:tag name="KSO_WM_UNIT_TYPE" val="l_h_a"/>
</p:tagLst>
</file>

<file path=ppt/tags/tag11.xml><?xml version="1.0" encoding="utf-8"?>
<p:tagLst xmlns:p="http://schemas.openxmlformats.org/presentationml/2006/main">
  <p:tag name="KSO_WM_BEAUTIFY_FLAG" val="#fgm#"/>
  <p:tag name="KSO_WM_DIAGRAM_GROUP_CODE" val="1"/>
  <p:tag name="KSO_WM_FIGMA_FLAG" val="#fgm#"/>
  <p:tag name="KSO_WM_UNIT_INDEX" val="1_3_1"/>
  <p:tag name="KSO_WM_UNIT_TYPE" val="l_h_f"/>
</p:tagLst>
</file>

<file path=ppt/tags/tag12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**"/>
  <p:tag name="KSO_WM_UNIT_LAYERLEVEL" val="1"/>
  <p:tag name="KSO_WM_TAG_VERSION" val="3.0"/>
  <p:tag name="KSO_WM_BEAUTIFY_FLAG" val="#wm#"/>
  <p:tag name="KSO_WM_UNIT_ISNUMDGMTITLE" val="0"/>
  <p:tag name="KSO_WM_UNIT_NOCLEAR" val="0"/>
  <p:tag name="KSO_WM_TEMPLATE_INDEX" val="40490145"/>
  <p:tag name="KSO_WM_TEMPLATE_CATEGORY" val="custom"/>
</p:tagLst>
</file>

<file path=ppt/tags/tag13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**"/>
  <p:tag name="KSO_WM_UNIT_LAYERLEVEL" val="1"/>
  <p:tag name="KSO_WM_TAG_VERSION" val="3.0"/>
  <p:tag name="KSO_WM_BEAUTIFY_FLAG" val="#wm#"/>
  <p:tag name="KSO_WM_UNIT_ISNUMDGMTITLE" val="0"/>
  <p:tag name="KSO_WM_UNIT_NOCLEAR" val="0"/>
  <p:tag name="KSO_WM_TEMPLATE_INDEX" val="40490145"/>
  <p:tag name="KSO_WM_TEMPLATE_CATEGORY" val="custom"/>
</p:tagLst>
</file>

<file path=ppt/tags/tag14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**"/>
  <p:tag name="KSO_WM_UNIT_LAYERLEVEL" val="1"/>
  <p:tag name="KSO_WM_TAG_VERSION" val="3.0"/>
  <p:tag name="KSO_WM_BEAUTIFY_FLAG" val="#wm#"/>
  <p:tag name="KSO_WM_UNIT_ISNUMDGMTITLE" val="0"/>
  <p:tag name="KSO_WM_UNIT_NOCLEAR" val="0"/>
  <p:tag name="KSO_WM_TEMPLATE_INDEX" val="40490145"/>
  <p:tag name="KSO_WM_TEMPLATE_CATEGORY" val="custom"/>
</p:tagLst>
</file>

<file path=ppt/tags/tag15.xml><?xml version="1.0" encoding="utf-8"?>
<p:tagLst xmlns:p="http://schemas.openxmlformats.org/presentationml/2006/main">
  <p:tag name="KSO_WM_BEAUTIFY_FLAG" val="#fgm#"/>
  <p:tag name="KSO_WM_FIGMA_FLAG" val="#fgm#"/>
  <p:tag name="KSO_WM_UNIT_INDEX" val="1"/>
  <p:tag name="KSO_WM_UNIT_TYPE" val="a"/>
  <p:tag name="KSO_WM_LAYOUT_CHECK_HASH" val="6a50b4256922e4377c479bf52882f0b2fe39210d"/>
  <p:tag name="KSO_WM_NEWLAYOUT_GROUP_ID" val="layout_10003"/>
  <p:tag name="KSO_WM_NEWLAYOUT_ID" val="slide_07a157e0b255a435"/>
</p:tagLst>
</file>

<file path=ppt/tags/tag16.xml><?xml version="1.0" encoding="utf-8"?>
<p:tagLst xmlns:p="http://schemas.openxmlformats.org/presentationml/2006/main">
  <p:tag name="KSO_WM_BEAUTIFY_FLAG" val="#fgm#"/>
  <p:tag name="KSO_WM_DIAGRAM_GROUP_CODE" val="1"/>
  <p:tag name="KSO_WM_FIGMA_FLAG" val="#fgm#"/>
  <p:tag name="KSO_WM_UNIT_INDEX" val="1_1_1"/>
  <p:tag name="KSO_WM_UNIT_TYPE" val="l_h_a"/>
</p:tagLst>
</file>

<file path=ppt/tags/tag17.xml><?xml version="1.0" encoding="utf-8"?>
<p:tagLst xmlns:p="http://schemas.openxmlformats.org/presentationml/2006/main">
  <p:tag name="KSO_WM_FIGMA_DECORATION_INDEX" val="18"/>
  <p:tag name="$PH_EXT" val="2"/>
  <p:tag name="KSO_WM_BEAUTIFY_FLAG" val="#fgm#"/>
  <p:tag name="KSO_WM_DIAGRAM_GROUP_CODE" val="1"/>
  <p:tag name="KSO_WM_FIGMA_FLAG" val="#fgm#"/>
  <p:tag name="KSO_WM_SHAPE_BGTYPE" val="lt1"/>
  <p:tag name="KSO_WM_SHAPE_BRIGHT_DATA" val="[{&quot;dk1&quot;:-60,&quot;dk2&quot;:-50,&quot;lt1&quot;:90,&quot;lt2&quot;:100},{&quot;dk1&quot;:-60,&quot;dk2&quot;:-50,&quot;lt1&quot;:90,&quot;lt2&quot;:100}]"/>
  <p:tag name="KSO_WM_SHAPE_UPDATE_BRIGHT" val="1"/>
  <p:tag name="KSO_WM_SYNC_SLIDE_TEXT" val="1"/>
  <p:tag name="KSO_WM_UNIT_INDEX" val="1_1_1"/>
  <p:tag name="KSO_WM_UNIT_TYPE" val="l_h_i"/>
</p:tagLst>
</file>

<file path=ppt/tags/tag18.xml><?xml version="1.0" encoding="utf-8"?>
<p:tagLst xmlns:p="http://schemas.openxmlformats.org/presentationml/2006/main">
  <p:tag name="KSO_WM_BEAUTIFY_FLAG" val="#fgm#"/>
  <p:tag name="KSO_WM_DIAGRAM_GROUP_CODE" val="1"/>
  <p:tag name="KSO_WM_FIGMA_FLAG" val="#fgm#"/>
  <p:tag name="KSO_WM_UNIT_INDEX" val="1_1_1"/>
  <p:tag name="KSO_WM_UNIT_TYPE" val="l_h_f"/>
</p:tagLst>
</file>

<file path=ppt/tags/tag19.xml><?xml version="1.0" encoding="utf-8"?>
<p:tagLst xmlns:p="http://schemas.openxmlformats.org/presentationml/2006/main">
  <p:tag name="KSO_WM_BEAUTIFY_FLAG" val="#fgm#"/>
  <p:tag name="KSO_WM_DIAGRAM_GROUP_CODE" val="1"/>
  <p:tag name="KSO_WM_FIGMA_FLAG" val="#fgm#"/>
  <p:tag name="KSO_WM_UNIT_INDEX" val="1_2_1"/>
  <p:tag name="KSO_WM_UNIT_TYPE" val="l_h_a"/>
</p:tagLst>
</file>

<file path=ppt/tags/tag20.xml><?xml version="1.0" encoding="utf-8"?>
<p:tagLst xmlns:p="http://schemas.openxmlformats.org/presentationml/2006/main">
  <p:tag name="KSO_WM_FIGMA_DECORATION_INDEX" val="18"/>
  <p:tag name="$PH_EXT" val="2"/>
  <p:tag name="KSO_WM_BEAUTIFY_FLAG" val="#fgm#"/>
  <p:tag name="KSO_WM_DIAGRAM_GROUP_CODE" val="1"/>
  <p:tag name="KSO_WM_FIGMA_FLAG" val="#fgm#"/>
  <p:tag name="KSO_WM_SHAPE_BGTYPE" val="lt1"/>
  <p:tag name="KSO_WM_SHAPE_BRIGHT_DATA" val="[{&quot;dk1&quot;:-60,&quot;dk2&quot;:-50,&quot;lt1&quot;:90,&quot;lt2&quot;:100},{&quot;dk1&quot;:-60,&quot;dk2&quot;:-50,&quot;lt1&quot;:90,&quot;lt2&quot;:100}]"/>
  <p:tag name="KSO_WM_SHAPE_UPDATE_BRIGHT" val="1"/>
  <p:tag name="KSO_WM_SYNC_SLIDE_TEXT" val="1"/>
  <p:tag name="KSO_WM_UNIT_INDEX" val="1_2_1"/>
  <p:tag name="KSO_WM_UNIT_TYPE" val="l_h_i"/>
</p:tagLst>
</file>

<file path=ppt/tags/tag21.xml><?xml version="1.0" encoding="utf-8"?>
<p:tagLst xmlns:p="http://schemas.openxmlformats.org/presentationml/2006/main">
  <p:tag name="KSO_WM_BEAUTIFY_FLAG" val="#fgm#"/>
  <p:tag name="KSO_WM_DIAGRAM_GROUP_CODE" val="1"/>
  <p:tag name="KSO_WM_FIGMA_FLAG" val="#fgm#"/>
  <p:tag name="KSO_WM_UNIT_INDEX" val="1_2_1"/>
  <p:tag name="KSO_WM_UNIT_TYPE" val="l_h_f"/>
</p:tagLst>
</file>

<file path=ppt/tags/tag22.xml><?xml version="1.0" encoding="utf-8"?>
<p:tagLst xmlns:p="http://schemas.openxmlformats.org/presentationml/2006/main">
  <p:tag name="KSO_WM_BEAUTIFY_FLAG" val="#fgm#"/>
  <p:tag name="KSO_WM_DIAGRAM_GROUP_CODE" val="1"/>
  <p:tag name="KSO_WM_FIGMA_FLAG" val="#fgm#"/>
  <p:tag name="KSO_WM_UNIT_INDEX" val="1_3_1"/>
  <p:tag name="KSO_WM_UNIT_TYPE" val="l_h_a"/>
</p:tagLst>
</file>

<file path=ppt/tags/tag23.xml><?xml version="1.0" encoding="utf-8"?>
<p:tagLst xmlns:p="http://schemas.openxmlformats.org/presentationml/2006/main">
  <p:tag name="KSO_WM_FIGMA_DECORATION_INDEX" val="18"/>
  <p:tag name="$PH_EXT" val="2"/>
  <p:tag name="KSO_WM_BEAUTIFY_FLAG" val="#fgm#"/>
  <p:tag name="KSO_WM_DIAGRAM_GROUP_CODE" val="1"/>
  <p:tag name="KSO_WM_FIGMA_FLAG" val="#fgm#"/>
  <p:tag name="KSO_WM_SHAPE_BGTYPE" val="lt1"/>
  <p:tag name="KSO_WM_SHAPE_BRIGHT_DATA" val="[{&quot;dk1&quot;:-60,&quot;dk2&quot;:-50,&quot;lt1&quot;:90,&quot;lt2&quot;:100},{&quot;dk1&quot;:-60,&quot;dk2&quot;:-50,&quot;lt1&quot;:90,&quot;lt2&quot;:100}]"/>
  <p:tag name="KSO_WM_SHAPE_UPDATE_BRIGHT" val="1"/>
  <p:tag name="KSO_WM_SYNC_SLIDE_TEXT" val="1"/>
  <p:tag name="KSO_WM_UNIT_INDEX" val="1_3_1"/>
  <p:tag name="KSO_WM_UNIT_TYPE" val="l_h_i"/>
</p:tagLst>
</file>

<file path=ppt/tags/tag24.xml><?xml version="1.0" encoding="utf-8"?>
<p:tagLst xmlns:p="http://schemas.openxmlformats.org/presentationml/2006/main">
  <p:tag name="KSO_WM_BEAUTIFY_FLAG" val="#fgm#"/>
  <p:tag name="KSO_WM_DIAGRAM_GROUP_CODE" val="1"/>
  <p:tag name="KSO_WM_FIGMA_FLAG" val="#fgm#"/>
  <p:tag name="KSO_WM_UNIT_INDEX" val="1_3_1"/>
  <p:tag name="KSO_WM_UNIT_TYPE" val="l_h_f"/>
</p:tagLst>
</file>

<file path=ppt/tags/tag25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**"/>
  <p:tag name="KSO_WM_UNIT_LAYERLEVEL" val="1"/>
  <p:tag name="KSO_WM_TAG_VERSION" val="3.0"/>
  <p:tag name="KSO_WM_BEAUTIFY_FLAG" val="#wm#"/>
  <p:tag name="KSO_WM_UNIT_ISNUMDGMTITLE" val="0"/>
  <p:tag name="KSO_WM_UNIT_NOCLEAR" val="0"/>
  <p:tag name="KSO_WM_TEMPLATE_INDEX" val="40490145"/>
  <p:tag name="KSO_WM_TEMPLATE_CATEGORY" val="custom"/>
</p:tagLst>
</file>

<file path=ppt/tags/tag26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**"/>
  <p:tag name="KSO_WM_UNIT_LAYERLEVEL" val="1"/>
  <p:tag name="KSO_WM_TAG_VERSION" val="3.0"/>
  <p:tag name="KSO_WM_BEAUTIFY_FLAG" val="#wm#"/>
  <p:tag name="KSO_WM_UNIT_ISNUMDGMTITLE" val="0"/>
  <p:tag name="KSO_WM_UNIT_NOCLEAR" val="0"/>
  <p:tag name="KSO_WM_TEMPLATE_INDEX" val="40490145"/>
  <p:tag name="KSO_WM_TEMPLATE_CATEGORY" val="custom"/>
</p:tagLst>
</file>

<file path=ppt/tags/tag27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**"/>
  <p:tag name="KSO_WM_UNIT_LAYERLEVEL" val="1"/>
  <p:tag name="KSO_WM_TAG_VERSION" val="3.0"/>
  <p:tag name="KSO_WM_BEAUTIFY_FLAG" val="#wm#"/>
  <p:tag name="KSO_WM_UNIT_ISNUMDGMTITLE" val="0"/>
  <p:tag name="KSO_WM_UNIT_NOCLEAR" val="0"/>
  <p:tag name="KSO_WM_TEMPLATE_INDEX" val="40490145"/>
  <p:tag name="KSO_WM_TEMPLATE_CATEGORY" val="custom"/>
</p:tagLst>
</file>

<file path=ppt/tags/tag28.xml><?xml version="1.0" encoding="utf-8"?>
<p:tagLst xmlns:p="http://schemas.openxmlformats.org/presentationml/2006/main">
  <p:tag name="KSO_WM_BEAUTIFY_FLAG" val="#fgm#"/>
  <p:tag name="KSO_WM_FIGMA_FLAG" val="#fgm#"/>
  <p:tag name="KSO_WM_UNIT_INDEX" val="1"/>
  <p:tag name="KSO_WM_UNIT_TYPE" val="a"/>
  <p:tag name="KSO_WM_LAYOUT_CHECK_HASH" val="2f8e4e99c0715915c4c59264b594029b978f7955"/>
  <p:tag name="KSO_WM_NEWLAYOUT_GROUP_ID" val="layout_49"/>
  <p:tag name="KSO_WM_NEWLAYOUT_ID" val="slide_10d35a04bcb4fa26"/>
</p:tagLst>
</file>

<file path=ppt/tags/tag29.xml><?xml version="1.0" encoding="utf-8"?>
<p:tagLst xmlns:p="http://schemas.openxmlformats.org/presentationml/2006/main">
  <p:tag name="KSO_WM_FIGMA_DECORATION_INDEX" val="14"/>
  <p:tag name="$PH_EXT" val="2"/>
  <p:tag name="KSO_WM_BEAUTIFY_FLAG" val="#fgm#"/>
  <p:tag name="KSO_WM_DIAGRAM_GROUP_CODE" val="1"/>
  <p:tag name="KSO_WM_FIGMA_FLAG" val="#fgm#"/>
  <p:tag name="KSO_WM_SYNC_SLIDE_TEXT" val="1"/>
  <p:tag name="KSO_WM_UNIT_INDEX" val="1_1_1"/>
  <p:tag name="KSO_WM_UNIT_TYPE" val="l_h_i"/>
</p:tagLst>
</file>

<file path=ppt/tags/tag30.xml><?xml version="1.0" encoding="utf-8"?>
<p:tagLst xmlns:p="http://schemas.openxmlformats.org/presentationml/2006/main">
  <p:tag name="KSO_WM_BEAUTIFY_FLAG" val="#fgm#"/>
  <p:tag name="KSO_WM_DIAGRAM_GROUP_CODE" val="1"/>
  <p:tag name="KSO_WM_FIGMA_FLAG" val="#fgm#"/>
  <p:tag name="KSO_WM_UNIT_INDEX" val="1_1_2"/>
  <p:tag name="KSO_WM_UNIT_SUBTYPE" val="d"/>
  <p:tag name="KSO_WM_UNIT_TYPE" val="l_h_i"/>
</p:tagLst>
</file>

<file path=ppt/tags/tag31.xml><?xml version="1.0" encoding="utf-8"?>
<p:tagLst xmlns:p="http://schemas.openxmlformats.org/presentationml/2006/main">
  <p:tag name="KSO_WM_BEAUTIFY_FLAG" val="#fgm#"/>
  <p:tag name="KSO_WM_DIAGRAM_GROUP_CODE" val="1"/>
  <p:tag name="KSO_WM_FIGMA_FLAG" val="#fgm#"/>
  <p:tag name="KSO_WM_UNIT_INDEX" val="1_1_1"/>
  <p:tag name="KSO_WM_UNIT_TYPE" val="l_h_a"/>
</p:tagLst>
</file>

<file path=ppt/tags/tag32.xml><?xml version="1.0" encoding="utf-8"?>
<p:tagLst xmlns:p="http://schemas.openxmlformats.org/presentationml/2006/main">
  <p:tag name="KSO_WM_BEAUTIFY_FLAG" val="#fgm#"/>
  <p:tag name="KSO_WM_DIAGRAM_GROUP_CODE" val="1"/>
  <p:tag name="KSO_WM_FIGMA_FLAG" val="#fgm#"/>
  <p:tag name="KSO_WM_UNIT_INDEX" val="1_1_1"/>
  <p:tag name="KSO_WM_UNIT_TYPE" val="l_h_f"/>
</p:tagLst>
</file>

<file path=ppt/tags/tag33.xml><?xml version="1.0" encoding="utf-8"?>
<p:tagLst xmlns:p="http://schemas.openxmlformats.org/presentationml/2006/main">
  <p:tag name="KSO_WM_FIGMA_DECORATION_INDEX" val="14"/>
  <p:tag name="$PH_EXT" val="2"/>
  <p:tag name="KSO_WM_BEAUTIFY_FLAG" val="#fgm#"/>
  <p:tag name="KSO_WM_DIAGRAM_GROUP_CODE" val="1"/>
  <p:tag name="KSO_WM_FIGMA_FLAG" val="#fgm#"/>
  <p:tag name="KSO_WM_SYNC_SLIDE_TEXT" val="1"/>
  <p:tag name="KSO_WM_UNIT_INDEX" val="1_2_1"/>
  <p:tag name="KSO_WM_UNIT_TYPE" val="l_h_i"/>
</p:tagLst>
</file>

<file path=ppt/tags/tag34.xml><?xml version="1.0" encoding="utf-8"?>
<p:tagLst xmlns:p="http://schemas.openxmlformats.org/presentationml/2006/main">
  <p:tag name="KSO_WM_BEAUTIFY_FLAG" val="#fgm#"/>
  <p:tag name="KSO_WM_DIAGRAM_GROUP_CODE" val="1"/>
  <p:tag name="KSO_WM_FIGMA_FLAG" val="#fgm#"/>
  <p:tag name="KSO_WM_UNIT_INDEX" val="1_2_2"/>
  <p:tag name="KSO_WM_UNIT_SUBTYPE" val="d"/>
  <p:tag name="KSO_WM_UNIT_TYPE" val="l_h_i"/>
</p:tagLst>
</file>

<file path=ppt/tags/tag35.xml><?xml version="1.0" encoding="utf-8"?>
<p:tagLst xmlns:p="http://schemas.openxmlformats.org/presentationml/2006/main">
  <p:tag name="KSO_WM_BEAUTIFY_FLAG" val="#fgm#"/>
  <p:tag name="KSO_WM_DIAGRAM_GROUP_CODE" val="1"/>
  <p:tag name="KSO_WM_FIGMA_FLAG" val="#fgm#"/>
  <p:tag name="KSO_WM_UNIT_INDEX" val="1_2_1"/>
  <p:tag name="KSO_WM_UNIT_TYPE" val="l_h_a"/>
</p:tagLst>
</file>

<file path=ppt/tags/tag36.xml><?xml version="1.0" encoding="utf-8"?>
<p:tagLst xmlns:p="http://schemas.openxmlformats.org/presentationml/2006/main">
  <p:tag name="KSO_WM_BEAUTIFY_FLAG" val="#fgm#"/>
  <p:tag name="KSO_WM_DIAGRAM_GROUP_CODE" val="1"/>
  <p:tag name="KSO_WM_FIGMA_FLAG" val="#fgm#"/>
  <p:tag name="KSO_WM_UNIT_INDEX" val="1_2_1"/>
  <p:tag name="KSO_WM_UNIT_TYPE" val="l_h_f"/>
</p:tagLst>
</file>

<file path=ppt/tags/tag37.xml><?xml version="1.0" encoding="utf-8"?>
<p:tagLst xmlns:p="http://schemas.openxmlformats.org/presentationml/2006/main">
  <p:tag name="KSO_WM_FIGMA_DECORATION_INDEX" val="14"/>
  <p:tag name="$PH_EXT" val="2"/>
  <p:tag name="KSO_WM_BEAUTIFY_FLAG" val="#fgm#"/>
  <p:tag name="KSO_WM_DIAGRAM_GROUP_CODE" val="1"/>
  <p:tag name="KSO_WM_FIGMA_FLAG" val="#fgm#"/>
  <p:tag name="KSO_WM_SYNC_SLIDE_TEXT" val="1"/>
  <p:tag name="KSO_WM_UNIT_INDEX" val="1_3_1"/>
  <p:tag name="KSO_WM_UNIT_TYPE" val="l_h_i"/>
</p:tagLst>
</file>

<file path=ppt/tags/tag38.xml><?xml version="1.0" encoding="utf-8"?>
<p:tagLst xmlns:p="http://schemas.openxmlformats.org/presentationml/2006/main">
  <p:tag name="KSO_WM_BEAUTIFY_FLAG" val="#fgm#"/>
  <p:tag name="KSO_WM_DIAGRAM_GROUP_CODE" val="1"/>
  <p:tag name="KSO_WM_FIGMA_FLAG" val="#fgm#"/>
  <p:tag name="KSO_WM_UNIT_INDEX" val="1_3_2"/>
  <p:tag name="KSO_WM_UNIT_SUBTYPE" val="d"/>
  <p:tag name="KSO_WM_UNIT_TYPE" val="l_h_i"/>
</p:tagLst>
</file>

<file path=ppt/tags/tag39.xml><?xml version="1.0" encoding="utf-8"?>
<p:tagLst xmlns:p="http://schemas.openxmlformats.org/presentationml/2006/main">
  <p:tag name="KSO_WM_BEAUTIFY_FLAG" val="#fgm#"/>
  <p:tag name="KSO_WM_DIAGRAM_GROUP_CODE" val="1"/>
  <p:tag name="KSO_WM_FIGMA_FLAG" val="#fgm#"/>
  <p:tag name="KSO_WM_UNIT_INDEX" val="1_3_1"/>
  <p:tag name="KSO_WM_UNIT_TYPE" val="l_h_a"/>
</p:tagLst>
</file>

<file path=ppt/tags/tag40.xml><?xml version="1.0" encoding="utf-8"?>
<p:tagLst xmlns:p="http://schemas.openxmlformats.org/presentationml/2006/main">
  <p:tag name="KSO_WM_BEAUTIFY_FLAG" val="#fgm#"/>
  <p:tag name="KSO_WM_DIAGRAM_GROUP_CODE" val="1"/>
  <p:tag name="KSO_WM_FIGMA_FLAG" val="#fgm#"/>
  <p:tag name="KSO_WM_UNIT_INDEX" val="1_3_1"/>
  <p:tag name="KSO_WM_UNIT_TYPE" val="l_h_f"/>
</p:tagLst>
</file>

<file path=ppt/tags/tag41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**"/>
  <p:tag name="KSO_WM_UNIT_LAYERLEVEL" val="1"/>
  <p:tag name="KSO_WM_TAG_VERSION" val="3.0"/>
  <p:tag name="KSO_WM_BEAUTIFY_FLAG" val="#wm#"/>
  <p:tag name="KSO_WM_UNIT_ISNUMDGMTITLE" val="0"/>
  <p:tag name="KSO_WM_UNIT_NOCLEAR" val="0"/>
  <p:tag name="KSO_WM_TEMPLATE_INDEX" val="40490145"/>
  <p:tag name="KSO_WM_TEMPLATE_CATEGORY" val="custom"/>
</p:tagLst>
</file>

<file path=ppt/tags/tag42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**"/>
  <p:tag name="KSO_WM_UNIT_LAYERLEVEL" val="1"/>
  <p:tag name="KSO_WM_TAG_VERSION" val="3.0"/>
  <p:tag name="KSO_WM_BEAUTIFY_FLAG" val="#wm#"/>
  <p:tag name="KSO_WM_UNIT_ISNUMDGMTITLE" val="0"/>
  <p:tag name="KSO_WM_UNIT_NOCLEAR" val="0"/>
  <p:tag name="KSO_WM_TEMPLATE_INDEX" val="40490145"/>
  <p:tag name="KSO_WM_TEMPLATE_CATEGORY" val="custom"/>
</p:tagLst>
</file>

<file path=ppt/tags/tag43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**"/>
  <p:tag name="KSO_WM_UNIT_LAYERLEVEL" val="1"/>
  <p:tag name="KSO_WM_TAG_VERSION" val="3.0"/>
  <p:tag name="KSO_WM_BEAUTIFY_FLAG" val="#wm#"/>
  <p:tag name="KSO_WM_UNIT_ISNUMDGMTITLE" val="0"/>
  <p:tag name="KSO_WM_UNIT_NOCLEAR" val="0"/>
  <p:tag name="KSO_WM_TEMPLATE_INDEX" val="40490145"/>
  <p:tag name="KSO_WM_TEMPLATE_CATEGORY" val="custom"/>
</p:tagLst>
</file>

<file path=ppt/tags/tag44.xml><?xml version="1.0" encoding="utf-8"?>
<p:tagLst xmlns:p="http://schemas.openxmlformats.org/presentationml/2006/main">
  <p:tag name="KSO_WM_BEAUTIFY_FLAG" val="#fgm#"/>
  <p:tag name="KSO_WM_FIGMA_FLAG" val="#fgm#"/>
  <p:tag name="KSO_WM_UNIT_INDEX" val="1"/>
  <p:tag name="KSO_WM_UNIT_TYPE" val="a"/>
  <p:tag name="KSO_WM_LAYOUT_CHECK_HASH" val="d1de0ecebf352369eb84e41ff729bf8df0f594dd"/>
  <p:tag name="KSO_WM_NEWLAYOUT_GROUP_ID" val="layout_10009"/>
  <p:tag name="KSO_WM_NEWLAYOUT_ID" val="slide_97a51ff2b1722ceb"/>
</p:tagLst>
</file>

<file path=ppt/tags/tag45.xml><?xml version="1.0" encoding="utf-8"?>
<p:tagLst xmlns:p="http://schemas.openxmlformats.org/presentationml/2006/main">
  <p:tag name="KSO_WM_BEAUTIFY_FLAG" val="#fgm#"/>
  <p:tag name="KSO_WM_DIAGRAM_GROUP_CODE" val="1"/>
  <p:tag name="KSO_WM_FIGMA_FLAG" val="#fgm#"/>
  <p:tag name="KSO_WM_UNIT_INDEX" val="1_1_1"/>
  <p:tag name="KSO_WM_UNIT_TYPE" val="l_h_d"/>
</p:tagLst>
</file>

<file path=ppt/tags/tag46.xml><?xml version="1.0" encoding="utf-8"?>
<p:tagLst xmlns:p="http://schemas.openxmlformats.org/presentationml/2006/main">
  <p:tag name="KSO_WM_BEAUTIFY_FLAG" val="#fgm#"/>
  <p:tag name="KSO_WM_DIAGRAM_GROUP_CODE" val="1"/>
  <p:tag name="KSO_WM_FIGMA_FLAG" val="#fgm#"/>
  <p:tag name="KSO_WM_UNIT_INDEX" val="1_1_1"/>
  <p:tag name="KSO_WM_UNIT_TYPE" val="l_h_a"/>
</p:tagLst>
</file>

<file path=ppt/tags/tag47.xml><?xml version="1.0" encoding="utf-8"?>
<p:tagLst xmlns:p="http://schemas.openxmlformats.org/presentationml/2006/main">
  <p:tag name="KSO_WM_BEAUTIFY_FLAG" val="#fgm#"/>
  <p:tag name="KSO_WM_DIAGRAM_GROUP_CODE" val="1"/>
  <p:tag name="KSO_WM_FIGMA_FLAG" val="#fgm#"/>
  <p:tag name="KSO_WM_UNIT_INDEX" val="1_1_1"/>
  <p:tag name="KSO_WM_UNIT_TYPE" val="l_h_f"/>
</p:tagLst>
</file>

<file path=ppt/tags/tag48.xml><?xml version="1.0" encoding="utf-8"?>
<p:tagLst xmlns:p="http://schemas.openxmlformats.org/presentationml/2006/main">
  <p:tag name="KSO_WM_BEAUTIFY_FLAG" val="#fgm#"/>
  <p:tag name="KSO_WM_DIAGRAM_GROUP_CODE" val="1"/>
  <p:tag name="KSO_WM_FIGMA_FLAG" val="#fgm#"/>
  <p:tag name="KSO_WM_UNIT_INDEX" val="1_2_1"/>
  <p:tag name="KSO_WM_UNIT_TYPE" val="l_h_d"/>
</p:tagLst>
</file>

<file path=ppt/tags/tag49.xml><?xml version="1.0" encoding="utf-8"?>
<p:tagLst xmlns:p="http://schemas.openxmlformats.org/presentationml/2006/main">
  <p:tag name="KSO_WM_BEAUTIFY_FLAG" val="#fgm#"/>
  <p:tag name="KSO_WM_DIAGRAM_GROUP_CODE" val="1"/>
  <p:tag name="KSO_WM_FIGMA_FLAG" val="#fgm#"/>
  <p:tag name="KSO_WM_UNIT_INDEX" val="1_2_1"/>
  <p:tag name="KSO_WM_UNIT_TYPE" val="l_h_a"/>
</p:tagLst>
</file>

<file path=ppt/tags/tag50.xml><?xml version="1.0" encoding="utf-8"?>
<p:tagLst xmlns:p="http://schemas.openxmlformats.org/presentationml/2006/main">
  <p:tag name="KSO_WM_BEAUTIFY_FLAG" val="#fgm#"/>
  <p:tag name="KSO_WM_DIAGRAM_GROUP_CODE" val="1"/>
  <p:tag name="KSO_WM_FIGMA_FLAG" val="#fgm#"/>
  <p:tag name="KSO_WM_UNIT_INDEX" val="1_2_1"/>
  <p:tag name="KSO_WM_UNIT_TYPE" val="l_h_f"/>
</p:tagLst>
</file>

<file path=ppt/tags/tag51.xml><?xml version="1.0" encoding="utf-8"?>
<p:tagLst xmlns:p="http://schemas.openxmlformats.org/presentationml/2006/main">
  <p:tag name="KSO_WM_BEAUTIFY_FLAG" val="#fgm#"/>
  <p:tag name="KSO_WM_DIAGRAM_GROUP_CODE" val="1"/>
  <p:tag name="KSO_WM_FIGMA_FLAG" val="#fgm#"/>
  <p:tag name="KSO_WM_UNIT_INDEX" val="1_3_1"/>
  <p:tag name="KSO_WM_UNIT_TYPE" val="l_h_d"/>
</p:tagLst>
</file>

<file path=ppt/tags/tag52.xml><?xml version="1.0" encoding="utf-8"?>
<p:tagLst xmlns:p="http://schemas.openxmlformats.org/presentationml/2006/main">
  <p:tag name="KSO_WM_BEAUTIFY_FLAG" val="#fgm#"/>
  <p:tag name="KSO_WM_DIAGRAM_GROUP_CODE" val="1"/>
  <p:tag name="KSO_WM_FIGMA_FLAG" val="#fgm#"/>
  <p:tag name="KSO_WM_UNIT_INDEX" val="1_3_1"/>
  <p:tag name="KSO_WM_UNIT_TYPE" val="l_h_a"/>
</p:tagLst>
</file>

<file path=ppt/tags/tag53.xml><?xml version="1.0" encoding="utf-8"?>
<p:tagLst xmlns:p="http://schemas.openxmlformats.org/presentationml/2006/main">
  <p:tag name="KSO_WM_BEAUTIFY_FLAG" val="#fgm#"/>
  <p:tag name="KSO_WM_DIAGRAM_GROUP_CODE" val="1"/>
  <p:tag name="KSO_WM_FIGMA_FLAG" val="#fgm#"/>
  <p:tag name="KSO_WM_UNIT_INDEX" val="1_3_1"/>
  <p:tag name="KSO_WM_UNIT_TYPE" val="l_h_f"/>
</p:tagLst>
</file>

<file path=ppt/tags/tag54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**"/>
  <p:tag name="KSO_WM_UNIT_LAYERLEVEL" val="1"/>
  <p:tag name="KSO_WM_TAG_VERSION" val="3.0"/>
  <p:tag name="KSO_WM_BEAUTIFY_FLAG" val="#wm#"/>
  <p:tag name="KSO_WM_UNIT_ISNUMDGMTITLE" val="0"/>
  <p:tag name="KSO_WM_UNIT_NOCLEAR" val="0"/>
  <p:tag name="KSO_WM_TEMPLATE_INDEX" val="40490145"/>
  <p:tag name="KSO_WM_TEMPLATE_CATEGORY" val="custom"/>
</p:tagLst>
</file>

<file path=ppt/tags/tag55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**"/>
  <p:tag name="KSO_WM_UNIT_LAYERLEVEL" val="1"/>
  <p:tag name="KSO_WM_TAG_VERSION" val="3.0"/>
  <p:tag name="KSO_WM_BEAUTIFY_FLAG" val="#wm#"/>
  <p:tag name="KSO_WM_UNIT_ISNUMDGMTITLE" val="0"/>
  <p:tag name="KSO_WM_UNIT_NOCLEAR" val="0"/>
  <p:tag name="KSO_WM_TEMPLATE_INDEX" val="40490145"/>
  <p:tag name="KSO_WM_TEMPLATE_CATEGORY" val="custom"/>
</p:tagLst>
</file>

<file path=ppt/tags/tag56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**"/>
  <p:tag name="KSO_WM_UNIT_LAYERLEVEL" val="1"/>
  <p:tag name="KSO_WM_TAG_VERSION" val="3.0"/>
  <p:tag name="KSO_WM_BEAUTIFY_FLAG" val="#wm#"/>
  <p:tag name="KSO_WM_UNIT_ISNUMDGMTITLE" val="0"/>
  <p:tag name="KSO_WM_UNIT_NOCLEAR" val="0"/>
  <p:tag name="KSO_WM_TEMPLATE_INDEX" val="40490145"/>
  <p:tag name="KSO_WM_TEMPLATE_CATEGORY" val="custom"/>
</p:tagLst>
</file>

<file path=ppt/tags/tag57.xml><?xml version="1.0" encoding="utf-8"?>
<p:tagLst xmlns:p="http://schemas.openxmlformats.org/presentationml/2006/main">
  <p:tag name="KSO_WM_BEAUTIFY_FLAG" val="#fgm#"/>
  <p:tag name="KSO_WM_FIGMA_FLAG" val="#fgm#"/>
  <p:tag name="KSO_WM_UNIT_INDEX" val="1"/>
  <p:tag name="KSO_WM_UNIT_TYPE" val="a"/>
  <p:tag name="KSO_WM_LAYOUT_CHECK_HASH" val="e0c9df70361f8c794e5de907979fd8c45d40cd97"/>
  <p:tag name="KSO_WM_NEWLAYOUT_GROUP_ID" val="layout_42"/>
  <p:tag name="KSO_WM_NEWLAYOUT_ID" val="slide_3fa2b457fbd1d7e4"/>
</p:tagLst>
</file>

<file path=ppt/tags/tag58.xml><?xml version="1.0" encoding="utf-8"?>
<p:tagLst xmlns:p="http://schemas.openxmlformats.org/presentationml/2006/main">
  <p:tag name="KSO_WM_BEAUTIFY_FLAG" val="#fgm#"/>
  <p:tag name="KSO_WM_FIGMA_FLAG" val="#fgm#"/>
  <p:tag name="KSO_WM_UNIT_INDEX" val="1"/>
  <p:tag name="KSO_WM_UNIT_TYPE" val="d"/>
</p:tagLst>
</file>

<file path=ppt/tags/tag59.xml><?xml version="1.0" encoding="utf-8"?>
<p:tagLst xmlns:p="http://schemas.openxmlformats.org/presentationml/2006/main">
  <p:tag name="KSO_WM_FIGMA_DECORATION_INDEX" val="19"/>
  <p:tag name="$PH_EXT" val="2"/>
  <p:tag name="KSO_WM_BEAUTIFY_FLAG" val="#fgm#"/>
  <p:tag name="KSO_WM_DIAGRAM_GROUP_CODE" val="1"/>
  <p:tag name="KSO_WM_FIGMA_FLAG" val="#fgm#"/>
  <p:tag name="KSO_WM_SYNC_SLIDE_TEXT" val="1"/>
  <p:tag name="KSO_WM_UNIT_INDEX" val="1_1_1"/>
  <p:tag name="KSO_WM_UNIT_TYPE" val="l_h_i"/>
</p:tagLst>
</file>

<file path=ppt/tags/tag60.xml><?xml version="1.0" encoding="utf-8"?>
<p:tagLst xmlns:p="http://schemas.openxmlformats.org/presentationml/2006/main">
  <p:tag name="KSO_WM_BEAUTIFY_FLAG" val="#fgm#"/>
  <p:tag name="KSO_WM_DIAGRAM_GROUP_CODE" val="1"/>
  <p:tag name="KSO_WM_FIGMA_FLAG" val="#fgm#"/>
  <p:tag name="KSO_WM_UNIT_INDEX" val="1_1_1"/>
  <p:tag name="KSO_WM_UNIT_TYPE" val="l_h_a"/>
</p:tagLst>
</file>

<file path=ppt/tags/tag61.xml><?xml version="1.0" encoding="utf-8"?>
<p:tagLst xmlns:p="http://schemas.openxmlformats.org/presentationml/2006/main">
  <p:tag name="KSO_WM_BEAUTIFY_FLAG" val="#fgm#"/>
  <p:tag name="KSO_WM_DIAGRAM_GROUP_CODE" val="1"/>
  <p:tag name="KSO_WM_FIGMA_FLAG" val="#fgm#"/>
  <p:tag name="KSO_WM_UNIT_INDEX" val="1_1_1"/>
  <p:tag name="KSO_WM_UNIT_TYPE" val="l_h_f"/>
</p:tagLst>
</file>

<file path=ppt/tags/tag62.xml><?xml version="1.0" encoding="utf-8"?>
<p:tagLst xmlns:p="http://schemas.openxmlformats.org/presentationml/2006/main">
  <p:tag name="KSO_WM_FIGMA_DECORATION_INDEX" val="19"/>
  <p:tag name="$PH_EXT" val="2"/>
  <p:tag name="KSO_WM_BEAUTIFY_FLAG" val="#fgm#"/>
  <p:tag name="KSO_WM_DIAGRAM_GROUP_CODE" val="1"/>
  <p:tag name="KSO_WM_FIGMA_FLAG" val="#fgm#"/>
  <p:tag name="KSO_WM_SYNC_SLIDE_TEXT" val="1"/>
  <p:tag name="KSO_WM_UNIT_INDEX" val="1_2_1"/>
  <p:tag name="KSO_WM_UNIT_TYPE" val="l_h_i"/>
</p:tagLst>
</file>

<file path=ppt/tags/tag63.xml><?xml version="1.0" encoding="utf-8"?>
<p:tagLst xmlns:p="http://schemas.openxmlformats.org/presentationml/2006/main">
  <p:tag name="KSO_WM_BEAUTIFY_FLAG" val="#fgm#"/>
  <p:tag name="KSO_WM_DIAGRAM_GROUP_CODE" val="1"/>
  <p:tag name="KSO_WM_FIGMA_FLAG" val="#fgm#"/>
  <p:tag name="KSO_WM_UNIT_INDEX" val="1_2_1"/>
  <p:tag name="KSO_WM_UNIT_TYPE" val="l_h_a"/>
</p:tagLst>
</file>

<file path=ppt/tags/tag64.xml><?xml version="1.0" encoding="utf-8"?>
<p:tagLst xmlns:p="http://schemas.openxmlformats.org/presentationml/2006/main">
  <p:tag name="KSO_WM_BEAUTIFY_FLAG" val="#fgm#"/>
  <p:tag name="KSO_WM_DIAGRAM_GROUP_CODE" val="1"/>
  <p:tag name="KSO_WM_FIGMA_FLAG" val="#fgm#"/>
  <p:tag name="KSO_WM_UNIT_INDEX" val="1_2_1"/>
  <p:tag name="KSO_WM_UNIT_TYPE" val="l_h_f"/>
</p:tagLst>
</file>

<file path=ppt/tags/tag65.xml><?xml version="1.0" encoding="utf-8"?>
<p:tagLst xmlns:p="http://schemas.openxmlformats.org/presentationml/2006/main">
  <p:tag name="KSO_WM_FIGMA_DECORATION_INDEX" val="19"/>
  <p:tag name="$PH_EXT" val="2"/>
  <p:tag name="KSO_WM_BEAUTIFY_FLAG" val="#fgm#"/>
  <p:tag name="KSO_WM_DIAGRAM_GROUP_CODE" val="1"/>
  <p:tag name="KSO_WM_FIGMA_FLAG" val="#fgm#"/>
  <p:tag name="KSO_WM_SYNC_SLIDE_TEXT" val="1"/>
  <p:tag name="KSO_WM_UNIT_INDEX" val="1_3_1"/>
  <p:tag name="KSO_WM_UNIT_TYPE" val="l_h_i"/>
</p:tagLst>
</file>

<file path=ppt/tags/tag66.xml><?xml version="1.0" encoding="utf-8"?>
<p:tagLst xmlns:p="http://schemas.openxmlformats.org/presentationml/2006/main">
  <p:tag name="KSO_WM_BEAUTIFY_FLAG" val="#fgm#"/>
  <p:tag name="KSO_WM_DIAGRAM_GROUP_CODE" val="1"/>
  <p:tag name="KSO_WM_FIGMA_FLAG" val="#fgm#"/>
  <p:tag name="KSO_WM_UNIT_INDEX" val="1_3_1"/>
  <p:tag name="KSO_WM_UNIT_TYPE" val="l_h_a"/>
</p:tagLst>
</file>

<file path=ppt/tags/tag67.xml><?xml version="1.0" encoding="utf-8"?>
<p:tagLst xmlns:p="http://schemas.openxmlformats.org/presentationml/2006/main">
  <p:tag name="KSO_WM_BEAUTIFY_FLAG" val="#fgm#"/>
  <p:tag name="KSO_WM_DIAGRAM_GROUP_CODE" val="1"/>
  <p:tag name="KSO_WM_FIGMA_FLAG" val="#fgm#"/>
  <p:tag name="KSO_WM_UNIT_INDEX" val="1_3_1"/>
  <p:tag name="KSO_WM_UNIT_TYPE" val="l_h_f"/>
</p:tagLst>
</file>

<file path=ppt/tags/tag68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**"/>
  <p:tag name="KSO_WM_UNIT_LAYERLEVEL" val="1"/>
  <p:tag name="KSO_WM_TAG_VERSION" val="3.0"/>
  <p:tag name="KSO_WM_BEAUTIFY_FLAG" val="#wm#"/>
  <p:tag name="KSO_WM_UNIT_ISNUMDGMTITLE" val="0"/>
  <p:tag name="KSO_WM_UNIT_NOCLEAR" val="0"/>
  <p:tag name="KSO_WM_TEMPLATE_INDEX" val="40490145"/>
  <p:tag name="KSO_WM_TEMPLATE_CATEGORY" val="custom"/>
</p:tagLst>
</file>

<file path=ppt/tags/tag69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**"/>
  <p:tag name="KSO_WM_UNIT_LAYERLEVEL" val="1"/>
  <p:tag name="KSO_WM_TAG_VERSION" val="3.0"/>
  <p:tag name="KSO_WM_BEAUTIFY_FLAG" val="#wm#"/>
  <p:tag name="KSO_WM_UNIT_ISNUMDGMTITLE" val="0"/>
  <p:tag name="KSO_WM_UNIT_NOCLEAR" val="0"/>
  <p:tag name="KSO_WM_TEMPLATE_INDEX" val="40490145"/>
  <p:tag name="KSO_WM_TEMPLATE_CATEGORY" val="custom"/>
</p:tagLst>
</file>

<file path=ppt/tags/tag70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**"/>
  <p:tag name="KSO_WM_UNIT_LAYERLEVEL" val="1"/>
  <p:tag name="KSO_WM_TAG_VERSION" val="3.0"/>
  <p:tag name="KSO_WM_BEAUTIFY_FLAG" val="#wm#"/>
  <p:tag name="KSO_WM_UNIT_ISNUMDGMTITLE" val="0"/>
  <p:tag name="KSO_WM_UNIT_NOCLEAR" val="0"/>
  <p:tag name="KSO_WM_TEMPLATE_INDEX" val="40490145"/>
  <p:tag name="KSO_WM_TEMPLATE_CATEGORY" val="custom"/>
</p:tagLst>
</file>

<file path=ppt/tags/tag71.xml><?xml version="1.0" encoding="utf-8"?>
<p:tagLst xmlns:p="http://schemas.openxmlformats.org/presentationml/2006/main">
  <p:tag name="KSO_WM_BEAUTIFY_FLAG" val="#fgm#"/>
  <p:tag name="KSO_WM_FIGMA_FLAG" val="#fgm#"/>
  <p:tag name="KSO_WM_UNIT_INDEX" val="1"/>
  <p:tag name="KSO_WM_UNIT_TYPE" val="a"/>
  <p:tag name="KSO_WM_LAYOUT_CHECK_HASH" val="67779af7b888b3698e00c911edbe52c8ac07036c"/>
  <p:tag name="KSO_WM_NEWLAYOUT_GROUP_ID" val="layout_53"/>
  <p:tag name="KSO_WM_NEWLAYOUT_ID" val="slide_76713c4037f02356"/>
</p:tagLst>
</file>

<file path=ppt/tags/tag72.xml><?xml version="1.0" encoding="utf-8"?>
<p:tagLst xmlns:p="http://schemas.openxmlformats.org/presentationml/2006/main">
  <p:tag name="KSO_WM_FIGMA_DECORATION_INDEX" val="18"/>
  <p:tag name="$PH_EXT" val="2"/>
  <p:tag name="KSO_WM_BEAUTIFY_FLAG" val="#fgm#"/>
  <p:tag name="KSO_WM_DIAGRAM_GROUP_CODE" val="1"/>
  <p:tag name="KSO_WM_FIGMA_FLAG" val="#fgm#"/>
  <p:tag name="KSO_WM_SHAPE_BGTYPE" val="lt1"/>
  <p:tag name="KSO_WM_SHAPE_BRIGHT_DATA" val="[{&quot;dk1&quot;:-60,&quot;dk2&quot;:-50,&quot;lt1&quot;:90,&quot;lt2&quot;:100},{&quot;dk1&quot;:-60,&quot;dk2&quot;:-50,&quot;lt1&quot;:90,&quot;lt2&quot;:100}]"/>
  <p:tag name="KSO_WM_SHAPE_UPDATE_BRIGHT" val="1"/>
  <p:tag name="KSO_WM_SYNC_SLIDE_TEXT" val="1"/>
  <p:tag name="KSO_WM_UNIT_INDEX" val="1_1_1"/>
  <p:tag name="KSO_WM_UNIT_TYPE" val="l_h_i"/>
</p:tagLst>
</file>

<file path=ppt/tags/tag73.xml><?xml version="1.0" encoding="utf-8"?>
<p:tagLst xmlns:p="http://schemas.openxmlformats.org/presentationml/2006/main">
  <p:tag name="KSO_WM_BEAUTIFY_FLAG" val="#fgm#"/>
  <p:tag name="KSO_WM_DIAGRAM_GROUP_CODE" val="1"/>
  <p:tag name="KSO_WM_FIGMA_FLAG" val="#fgm#"/>
  <p:tag name="KSO_WM_UNIT_INDEX" val="1_1_1"/>
  <p:tag name="KSO_WM_UNIT_TYPE" val="l_h_d"/>
</p:tagLst>
</file>

<file path=ppt/tags/tag74.xml><?xml version="1.0" encoding="utf-8"?>
<p:tagLst xmlns:p="http://schemas.openxmlformats.org/presentationml/2006/main">
  <p:tag name="KSO_WM_BEAUTIFY_FLAG" val="#fgm#"/>
  <p:tag name="KSO_WM_DIAGRAM_GROUP_CODE" val="1"/>
  <p:tag name="KSO_WM_FIGMA_FLAG" val="#fgm#"/>
  <p:tag name="KSO_WM_UNIT_INDEX" val="1_1_1"/>
  <p:tag name="KSO_WM_UNIT_TYPE" val="l_h_a"/>
</p:tagLst>
</file>

<file path=ppt/tags/tag75.xml><?xml version="1.0" encoding="utf-8"?>
<p:tagLst xmlns:p="http://schemas.openxmlformats.org/presentationml/2006/main">
  <p:tag name="KSO_WM_BEAUTIFY_FLAG" val="#fgm#"/>
  <p:tag name="KSO_WM_DIAGRAM_GROUP_CODE" val="1"/>
  <p:tag name="KSO_WM_FIGMA_FLAG" val="#fgm#"/>
  <p:tag name="KSO_WM_UNIT_INDEX" val="1_1_1"/>
  <p:tag name="KSO_WM_UNIT_TYPE" val="l_h_f"/>
</p:tagLst>
</file>

<file path=ppt/tags/tag76.xml><?xml version="1.0" encoding="utf-8"?>
<p:tagLst xmlns:p="http://schemas.openxmlformats.org/presentationml/2006/main">
  <p:tag name="KSO_WM_FIGMA_DECORATION_INDEX" val="18"/>
  <p:tag name="$PH_EXT" val="2"/>
  <p:tag name="KSO_WM_BEAUTIFY_FLAG" val="#fgm#"/>
  <p:tag name="KSO_WM_DIAGRAM_GROUP_CODE" val="1"/>
  <p:tag name="KSO_WM_FIGMA_FLAG" val="#fgm#"/>
  <p:tag name="KSO_WM_SHAPE_BGTYPE" val="lt1"/>
  <p:tag name="KSO_WM_SHAPE_BRIGHT_DATA" val="[{&quot;dk1&quot;:-60,&quot;dk2&quot;:-50,&quot;lt1&quot;:90,&quot;lt2&quot;:100},{&quot;dk1&quot;:-60,&quot;dk2&quot;:-50,&quot;lt1&quot;:90,&quot;lt2&quot;:100}]"/>
  <p:tag name="KSO_WM_SHAPE_UPDATE_BRIGHT" val="1"/>
  <p:tag name="KSO_WM_SYNC_SLIDE_TEXT" val="1"/>
  <p:tag name="KSO_WM_UNIT_INDEX" val="1_2_1"/>
  <p:tag name="KSO_WM_UNIT_TYPE" val="l_h_i"/>
</p:tagLst>
</file>

<file path=ppt/tags/tag77.xml><?xml version="1.0" encoding="utf-8"?>
<p:tagLst xmlns:p="http://schemas.openxmlformats.org/presentationml/2006/main">
  <p:tag name="KSO_WM_BEAUTIFY_FLAG" val="#fgm#"/>
  <p:tag name="KSO_WM_DIAGRAM_GROUP_CODE" val="1"/>
  <p:tag name="KSO_WM_FIGMA_FLAG" val="#fgm#"/>
  <p:tag name="KSO_WM_UNIT_INDEX" val="1_2_1"/>
  <p:tag name="KSO_WM_UNIT_TYPE" val="l_h_d"/>
</p:tagLst>
</file>

<file path=ppt/tags/tag78.xml><?xml version="1.0" encoding="utf-8"?>
<p:tagLst xmlns:p="http://schemas.openxmlformats.org/presentationml/2006/main">
  <p:tag name="KSO_WM_BEAUTIFY_FLAG" val="#fgm#"/>
  <p:tag name="KSO_WM_DIAGRAM_GROUP_CODE" val="1"/>
  <p:tag name="KSO_WM_FIGMA_FLAG" val="#fgm#"/>
  <p:tag name="KSO_WM_UNIT_INDEX" val="1_2_1"/>
  <p:tag name="KSO_WM_UNIT_TYPE" val="l_h_a"/>
</p:tagLst>
</file>

<file path=ppt/tags/tag79.xml><?xml version="1.0" encoding="utf-8"?>
<p:tagLst xmlns:p="http://schemas.openxmlformats.org/presentationml/2006/main">
  <p:tag name="KSO_WM_BEAUTIFY_FLAG" val="#fgm#"/>
  <p:tag name="KSO_WM_DIAGRAM_GROUP_CODE" val="1"/>
  <p:tag name="KSO_WM_FIGMA_FLAG" val="#fgm#"/>
  <p:tag name="KSO_WM_UNIT_INDEX" val="1_2_1"/>
  <p:tag name="KSO_WM_UNIT_TYPE" val="l_h_f"/>
</p:tagLst>
</file>

<file path=ppt/tags/tag80.xml><?xml version="1.0" encoding="utf-8"?>
<p:tagLst xmlns:p="http://schemas.openxmlformats.org/presentationml/2006/main">
  <p:tag name="KSO_WM_FIGMA_DECORATION_INDEX" val="18"/>
  <p:tag name="$PH_EXT" val="2"/>
  <p:tag name="KSO_WM_BEAUTIFY_FLAG" val="#fgm#"/>
  <p:tag name="KSO_WM_DIAGRAM_GROUP_CODE" val="1"/>
  <p:tag name="KSO_WM_FIGMA_FLAG" val="#fgm#"/>
  <p:tag name="KSO_WM_SHAPE_BGTYPE" val="lt1"/>
  <p:tag name="KSO_WM_SHAPE_BRIGHT_DATA" val="[{&quot;dk1&quot;:-60,&quot;dk2&quot;:-50,&quot;lt1&quot;:90,&quot;lt2&quot;:100},{&quot;dk1&quot;:-60,&quot;dk2&quot;:-50,&quot;lt1&quot;:90,&quot;lt2&quot;:100}]"/>
  <p:tag name="KSO_WM_SHAPE_UPDATE_BRIGHT" val="1"/>
  <p:tag name="KSO_WM_SYNC_SLIDE_TEXT" val="1"/>
  <p:tag name="KSO_WM_UNIT_INDEX" val="1_3_1"/>
  <p:tag name="KSO_WM_UNIT_TYPE" val="l_h_i"/>
</p:tagLst>
</file>

<file path=ppt/tags/tag81.xml><?xml version="1.0" encoding="utf-8"?>
<p:tagLst xmlns:p="http://schemas.openxmlformats.org/presentationml/2006/main">
  <p:tag name="KSO_WM_BEAUTIFY_FLAG" val="#fgm#"/>
  <p:tag name="KSO_WM_DIAGRAM_GROUP_CODE" val="1"/>
  <p:tag name="KSO_WM_FIGMA_FLAG" val="#fgm#"/>
  <p:tag name="KSO_WM_UNIT_INDEX" val="1_3_1"/>
  <p:tag name="KSO_WM_UNIT_TYPE" val="l_h_d"/>
</p:tagLst>
</file>

<file path=ppt/tags/tag82.xml><?xml version="1.0" encoding="utf-8"?>
<p:tagLst xmlns:p="http://schemas.openxmlformats.org/presentationml/2006/main">
  <p:tag name="KSO_WM_BEAUTIFY_FLAG" val="#fgm#"/>
  <p:tag name="KSO_WM_DIAGRAM_GROUP_CODE" val="1"/>
  <p:tag name="KSO_WM_FIGMA_FLAG" val="#fgm#"/>
  <p:tag name="KSO_WM_UNIT_INDEX" val="1_3_1"/>
  <p:tag name="KSO_WM_UNIT_TYPE" val="l_h_a"/>
</p:tagLst>
</file>

<file path=ppt/tags/tag83.xml><?xml version="1.0" encoding="utf-8"?>
<p:tagLst xmlns:p="http://schemas.openxmlformats.org/presentationml/2006/main">
  <p:tag name="KSO_WM_BEAUTIFY_FLAG" val="#fgm#"/>
  <p:tag name="KSO_WM_DIAGRAM_GROUP_CODE" val="1"/>
  <p:tag name="KSO_WM_FIGMA_FLAG" val="#fgm#"/>
  <p:tag name="KSO_WM_UNIT_INDEX" val="1_3_1"/>
  <p:tag name="KSO_WM_UNIT_TYPE" val="l_h_f"/>
</p:tagLst>
</file>

<file path=ppt/tags/tag84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**"/>
  <p:tag name="KSO_WM_UNIT_LAYERLEVEL" val="1"/>
  <p:tag name="KSO_WM_TAG_VERSION" val="3.0"/>
  <p:tag name="KSO_WM_BEAUTIFY_FLAG" val="#wm#"/>
  <p:tag name="KSO_WM_UNIT_ISNUMDGMTITLE" val="0"/>
  <p:tag name="KSO_WM_UNIT_NOCLEAR" val="0"/>
  <p:tag name="KSO_WM_TEMPLATE_INDEX" val="40490145"/>
  <p:tag name="KSO_WM_TEMPLATE_CATEGORY" val="custom"/>
</p:tagLst>
</file>

<file path=ppt/tags/tag85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**"/>
  <p:tag name="KSO_WM_UNIT_LAYERLEVEL" val="1"/>
  <p:tag name="KSO_WM_TAG_VERSION" val="3.0"/>
  <p:tag name="KSO_WM_BEAUTIFY_FLAG" val="#wm#"/>
  <p:tag name="KSO_WM_UNIT_ISNUMDGMTITLE" val="0"/>
  <p:tag name="KSO_WM_UNIT_NOCLEAR" val="0"/>
  <p:tag name="KSO_WM_TEMPLATE_INDEX" val="40490145"/>
  <p:tag name="KSO_WM_TEMPLATE_CATEGORY" val="custom"/>
</p:tagLst>
</file>

<file path=ppt/tags/tag86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**"/>
  <p:tag name="KSO_WM_UNIT_LAYERLEVEL" val="1"/>
  <p:tag name="KSO_WM_TAG_VERSION" val="3.0"/>
  <p:tag name="KSO_WM_BEAUTIFY_FLAG" val="#wm#"/>
  <p:tag name="KSO_WM_UNIT_ISNUMDGMTITLE" val="0"/>
  <p:tag name="KSO_WM_UNIT_NOCLEAR" val="0"/>
  <p:tag name="KSO_WM_TEMPLATE_INDEX" val="40490145"/>
  <p:tag name="KSO_WM_TEMPLATE_CATEGORY" val="custom"/>
</p:tagLst>
</file>

<file path=ppt/tags/tag87.xml><?xml version="1.0" encoding="utf-8"?>
<p:tagLst xmlns:p="http://schemas.openxmlformats.org/presentationml/2006/main">
  <p:tag name="KSO_WM_BEAUTIFY_FLAG" val="#fgm#"/>
  <p:tag name="KSO_WM_FIGMA_FLAG" val="#fgm#"/>
  <p:tag name="KSO_WM_UNIT_INDEX" val="1"/>
  <p:tag name="KSO_WM_UNIT_TYPE" val="a"/>
  <p:tag name="KSO_WM_LAYOUT_CHECK_HASH" val="f4ada85d43e569ceef88150400840c79e5c37f34"/>
  <p:tag name="KSO_WM_NEWLAYOUT_GROUP_ID" val="layout_6"/>
  <p:tag name="KSO_WM_NEWLAYOUT_ID" val="slide_acc7948a249ecb22"/>
</p:tagLst>
</file>

<file path=ppt/tags/tag88.xml><?xml version="1.0" encoding="utf-8"?>
<p:tagLst xmlns:p="http://schemas.openxmlformats.org/presentationml/2006/main">
  <p:tag name="KSO_WM_BEAUTIFY_FLAG" val="#fgm#"/>
  <p:tag name="KSO_WM_FIGMA_FLAG" val="#fgm#"/>
  <p:tag name="KSO_WM_UNIT_INDEX" val="1"/>
  <p:tag name="KSO_WM_UNIT_TYPE" val="d"/>
</p:tagLst>
</file>

<file path=ppt/tags/tag89.xml><?xml version="1.0" encoding="utf-8"?>
<p:tagLst xmlns:p="http://schemas.openxmlformats.org/presentationml/2006/main">
  <p:tag name="KSO_WM_FIGMA_DECORATION_INDEX" val="19"/>
  <p:tag name="$PH_EXT" val="2"/>
  <p:tag name="KSO_WM_BEAUTIFY_FLAG" val="#fgm#"/>
  <p:tag name="KSO_WM_DIAGRAM_GROUP_CODE" val="1"/>
  <p:tag name="KSO_WM_FIGMA_FLAG" val="#fgm#"/>
  <p:tag name="KSO_WM_SYNC_SLIDE_TEXT" val="1"/>
  <p:tag name="KSO_WM_UNIT_INDEX" val="1_1_1"/>
  <p:tag name="KSO_WM_UNIT_TYPE" val="l_h_i"/>
</p:tagLst>
</file>

<file path=ppt/tags/tag90.xml><?xml version="1.0" encoding="utf-8"?>
<p:tagLst xmlns:p="http://schemas.openxmlformats.org/presentationml/2006/main">
  <p:tag name="KSO_WM_BEAUTIFY_FLAG" val="#fgm#"/>
  <p:tag name="KSO_WM_DIAGRAM_GROUP_CODE" val="1"/>
  <p:tag name="KSO_WM_FIGMA_FLAG" val="#fgm#"/>
  <p:tag name="KSO_WM_UNIT_INDEX" val="1_1_1"/>
  <p:tag name="KSO_WM_UNIT_TYPE" val="l_h_a"/>
</p:tagLst>
</file>

<file path=ppt/tags/tag91.xml><?xml version="1.0" encoding="utf-8"?>
<p:tagLst xmlns:p="http://schemas.openxmlformats.org/presentationml/2006/main">
  <p:tag name="KSO_WM_BEAUTIFY_FLAG" val="#fgm#"/>
  <p:tag name="KSO_WM_DIAGRAM_GROUP_CODE" val="1"/>
  <p:tag name="KSO_WM_FIGMA_FLAG" val="#fgm#"/>
  <p:tag name="KSO_WM_UNIT_INDEX" val="1_1_1"/>
  <p:tag name="KSO_WM_UNIT_TYPE" val="l_h_f"/>
</p:tagLst>
</file>

<file path=ppt/tags/tag92.xml><?xml version="1.0" encoding="utf-8"?>
<p:tagLst xmlns:p="http://schemas.openxmlformats.org/presentationml/2006/main">
  <p:tag name="KSO_WM_FIGMA_DECORATION_INDEX" val="19"/>
  <p:tag name="$PH_EXT" val="2"/>
  <p:tag name="KSO_WM_BEAUTIFY_FLAG" val="#fgm#"/>
  <p:tag name="KSO_WM_DIAGRAM_GROUP_CODE" val="1"/>
  <p:tag name="KSO_WM_FIGMA_FLAG" val="#fgm#"/>
  <p:tag name="KSO_WM_SYNC_SLIDE_TEXT" val="1"/>
  <p:tag name="KSO_WM_UNIT_INDEX" val="1_2_1"/>
  <p:tag name="KSO_WM_UNIT_TYPE" val="l_h_i"/>
</p:tagLst>
</file>

<file path=ppt/tags/tag93.xml><?xml version="1.0" encoding="utf-8"?>
<p:tagLst xmlns:p="http://schemas.openxmlformats.org/presentationml/2006/main">
  <p:tag name="KSO_WM_BEAUTIFY_FLAG" val="#fgm#"/>
  <p:tag name="KSO_WM_DIAGRAM_GROUP_CODE" val="1"/>
  <p:tag name="KSO_WM_FIGMA_FLAG" val="#fgm#"/>
  <p:tag name="KSO_WM_UNIT_INDEX" val="1_2_1"/>
  <p:tag name="KSO_WM_UNIT_TYPE" val="l_h_a"/>
</p:tagLst>
</file>

<file path=ppt/tags/tag94.xml><?xml version="1.0" encoding="utf-8"?>
<p:tagLst xmlns:p="http://schemas.openxmlformats.org/presentationml/2006/main">
  <p:tag name="KSO_WM_BEAUTIFY_FLAG" val="#fgm#"/>
  <p:tag name="KSO_WM_DIAGRAM_GROUP_CODE" val="1"/>
  <p:tag name="KSO_WM_FIGMA_FLAG" val="#fgm#"/>
  <p:tag name="KSO_WM_UNIT_INDEX" val="1_2_1"/>
  <p:tag name="KSO_WM_UNIT_TYPE" val="l_h_f"/>
</p:tagLst>
</file>

<file path=ppt/tags/tag95.xml><?xml version="1.0" encoding="utf-8"?>
<p:tagLst xmlns:p="http://schemas.openxmlformats.org/presentationml/2006/main">
  <p:tag name="KSO_WM_FIGMA_DECORATION_INDEX" val="19"/>
  <p:tag name="$PH_EXT" val="2"/>
  <p:tag name="KSO_WM_BEAUTIFY_FLAG" val="#fgm#"/>
  <p:tag name="KSO_WM_DIAGRAM_GROUP_CODE" val="1"/>
  <p:tag name="KSO_WM_FIGMA_FLAG" val="#fgm#"/>
  <p:tag name="KSO_WM_SYNC_SLIDE_TEXT" val="1"/>
  <p:tag name="KSO_WM_UNIT_INDEX" val="1_3_1"/>
  <p:tag name="KSO_WM_UNIT_TYPE" val="l_h_i"/>
</p:tagLst>
</file>

<file path=ppt/tags/tag96.xml><?xml version="1.0" encoding="utf-8"?>
<p:tagLst xmlns:p="http://schemas.openxmlformats.org/presentationml/2006/main">
  <p:tag name="KSO_WM_BEAUTIFY_FLAG" val="#fgm#"/>
  <p:tag name="KSO_WM_DIAGRAM_GROUP_CODE" val="1"/>
  <p:tag name="KSO_WM_FIGMA_FLAG" val="#fgm#"/>
  <p:tag name="KSO_WM_UNIT_INDEX" val="1_3_1"/>
  <p:tag name="KSO_WM_UNIT_TYPE" val="l_h_a"/>
</p:tagLst>
</file>

<file path=ppt/tags/tag97.xml><?xml version="1.0" encoding="utf-8"?>
<p:tagLst xmlns:p="http://schemas.openxmlformats.org/presentationml/2006/main">
  <p:tag name="KSO_WM_BEAUTIFY_FLAG" val="#fgm#"/>
  <p:tag name="KSO_WM_DIAGRAM_GROUP_CODE" val="1"/>
  <p:tag name="KSO_WM_FIGMA_FLAG" val="#fgm#"/>
  <p:tag name="KSO_WM_UNIT_INDEX" val="1_3_1"/>
  <p:tag name="KSO_WM_UNIT_TYPE" val="l_h_f"/>
</p:tagLst>
</file>

<file path=ppt/tags/tag98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**"/>
  <p:tag name="KSO_WM_UNIT_LAYERLEVEL" val="1"/>
  <p:tag name="KSO_WM_TAG_VERSION" val="3.0"/>
  <p:tag name="KSO_WM_BEAUTIFY_FLAG" val="#wm#"/>
  <p:tag name="KSO_WM_UNIT_ISNUMDGMTITLE" val="0"/>
  <p:tag name="KSO_WM_UNIT_NOCLEAR" val="0"/>
  <p:tag name="KSO_WM_TEMPLATE_INDEX" val="40490145"/>
  <p:tag name="KSO_WM_TEMPLATE_CATEGORY" val="custom"/>
</p:tagLst>
</file>

<file path=ppt/tags/tag99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**"/>
  <p:tag name="KSO_WM_UNIT_LAYERLEVEL" val="1"/>
  <p:tag name="KSO_WM_TAG_VERSION" val="3.0"/>
  <p:tag name="KSO_WM_BEAUTIFY_FLAG" val="#wm#"/>
  <p:tag name="KSO_WM_UNIT_ISNUMDGMTITLE" val="0"/>
  <p:tag name="KSO_WM_UNIT_NOCLEAR" val="0"/>
  <p:tag name="KSO_WM_TEMPLATE_INDEX" val="40490145"/>
  <p:tag name="KSO_WM_TEMPLATE_CATEGORY" val="custom"/>
</p:tagLst>
</file>

<file path=ppt/tags/tag100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**"/>
  <p:tag name="KSO_WM_UNIT_LAYERLEVEL" val="1"/>
  <p:tag name="KSO_WM_TAG_VERSION" val="3.0"/>
  <p:tag name="KSO_WM_BEAUTIFY_FLAG" val="#wm#"/>
  <p:tag name="KSO_WM_UNIT_ISNUMDGMTITLE" val="0"/>
  <p:tag name="KSO_WM_UNIT_NOCLEAR" val="0"/>
  <p:tag name="KSO_WM_TEMPLATE_INDEX" val="40490145"/>
  <p:tag name="KSO_WM_TEMPLATE_CATEGORY" val="custom"/>
</p:tagLst>
</file>

<file path=ppt/tags/tag101.xml><?xml version="1.0" encoding="utf-8"?>
<p:tagLst xmlns:p="http://schemas.openxmlformats.org/presentationml/2006/main">
  <p:tag name="KSO_WM_BEAUTIFY_FLAG" val="#fgm#"/>
  <p:tag name="KSO_WM_FIGMA_FLAG" val="#fgm#"/>
  <p:tag name="KSO_WM_UNIT_INDEX" val="1"/>
  <p:tag name="KSO_WM_UNIT_TYPE" val="a"/>
  <p:tag name="KSO_WM_LAYOUT_CHECK_HASH" val="79c9188b337f311eed0f5faaaf423cf021d24bec"/>
  <p:tag name="KSO_WM_NEWLAYOUT_GROUP_ID" val="layout_10012"/>
  <p:tag name="KSO_WM_NEWLAYOUT_ID" val="slide_ed19c0db6ed585c4"/>
</p:tagLst>
</file>

<file path=ppt/tags/tag102.xml><?xml version="1.0" encoding="utf-8"?>
<p:tagLst xmlns:p="http://schemas.openxmlformats.org/presentationml/2006/main">
  <p:tag name="KSO_WM_BEAUTIFY_FLAG" val="#fgm#"/>
  <p:tag name="KSO_WM_FIGMA_FLAG" val="#fgm#"/>
  <p:tag name="KSO_WM_UNIT_INDEX" val="1"/>
  <p:tag name="KSO_WM_UNIT_TYPE" val="d"/>
</p:tagLst>
</file>

<file path=ppt/tags/tag103.xml><?xml version="1.0" encoding="utf-8"?>
<p:tagLst xmlns:p="http://schemas.openxmlformats.org/presentationml/2006/main">
  <p:tag name="KSO_WM_BEAUTIFY_FLAG" val="#fgm#"/>
  <p:tag name="KSO_WM_DIAGRAM_GROUP_CODE" val="1"/>
  <p:tag name="KSO_WM_FIGMA_FLAG" val="#fgm#"/>
  <p:tag name="KSO_WM_UNIT_INDEX" val="1_1_1"/>
  <p:tag name="KSO_WM_UNIT_TYPE" val="l_h_a"/>
</p:tagLst>
</file>

<file path=ppt/tags/tag104.xml><?xml version="1.0" encoding="utf-8"?>
<p:tagLst xmlns:p="http://schemas.openxmlformats.org/presentationml/2006/main">
  <p:tag name="KSO_WM_BEAUTIFY_FLAG" val="#fgm#"/>
  <p:tag name="KSO_WM_DIAGRAM_GROUP_CODE" val="1"/>
  <p:tag name="KSO_WM_FIGMA_FLAG" val="#fgm#"/>
  <p:tag name="KSO_WM_UNIT_INDEX" val="1_1_1"/>
  <p:tag name="KSO_WM_UNIT_TYPE" val="l_h_f"/>
</p:tagLst>
</file>

<file path=ppt/tags/tag105.xml><?xml version="1.0" encoding="utf-8"?>
<p:tagLst xmlns:p="http://schemas.openxmlformats.org/presentationml/2006/main">
  <p:tag name="KSO_WM_BEAUTIFY_FLAG" val="#fgm#"/>
  <p:tag name="KSO_WM_DIAGRAM_GROUP_CODE" val="1"/>
  <p:tag name="KSO_WM_FIGMA_FLAG" val="#fgm#"/>
  <p:tag name="KSO_WM_UNIT_INDEX" val="1_2_1"/>
  <p:tag name="KSO_WM_UNIT_TYPE" val="l_h_a"/>
</p:tagLst>
</file>

<file path=ppt/tags/tag106.xml><?xml version="1.0" encoding="utf-8"?>
<p:tagLst xmlns:p="http://schemas.openxmlformats.org/presentationml/2006/main">
  <p:tag name="KSO_WM_BEAUTIFY_FLAG" val="#fgm#"/>
  <p:tag name="KSO_WM_DIAGRAM_GROUP_CODE" val="1"/>
  <p:tag name="KSO_WM_FIGMA_FLAG" val="#fgm#"/>
  <p:tag name="KSO_WM_UNIT_INDEX" val="1_2_1"/>
  <p:tag name="KSO_WM_UNIT_TYPE" val="l_h_f"/>
</p:tagLst>
</file>

<file path=ppt/tags/tag107.xml><?xml version="1.0" encoding="utf-8"?>
<p:tagLst xmlns:p="http://schemas.openxmlformats.org/presentationml/2006/main">
  <p:tag name="KSO_WM_BEAUTIFY_FLAG" val="#fgm#"/>
  <p:tag name="KSO_WM_DIAGRAM_GROUP_CODE" val="1"/>
  <p:tag name="KSO_WM_FIGMA_FLAG" val="#fgm#"/>
  <p:tag name="KSO_WM_UNIT_INDEX" val="1_3_1"/>
  <p:tag name="KSO_WM_UNIT_TYPE" val="l_h_a"/>
</p:tagLst>
</file>

<file path=ppt/tags/tag108.xml><?xml version="1.0" encoding="utf-8"?>
<p:tagLst xmlns:p="http://schemas.openxmlformats.org/presentationml/2006/main">
  <p:tag name="KSO_WM_BEAUTIFY_FLAG" val="#fgm#"/>
  <p:tag name="KSO_WM_DIAGRAM_GROUP_CODE" val="1"/>
  <p:tag name="KSO_WM_FIGMA_FLAG" val="#fgm#"/>
  <p:tag name="KSO_WM_UNIT_INDEX" val="1_3_1"/>
  <p:tag name="KSO_WM_UNIT_TYPE" val="l_h_f"/>
</p:tagLst>
</file>

<file path=ppt/tags/tag109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**"/>
  <p:tag name="KSO_WM_UNIT_LAYERLEVEL" val="1"/>
  <p:tag name="KSO_WM_TAG_VERSION" val="3.0"/>
  <p:tag name="KSO_WM_BEAUTIFY_FLAG" val="#wm#"/>
  <p:tag name="KSO_WM_UNIT_ISNUMDGMTITLE" val="0"/>
  <p:tag name="KSO_WM_UNIT_NOCLEAR" val="0"/>
  <p:tag name="KSO_WM_TEMPLATE_INDEX" val="40490145"/>
  <p:tag name="KSO_WM_TEMPLATE_CATEGORY" val="custom"/>
</p:tagLst>
</file>

<file path=ppt/tags/tag110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**"/>
  <p:tag name="KSO_WM_UNIT_LAYERLEVEL" val="1"/>
  <p:tag name="KSO_WM_TAG_VERSION" val="3.0"/>
  <p:tag name="KSO_WM_BEAUTIFY_FLAG" val="#wm#"/>
  <p:tag name="KSO_WM_UNIT_ISNUMDGMTITLE" val="0"/>
  <p:tag name="KSO_WM_UNIT_NOCLEAR" val="0"/>
  <p:tag name="KSO_WM_TEMPLATE_INDEX" val="40490145"/>
  <p:tag name="KSO_WM_TEMPLATE_CATEGORY" val="custom"/>
</p:tagLst>
</file>

<file path=ppt/tags/tag111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**"/>
  <p:tag name="KSO_WM_UNIT_LAYERLEVEL" val="1"/>
  <p:tag name="KSO_WM_TAG_VERSION" val="3.0"/>
  <p:tag name="KSO_WM_BEAUTIFY_FLAG" val="#wm#"/>
  <p:tag name="KSO_WM_UNIT_ISNUMDGMTITLE" val="0"/>
  <p:tag name="KSO_WM_UNIT_NOCLEAR" val="0"/>
  <p:tag name="KSO_WM_TEMPLATE_INDEX" val="40490145"/>
  <p:tag name="KSO_WM_TEMPLATE_CATEGORY" val="custom"/>
</p:tagLst>
</file>

<file path=ppt/tags/tag112.xml><?xml version="1.0" encoding="utf-8"?>
<p:tagLst xmlns:p="http://schemas.openxmlformats.org/presentationml/2006/main">
  <p:tag name="KSO_WM_BEAUTIFY_FLAG" val="#fgm#"/>
  <p:tag name="KSO_WM_FIGMA_FLAG" val="#fgm#"/>
  <p:tag name="KSO_WM_UNIT_INDEX" val="1"/>
  <p:tag name="KSO_WM_UNIT_TYPE" val="a"/>
  <p:tag name="KSO_WM_LAYOUT_CHECK_HASH" val="8f5f5b3f06fc84094b5c8eb641ad65dd3c46b4de"/>
  <p:tag name="KSO_WM_NEWLAYOUT_GROUP_ID" val="layout_26"/>
  <p:tag name="KSO_WM_NEWLAYOUT_ID" val="slide_351695b9d561403a"/>
</p:tagLst>
</file>

<file path=ppt/tags/tag113.xml><?xml version="1.0" encoding="utf-8"?>
<p:tagLst xmlns:p="http://schemas.openxmlformats.org/presentationml/2006/main">
  <p:tag name="KSO_WM_FIGMA_DECORATION_INDEX" val="18"/>
  <p:tag name="$PH_EXT" val="2"/>
  <p:tag name="KSO_WM_BEAUTIFY_FLAG" val="#fgm#"/>
  <p:tag name="KSO_WM_DIAGRAM_GROUP_CODE" val="1"/>
  <p:tag name="KSO_WM_FIGMA_FLAG" val="#fgm#"/>
  <p:tag name="KSO_WM_SHAPE_BGTYPE" val="lt1"/>
  <p:tag name="KSO_WM_SHAPE_BRIGHT_DATA" val="[{&quot;dk1&quot;:-60,&quot;dk2&quot;:-50,&quot;lt1&quot;:90,&quot;lt2&quot;:100},{&quot;dk1&quot;:-60,&quot;dk2&quot;:-50,&quot;lt1&quot;:90,&quot;lt2&quot;:100}]"/>
  <p:tag name="KSO_WM_SHAPE_UPDATE_BRIGHT" val="1"/>
  <p:tag name="KSO_WM_SYNC_SLIDE_TEXT" val="1"/>
  <p:tag name="KSO_WM_UNIT_INDEX" val="1_1_1"/>
  <p:tag name="KSO_WM_UNIT_TYPE" val="l_h_i"/>
</p:tagLst>
</file>

<file path=ppt/tags/tag114.xml><?xml version="1.0" encoding="utf-8"?>
<p:tagLst xmlns:p="http://schemas.openxmlformats.org/presentationml/2006/main">
  <p:tag name="KSO_WM_BEAUTIFY_FLAG" val="#fgm#"/>
  <p:tag name="KSO_WM_DIAGRAM_GROUP_CODE" val="1"/>
  <p:tag name="KSO_WM_FIGMA_FLAG" val="#fgm#"/>
  <p:tag name="KSO_WM_UNIT_INDEX" val="1_1_1"/>
  <p:tag name="KSO_WM_UNIT_TYPE" val="l_h_d"/>
</p:tagLst>
</file>

<file path=ppt/tags/tag115.xml><?xml version="1.0" encoding="utf-8"?>
<p:tagLst xmlns:p="http://schemas.openxmlformats.org/presentationml/2006/main">
  <p:tag name="KSO_WM_BEAUTIFY_FLAG" val="#fgm#"/>
  <p:tag name="KSO_WM_DIAGRAM_GROUP_CODE" val="1"/>
  <p:tag name="KSO_WM_FIGMA_FLAG" val="#fgm#"/>
  <p:tag name="KSO_WM_UNIT_INDEX" val="1_1_1"/>
  <p:tag name="KSO_WM_UNIT_TYPE" val="l_h_a"/>
</p:tagLst>
</file>

<file path=ppt/tags/tag116.xml><?xml version="1.0" encoding="utf-8"?>
<p:tagLst xmlns:p="http://schemas.openxmlformats.org/presentationml/2006/main">
  <p:tag name="KSO_WM_BEAUTIFY_FLAG" val="#fgm#"/>
  <p:tag name="KSO_WM_DIAGRAM_GROUP_CODE" val="1"/>
  <p:tag name="KSO_WM_FIGMA_FLAG" val="#fgm#"/>
  <p:tag name="KSO_WM_UNIT_INDEX" val="1_1_1"/>
  <p:tag name="KSO_WM_UNIT_TYPE" val="l_h_f"/>
</p:tagLst>
</file>

<file path=ppt/tags/tag117.xml><?xml version="1.0" encoding="utf-8"?>
<p:tagLst xmlns:p="http://schemas.openxmlformats.org/presentationml/2006/main">
  <p:tag name="KSO_WM_FIGMA_DECORATION_INDEX" val="18"/>
  <p:tag name="$PH_EXT" val="2"/>
  <p:tag name="KSO_WM_BEAUTIFY_FLAG" val="#fgm#"/>
  <p:tag name="KSO_WM_DIAGRAM_GROUP_CODE" val="1"/>
  <p:tag name="KSO_WM_FIGMA_FLAG" val="#fgm#"/>
  <p:tag name="KSO_WM_SHAPE_BGTYPE" val="lt1"/>
  <p:tag name="KSO_WM_SHAPE_BRIGHT_DATA" val="[{&quot;dk1&quot;:-60,&quot;dk2&quot;:-50,&quot;lt1&quot;:90,&quot;lt2&quot;:100},{&quot;dk1&quot;:-60,&quot;dk2&quot;:-50,&quot;lt1&quot;:90,&quot;lt2&quot;:100}]"/>
  <p:tag name="KSO_WM_SHAPE_UPDATE_BRIGHT" val="1"/>
  <p:tag name="KSO_WM_SYNC_SLIDE_TEXT" val="1"/>
  <p:tag name="KSO_WM_UNIT_INDEX" val="1_2_1"/>
  <p:tag name="KSO_WM_UNIT_TYPE" val="l_h_i"/>
</p:tagLst>
</file>

<file path=ppt/tags/tag118.xml><?xml version="1.0" encoding="utf-8"?>
<p:tagLst xmlns:p="http://schemas.openxmlformats.org/presentationml/2006/main">
  <p:tag name="KSO_WM_BEAUTIFY_FLAG" val="#fgm#"/>
  <p:tag name="KSO_WM_DIAGRAM_GROUP_CODE" val="1"/>
  <p:tag name="KSO_WM_FIGMA_FLAG" val="#fgm#"/>
  <p:tag name="KSO_WM_UNIT_INDEX" val="1_2_1"/>
  <p:tag name="KSO_WM_UNIT_TYPE" val="l_h_d"/>
</p:tagLst>
</file>

<file path=ppt/tags/tag119.xml><?xml version="1.0" encoding="utf-8"?>
<p:tagLst xmlns:p="http://schemas.openxmlformats.org/presentationml/2006/main">
  <p:tag name="KSO_WM_BEAUTIFY_FLAG" val="#fgm#"/>
  <p:tag name="KSO_WM_DIAGRAM_GROUP_CODE" val="1"/>
  <p:tag name="KSO_WM_FIGMA_FLAG" val="#fgm#"/>
  <p:tag name="KSO_WM_UNIT_INDEX" val="1_2_1"/>
  <p:tag name="KSO_WM_UNIT_TYPE" val="l_h_a"/>
</p:tagLst>
</file>

<file path=ppt/tags/tag120.xml><?xml version="1.0" encoding="utf-8"?>
<p:tagLst xmlns:p="http://schemas.openxmlformats.org/presentationml/2006/main">
  <p:tag name="KSO_WM_BEAUTIFY_FLAG" val="#fgm#"/>
  <p:tag name="KSO_WM_DIAGRAM_GROUP_CODE" val="1"/>
  <p:tag name="KSO_WM_FIGMA_FLAG" val="#fgm#"/>
  <p:tag name="KSO_WM_UNIT_INDEX" val="1_2_1"/>
  <p:tag name="KSO_WM_UNIT_TYPE" val="l_h_f"/>
</p:tagLst>
</file>

<file path=ppt/tags/tag121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**"/>
  <p:tag name="KSO_WM_UNIT_LAYERLEVEL" val="1"/>
  <p:tag name="KSO_WM_TAG_VERSION" val="3.0"/>
  <p:tag name="KSO_WM_BEAUTIFY_FLAG" val="#wm#"/>
  <p:tag name="KSO_WM_UNIT_ISNUMDGMTITLE" val="0"/>
  <p:tag name="KSO_WM_UNIT_NOCLEAR" val="0"/>
  <p:tag name="KSO_WM_TEMPLATE_INDEX" val="40490145"/>
  <p:tag name="KSO_WM_TEMPLATE_CATEGORY" val="custom"/>
</p:tagLst>
</file>

<file path=ppt/tags/tag122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**"/>
  <p:tag name="KSO_WM_UNIT_LAYERLEVEL" val="1"/>
  <p:tag name="KSO_WM_TAG_VERSION" val="3.0"/>
  <p:tag name="KSO_WM_BEAUTIFY_FLAG" val="#wm#"/>
  <p:tag name="KSO_WM_UNIT_ISNUMDGMTITLE" val="0"/>
  <p:tag name="KSO_WM_UNIT_NOCLEAR" val="0"/>
  <p:tag name="KSO_WM_TEMPLATE_INDEX" val="40490145"/>
  <p:tag name="KSO_WM_TEMPLATE_CATEGORY" val="custom"/>
</p:tagLst>
</file>

<file path=ppt/tags/tag123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**"/>
  <p:tag name="KSO_WM_UNIT_LAYERLEVEL" val="1"/>
  <p:tag name="KSO_WM_TAG_VERSION" val="3.0"/>
  <p:tag name="KSO_WM_BEAUTIFY_FLAG" val="#wm#"/>
  <p:tag name="KSO_WM_UNIT_ISNUMDGMTITLE" val="0"/>
  <p:tag name="KSO_WM_UNIT_NOCLEAR" val="0"/>
  <p:tag name="KSO_WM_TEMPLATE_INDEX" val="40490145"/>
  <p:tag name="KSO_WM_TEMPLATE_CATEGORY" val="custom"/>
</p:tagLst>
</file>

<file path=ppt/tags/tag124.xml><?xml version="1.0" encoding="utf-8"?>
<p:tagLst xmlns:p="http://schemas.openxmlformats.org/presentationml/2006/main">
  <p:tag name="KSO_WM_BEAUTIFY_FLAG" val="#fgm#"/>
  <p:tag name="KSO_WM_FIGMA_FLAG" val="#fgm#"/>
  <p:tag name="KSO_WM_UNIT_INDEX" val="1"/>
  <p:tag name="KSO_WM_UNIT_TYPE" val="a"/>
  <p:tag name="KSO_WM_LAYOUT_CHECK_HASH" val="18627595a5bc365c05a6d7d75706523ec43afd06"/>
  <p:tag name="KSO_WM_NEWLAYOUT_GROUP_ID" val="layout_30"/>
  <p:tag name="KSO_WM_NEWLAYOUT_ID" val="slide_97e71a9c1fd50a82"/>
</p:tagLst>
</file>

<file path=ppt/tags/tag125.xml><?xml version="1.0" encoding="utf-8"?>
<p:tagLst xmlns:p="http://schemas.openxmlformats.org/presentationml/2006/main">
  <p:tag name="KSO_WM_BEAUTIFY_FLAG" val="#fgm#"/>
  <p:tag name="KSO_WM_FIGMA_FLAG" val="#fgm#"/>
  <p:tag name="KSO_WM_UNIT_INDEX" val="1"/>
  <p:tag name="KSO_WM_UNIT_TYPE" val="d"/>
</p:tagLst>
</file>

<file path=ppt/tags/tag126.xml><?xml version="1.0" encoding="utf-8"?>
<p:tagLst xmlns:p="http://schemas.openxmlformats.org/presentationml/2006/main">
  <p:tag name="KSO_WM_FIGMA_DECORATION_INDEX" val="19"/>
  <p:tag name="$PH_EXT" val="2"/>
  <p:tag name="KSO_WM_BEAUTIFY_FLAG" val="#fgm#"/>
  <p:tag name="KSO_WM_DIAGRAM_GROUP_CODE" val="1"/>
  <p:tag name="KSO_WM_FIGMA_FLAG" val="#fgm#"/>
  <p:tag name="KSO_WM_SYNC_SLIDE_TEXT" val="1"/>
  <p:tag name="KSO_WM_UNIT_INDEX" val="1_1_1"/>
  <p:tag name="KSO_WM_UNIT_TYPE" val="l_h_i"/>
</p:tagLst>
</file>

<file path=ppt/tags/tag127.xml><?xml version="1.0" encoding="utf-8"?>
<p:tagLst xmlns:p="http://schemas.openxmlformats.org/presentationml/2006/main">
  <p:tag name="KSO_WM_BEAUTIFY_FLAG" val="#fgm#"/>
  <p:tag name="KSO_WM_DIAGRAM_GROUP_CODE" val="1"/>
  <p:tag name="KSO_WM_FIGMA_FLAG" val="#fgm#"/>
  <p:tag name="KSO_WM_UNIT_INDEX" val="1_1_1"/>
  <p:tag name="KSO_WM_UNIT_TYPE" val="l_h_a"/>
</p:tagLst>
</file>

<file path=ppt/tags/tag128.xml><?xml version="1.0" encoding="utf-8"?>
<p:tagLst xmlns:p="http://schemas.openxmlformats.org/presentationml/2006/main">
  <p:tag name="KSO_WM_BEAUTIFY_FLAG" val="#fgm#"/>
  <p:tag name="KSO_WM_DIAGRAM_GROUP_CODE" val="1"/>
  <p:tag name="KSO_WM_FIGMA_FLAG" val="#fgm#"/>
  <p:tag name="KSO_WM_UNIT_INDEX" val="1_1_1"/>
  <p:tag name="KSO_WM_UNIT_TYPE" val="l_h_f"/>
</p:tagLst>
</file>

<file path=ppt/tags/tag129.xml><?xml version="1.0" encoding="utf-8"?>
<p:tagLst xmlns:p="http://schemas.openxmlformats.org/presentationml/2006/main">
  <p:tag name="KSO_WM_FIGMA_DECORATION_INDEX" val="19"/>
  <p:tag name="$PH_EXT" val="2"/>
  <p:tag name="KSO_WM_BEAUTIFY_FLAG" val="#fgm#"/>
  <p:tag name="KSO_WM_DIAGRAM_GROUP_CODE" val="1"/>
  <p:tag name="KSO_WM_FIGMA_FLAG" val="#fgm#"/>
  <p:tag name="KSO_WM_SYNC_SLIDE_TEXT" val="1"/>
  <p:tag name="KSO_WM_UNIT_INDEX" val="1_2_1"/>
  <p:tag name="KSO_WM_UNIT_TYPE" val="l_h_i"/>
</p:tagLst>
</file>

<file path=ppt/tags/tag130.xml><?xml version="1.0" encoding="utf-8"?>
<p:tagLst xmlns:p="http://schemas.openxmlformats.org/presentationml/2006/main">
  <p:tag name="KSO_WM_BEAUTIFY_FLAG" val="#fgm#"/>
  <p:tag name="KSO_WM_DIAGRAM_GROUP_CODE" val="1"/>
  <p:tag name="KSO_WM_FIGMA_FLAG" val="#fgm#"/>
  <p:tag name="KSO_WM_UNIT_INDEX" val="1_2_1"/>
  <p:tag name="KSO_WM_UNIT_TYPE" val="l_h_a"/>
</p:tagLst>
</file>

<file path=ppt/tags/tag131.xml><?xml version="1.0" encoding="utf-8"?>
<p:tagLst xmlns:p="http://schemas.openxmlformats.org/presentationml/2006/main">
  <p:tag name="KSO_WM_BEAUTIFY_FLAG" val="#fgm#"/>
  <p:tag name="KSO_WM_DIAGRAM_GROUP_CODE" val="1"/>
  <p:tag name="KSO_WM_FIGMA_FLAG" val="#fgm#"/>
  <p:tag name="KSO_WM_UNIT_INDEX" val="1_2_1"/>
  <p:tag name="KSO_WM_UNIT_TYPE" val="l_h_f"/>
</p:tagLst>
</file>

<file path=ppt/tags/tag132.xml><?xml version="1.0" encoding="utf-8"?>
<p:tagLst xmlns:p="http://schemas.openxmlformats.org/presentationml/2006/main">
  <p:tag name="KSO_WM_FIGMA_DECORATION_INDEX" val="19"/>
  <p:tag name="$PH_EXT" val="2"/>
  <p:tag name="KSO_WM_BEAUTIFY_FLAG" val="#fgm#"/>
  <p:tag name="KSO_WM_DIAGRAM_GROUP_CODE" val="1"/>
  <p:tag name="KSO_WM_FIGMA_FLAG" val="#fgm#"/>
  <p:tag name="KSO_WM_SYNC_SLIDE_TEXT" val="1"/>
  <p:tag name="KSO_WM_UNIT_INDEX" val="1_3_1"/>
  <p:tag name="KSO_WM_UNIT_TYPE" val="l_h_i"/>
</p:tagLst>
</file>

<file path=ppt/tags/tag133.xml><?xml version="1.0" encoding="utf-8"?>
<p:tagLst xmlns:p="http://schemas.openxmlformats.org/presentationml/2006/main">
  <p:tag name="KSO_WM_BEAUTIFY_FLAG" val="#fgm#"/>
  <p:tag name="KSO_WM_DIAGRAM_GROUP_CODE" val="1"/>
  <p:tag name="KSO_WM_FIGMA_FLAG" val="#fgm#"/>
  <p:tag name="KSO_WM_UNIT_INDEX" val="1_3_1"/>
  <p:tag name="KSO_WM_UNIT_TYPE" val="l_h_a"/>
</p:tagLst>
</file>

<file path=ppt/tags/tag134.xml><?xml version="1.0" encoding="utf-8"?>
<p:tagLst xmlns:p="http://schemas.openxmlformats.org/presentationml/2006/main">
  <p:tag name="KSO_WM_BEAUTIFY_FLAG" val="#fgm#"/>
  <p:tag name="KSO_WM_DIAGRAM_GROUP_CODE" val="1"/>
  <p:tag name="KSO_WM_FIGMA_FLAG" val="#fgm#"/>
  <p:tag name="KSO_WM_UNIT_INDEX" val="1_3_1"/>
  <p:tag name="KSO_WM_UNIT_TYPE" val="l_h_f"/>
</p:tagLst>
</file>

<file path=ppt/tags/tag135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**"/>
  <p:tag name="KSO_WM_UNIT_LAYERLEVEL" val="1"/>
  <p:tag name="KSO_WM_TAG_VERSION" val="3.0"/>
  <p:tag name="KSO_WM_BEAUTIFY_FLAG" val="#wm#"/>
  <p:tag name="KSO_WM_UNIT_ISNUMDGMTITLE" val="0"/>
  <p:tag name="KSO_WM_UNIT_NOCLEAR" val="0"/>
  <p:tag name="KSO_WM_TEMPLATE_INDEX" val="40490145"/>
  <p:tag name="KSO_WM_TEMPLATE_CATEGORY" val="custom"/>
</p:tagLst>
</file>

<file path=ppt/tags/tag136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**"/>
  <p:tag name="KSO_WM_UNIT_LAYERLEVEL" val="1"/>
  <p:tag name="KSO_WM_TAG_VERSION" val="3.0"/>
  <p:tag name="KSO_WM_BEAUTIFY_FLAG" val="#wm#"/>
  <p:tag name="KSO_WM_UNIT_ISNUMDGMTITLE" val="0"/>
  <p:tag name="KSO_WM_UNIT_NOCLEAR" val="0"/>
  <p:tag name="KSO_WM_TEMPLATE_INDEX" val="40490145"/>
  <p:tag name="KSO_WM_TEMPLATE_CATEGORY" val="custom"/>
</p:tagLst>
</file>

<file path=ppt/tags/tag137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**"/>
  <p:tag name="KSO_WM_UNIT_LAYERLEVEL" val="1"/>
  <p:tag name="KSO_WM_TAG_VERSION" val="3.0"/>
  <p:tag name="KSO_WM_BEAUTIFY_FLAG" val="#wm#"/>
  <p:tag name="KSO_WM_UNIT_ISNUMDGMTITLE" val="0"/>
  <p:tag name="KSO_WM_UNIT_NOCLEAR" val="0"/>
  <p:tag name="KSO_WM_TEMPLATE_INDEX" val="40490145"/>
  <p:tag name="KSO_WM_TEMPLATE_CATEGORY" val="custom"/>
</p:tagLst>
</file>

<file path=ppt/tags/tag138.xml><?xml version="1.0" encoding="utf-8"?>
<p:tagLst xmlns:p="http://schemas.openxmlformats.org/presentationml/2006/main">
  <p:tag name="KSO_WM_BEAUTIFY_FLAG" val="#fgm#"/>
  <p:tag name="KSO_WM_FIGMA_FLAG" val="#fgm#"/>
  <p:tag name="KSO_WM_UNIT_INDEX" val="1"/>
  <p:tag name="KSO_WM_UNIT_TYPE" val="a"/>
  <p:tag name="KSO_WM_LAYOUT_CHECK_HASH" val="e0a3156424237e399d8ce91d08569897418062fc"/>
  <p:tag name="KSO_WM_NEWLAYOUT_GROUP_ID" val="layout_48"/>
  <p:tag name="KSO_WM_NEWLAYOUT_ID" val="slide_f40f4095b76ee3a8"/>
</p:tagLst>
</file>

<file path=ppt/tags/tag139.xml><?xml version="1.0" encoding="utf-8"?>
<p:tagLst xmlns:p="http://schemas.openxmlformats.org/presentationml/2006/main">
  <p:tag name="KSO_WM_FIGMA_DECORATION_INDEX" val="18"/>
  <p:tag name="$PH_EXT" val="2"/>
  <p:tag name="KSO_WM_BEAUTIFY_FLAG" val="#fgm#"/>
  <p:tag name="KSO_WM_DIAGRAM_GROUP_CODE" val="1"/>
  <p:tag name="KSO_WM_FIGMA_FLAG" val="#fgm#"/>
  <p:tag name="KSO_WM_SHAPE_BGTYPE" val="lt1"/>
  <p:tag name="KSO_WM_SHAPE_BRIGHT_DATA" val="[{&quot;dk1&quot;:-60,&quot;dk2&quot;:-50,&quot;lt1&quot;:90,&quot;lt2&quot;:100},{&quot;dk1&quot;:-60,&quot;dk2&quot;:-50,&quot;lt1&quot;:90,&quot;lt2&quot;:100}]"/>
  <p:tag name="KSO_WM_SHAPE_UPDATE_BRIGHT" val="1"/>
  <p:tag name="KSO_WM_SYNC_SLIDE_TEXT" val="1"/>
  <p:tag name="KSO_WM_UNIT_INDEX" val="1_1_1"/>
  <p:tag name="KSO_WM_UNIT_TYPE" val="l_h_i"/>
</p:tagLst>
</file>

<file path=ppt/tags/tag140.xml><?xml version="1.0" encoding="utf-8"?>
<p:tagLst xmlns:p="http://schemas.openxmlformats.org/presentationml/2006/main">
  <p:tag name="KSO_WM_BEAUTIFY_FLAG" val="#fgm#"/>
  <p:tag name="KSO_WM_DIAGRAM_GROUP_CODE" val="1"/>
  <p:tag name="KSO_WM_FIGMA_FLAG" val="#fgm#"/>
  <p:tag name="KSO_WM_UNIT_INDEX" val="1_1_1"/>
  <p:tag name="KSO_WM_UNIT_TYPE" val="l_h_d"/>
</p:tagLst>
</file>

<file path=ppt/tags/tag141.xml><?xml version="1.0" encoding="utf-8"?>
<p:tagLst xmlns:p="http://schemas.openxmlformats.org/presentationml/2006/main">
  <p:tag name="KSO_WM_BEAUTIFY_FLAG" val="#fgm#"/>
  <p:tag name="KSO_WM_DIAGRAM_GROUP_CODE" val="1"/>
  <p:tag name="KSO_WM_FIGMA_FLAG" val="#fgm#"/>
  <p:tag name="KSO_WM_UNIT_INDEX" val="1_1_1"/>
  <p:tag name="KSO_WM_UNIT_TYPE" val="l_h_a"/>
</p:tagLst>
</file>

<file path=ppt/tags/tag142.xml><?xml version="1.0" encoding="utf-8"?>
<p:tagLst xmlns:p="http://schemas.openxmlformats.org/presentationml/2006/main">
  <p:tag name="KSO_WM_BEAUTIFY_FLAG" val="#fgm#"/>
  <p:tag name="KSO_WM_DIAGRAM_GROUP_CODE" val="1"/>
  <p:tag name="KSO_WM_FIGMA_FLAG" val="#fgm#"/>
  <p:tag name="KSO_WM_UNIT_INDEX" val="1_1_1"/>
  <p:tag name="KSO_WM_UNIT_TYPE" val="l_h_f"/>
</p:tagLst>
</file>

<file path=ppt/tags/tag143.xml><?xml version="1.0" encoding="utf-8"?>
<p:tagLst xmlns:p="http://schemas.openxmlformats.org/presentationml/2006/main">
  <p:tag name="KSO_WM_FIGMA_DECORATION_INDEX" val="18"/>
  <p:tag name="$PH_EXT" val="2"/>
  <p:tag name="KSO_WM_BEAUTIFY_FLAG" val="#fgm#"/>
  <p:tag name="KSO_WM_DIAGRAM_GROUP_CODE" val="1"/>
  <p:tag name="KSO_WM_FIGMA_FLAG" val="#fgm#"/>
  <p:tag name="KSO_WM_SHAPE_BGTYPE" val="lt1"/>
  <p:tag name="KSO_WM_SHAPE_BRIGHT_DATA" val="[{&quot;dk1&quot;:-60,&quot;dk2&quot;:-50,&quot;lt1&quot;:90,&quot;lt2&quot;:100},{&quot;dk1&quot;:-60,&quot;dk2&quot;:-50,&quot;lt1&quot;:90,&quot;lt2&quot;:100}]"/>
  <p:tag name="KSO_WM_SHAPE_UPDATE_BRIGHT" val="1"/>
  <p:tag name="KSO_WM_SYNC_SLIDE_TEXT" val="1"/>
  <p:tag name="KSO_WM_UNIT_INDEX" val="1_2_1"/>
  <p:tag name="KSO_WM_UNIT_TYPE" val="l_h_i"/>
</p:tagLst>
</file>

<file path=ppt/tags/tag144.xml><?xml version="1.0" encoding="utf-8"?>
<p:tagLst xmlns:p="http://schemas.openxmlformats.org/presentationml/2006/main">
  <p:tag name="KSO_WM_BEAUTIFY_FLAG" val="#fgm#"/>
  <p:tag name="KSO_WM_DIAGRAM_GROUP_CODE" val="1"/>
  <p:tag name="KSO_WM_FIGMA_FLAG" val="#fgm#"/>
  <p:tag name="KSO_WM_UNIT_INDEX" val="1_2_1"/>
  <p:tag name="KSO_WM_UNIT_TYPE" val="l_h_d"/>
</p:tagLst>
</file>

<file path=ppt/tags/tag145.xml><?xml version="1.0" encoding="utf-8"?>
<p:tagLst xmlns:p="http://schemas.openxmlformats.org/presentationml/2006/main">
  <p:tag name="KSO_WM_BEAUTIFY_FLAG" val="#fgm#"/>
  <p:tag name="KSO_WM_DIAGRAM_GROUP_CODE" val="1"/>
  <p:tag name="KSO_WM_FIGMA_FLAG" val="#fgm#"/>
  <p:tag name="KSO_WM_UNIT_INDEX" val="1_2_1"/>
  <p:tag name="KSO_WM_UNIT_TYPE" val="l_h_a"/>
</p:tagLst>
</file>

<file path=ppt/tags/tag146.xml><?xml version="1.0" encoding="utf-8"?>
<p:tagLst xmlns:p="http://schemas.openxmlformats.org/presentationml/2006/main">
  <p:tag name="KSO_WM_BEAUTIFY_FLAG" val="#fgm#"/>
  <p:tag name="KSO_WM_DIAGRAM_GROUP_CODE" val="1"/>
  <p:tag name="KSO_WM_FIGMA_FLAG" val="#fgm#"/>
  <p:tag name="KSO_WM_UNIT_INDEX" val="1_2_1"/>
  <p:tag name="KSO_WM_UNIT_TYPE" val="l_h_f"/>
</p:tagLst>
</file>

<file path=ppt/tags/tag147.xml><?xml version="1.0" encoding="utf-8"?>
<p:tagLst xmlns:p="http://schemas.openxmlformats.org/presentationml/2006/main">
  <p:tag name="KSO_WM_FIGMA_DECORATION_INDEX" val="18"/>
  <p:tag name="$PH_EXT" val="2"/>
  <p:tag name="KSO_WM_BEAUTIFY_FLAG" val="#fgm#"/>
  <p:tag name="KSO_WM_DIAGRAM_GROUP_CODE" val="1"/>
  <p:tag name="KSO_WM_FIGMA_FLAG" val="#fgm#"/>
  <p:tag name="KSO_WM_SHAPE_BGTYPE" val="lt1"/>
  <p:tag name="KSO_WM_SHAPE_BRIGHT_DATA" val="[{&quot;dk1&quot;:-60,&quot;dk2&quot;:-50,&quot;lt1&quot;:90,&quot;lt2&quot;:100},{&quot;dk1&quot;:-60,&quot;dk2&quot;:-50,&quot;lt1&quot;:90,&quot;lt2&quot;:100}]"/>
  <p:tag name="KSO_WM_SHAPE_UPDATE_BRIGHT" val="1"/>
  <p:tag name="KSO_WM_SYNC_SLIDE_TEXT" val="1"/>
  <p:tag name="KSO_WM_UNIT_INDEX" val="1_3_1"/>
  <p:tag name="KSO_WM_UNIT_TYPE" val="l_h_i"/>
</p:tagLst>
</file>

<file path=ppt/tags/tag148.xml><?xml version="1.0" encoding="utf-8"?>
<p:tagLst xmlns:p="http://schemas.openxmlformats.org/presentationml/2006/main">
  <p:tag name="KSO_WM_BEAUTIFY_FLAG" val="#fgm#"/>
  <p:tag name="KSO_WM_DIAGRAM_GROUP_CODE" val="1"/>
  <p:tag name="KSO_WM_FIGMA_FLAG" val="#fgm#"/>
  <p:tag name="KSO_WM_UNIT_INDEX" val="1_3_1"/>
  <p:tag name="KSO_WM_UNIT_TYPE" val="l_h_d"/>
</p:tagLst>
</file>

<file path=ppt/tags/tag149.xml><?xml version="1.0" encoding="utf-8"?>
<p:tagLst xmlns:p="http://schemas.openxmlformats.org/presentationml/2006/main">
  <p:tag name="KSO_WM_BEAUTIFY_FLAG" val="#fgm#"/>
  <p:tag name="KSO_WM_DIAGRAM_GROUP_CODE" val="1"/>
  <p:tag name="KSO_WM_FIGMA_FLAG" val="#fgm#"/>
  <p:tag name="KSO_WM_UNIT_INDEX" val="1_3_1"/>
  <p:tag name="KSO_WM_UNIT_TYPE" val="l_h_a"/>
</p:tagLst>
</file>

<file path=ppt/tags/tag150.xml><?xml version="1.0" encoding="utf-8"?>
<p:tagLst xmlns:p="http://schemas.openxmlformats.org/presentationml/2006/main">
  <p:tag name="KSO_WM_BEAUTIFY_FLAG" val="#fgm#"/>
  <p:tag name="KSO_WM_DIAGRAM_GROUP_CODE" val="1"/>
  <p:tag name="KSO_WM_FIGMA_FLAG" val="#fgm#"/>
  <p:tag name="KSO_WM_UNIT_INDEX" val="1_3_1"/>
  <p:tag name="KSO_WM_UNIT_TYPE" val="l_h_f"/>
</p:tagLst>
</file>

<file path=ppt/tags/tag151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**"/>
  <p:tag name="KSO_WM_UNIT_LAYERLEVEL" val="1"/>
  <p:tag name="KSO_WM_TAG_VERSION" val="3.0"/>
  <p:tag name="KSO_WM_BEAUTIFY_FLAG" val="#wm#"/>
  <p:tag name="KSO_WM_UNIT_ISNUMDGMTITLE" val="0"/>
  <p:tag name="KSO_WM_UNIT_NOCLEAR" val="0"/>
  <p:tag name="KSO_WM_TEMPLATE_INDEX" val="40490145"/>
  <p:tag name="KSO_WM_TEMPLATE_CATEGORY" val="custom"/>
</p:tagLst>
</file>

<file path=ppt/tags/tag152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**"/>
  <p:tag name="KSO_WM_UNIT_LAYERLEVEL" val="1"/>
  <p:tag name="KSO_WM_TAG_VERSION" val="3.0"/>
  <p:tag name="KSO_WM_BEAUTIFY_FLAG" val="#wm#"/>
  <p:tag name="KSO_WM_UNIT_ISNUMDGMTITLE" val="0"/>
  <p:tag name="KSO_WM_UNIT_NOCLEAR" val="0"/>
  <p:tag name="KSO_WM_TEMPLATE_INDEX" val="40490145"/>
  <p:tag name="KSO_WM_TEMPLATE_CATEGORY" val="custom"/>
</p:tagLst>
</file>

<file path=ppt/tags/tag153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**"/>
  <p:tag name="KSO_WM_UNIT_LAYERLEVEL" val="1"/>
  <p:tag name="KSO_WM_TAG_VERSION" val="3.0"/>
  <p:tag name="KSO_WM_BEAUTIFY_FLAG" val="#wm#"/>
  <p:tag name="KSO_WM_UNIT_ISNUMDGMTITLE" val="0"/>
  <p:tag name="KSO_WM_UNIT_NOCLEAR" val="0"/>
  <p:tag name="KSO_WM_TEMPLATE_INDEX" val="40490145"/>
  <p:tag name="KSO_WM_TEMPLATE_CATEGORY" val="custom"/>
</p:tagLst>
</file>

<file path=ppt/tags/tag154.xml><?xml version="1.0" encoding="utf-8"?>
<p:tagLst xmlns:p="http://schemas.openxmlformats.org/presentationml/2006/main">
  <p:tag name="KSO_WM_BEAUTIFY_FLAG" val="#fgm#"/>
  <p:tag name="KSO_WM_FIGMA_FLAG" val="#fgm#"/>
  <p:tag name="KSO_WM_UNIT_INDEX" val="1"/>
  <p:tag name="KSO_WM_UNIT_TEXT_TYPE" val="1"/>
  <p:tag name="KSO_WM_UNIT_TYPE" val="b"/>
</p:tagLst>
</file>

<file path=ppt/tags/tag155.xml><?xml version="1.0" encoding="utf-8"?>
<p:tagLst xmlns:p="http://schemas.openxmlformats.org/presentationml/2006/main">
  <p:tag name="KSO_WM_BEAUTIFY_FLAG" val="#fgm#"/>
  <p:tag name="KSO_WM_FIGMA_FLAG" val="#fgm#"/>
  <p:tag name="KSO_WM_UNIT_INDEX" val="1"/>
  <p:tag name="KSO_WM_UNIT_TEXT_TYPE" val="1"/>
  <p:tag name="KSO_WM_UNIT_TYPE" val="a"/>
  <p:tag name="KSO_WM_LAYOUT_CHECK_HASH" val="a9ca1fa38b5856d89a7e0d9765476b4f3279f937"/>
  <p:tag name="KSO_WM_NEWLAYOUT_GROUP_ID" val="layout_1-5"/>
  <p:tag name="KSO_WM_NEWLAYOUT_ID" val="slide_61223ae7a7f7aefc"/>
</p:tagLst>
</file>

<file path=ppt/tags/tag156.xml><?xml version="1.0" encoding="utf-8"?>
<p:tagLst xmlns:p="http://schemas.openxmlformats.org/presentationml/2006/main">
  <p:tag name="KSO_WM_BEAUTIFY_FLAG" val="#fgm#"/>
  <p:tag name="KSO_WM_DIAGRAM_GROUP_CODE" val="1"/>
  <p:tag name="KSO_WM_FIGMA_FLAG" val="#fgm#"/>
  <p:tag name="KSO_WM_UNIT_INDEX" val="1_1_1"/>
  <p:tag name="KSO_WM_UNIT_SUBTYPE" val="d"/>
  <p:tag name="KSO_WM_UNIT_TYPE" val="l_h_i"/>
</p:tagLst>
</file>

<file path=ppt/tags/tag157.xml><?xml version="1.0" encoding="utf-8"?>
<p:tagLst xmlns:p="http://schemas.openxmlformats.org/presentationml/2006/main">
  <p:tag name="KSO_WM_FIGMA_DECORATION_INDEX" val="25"/>
  <p:tag name="$PH_EXT" val="2"/>
  <p:tag name="KSO_WM_BEAUTIFY_FLAG" val="#fgm#"/>
  <p:tag name="KSO_WM_DIAGRAM_GROUP_CODE" val="1"/>
  <p:tag name="KSO_WM_FIGMA_FLAG" val="#fgm#"/>
  <p:tag name="KSO_WM_SYNC_SLIDE_TEXT" val="1"/>
  <p:tag name="KSO_WM_UNIT_INDEX" val="1_1_2"/>
  <p:tag name="KSO_WM_UNIT_TYPE" val="l_h_i"/>
</p:tagLst>
</file>

<file path=ppt/tags/tag158.xml><?xml version="1.0" encoding="utf-8"?>
<p:tagLst xmlns:p="http://schemas.openxmlformats.org/presentationml/2006/main">
  <p:tag name="KSO_WM_BEAUTIFY_FLAG" val="#fgm#"/>
  <p:tag name="KSO_WM_DIAGRAM_GROUP_CODE" val="1"/>
  <p:tag name="KSO_WM_FIGMA_FLAG" val="#fgm#"/>
  <p:tag name="KSO_WM_UNIT_INDEX" val="1_1_1"/>
  <p:tag name="KSO_WM_UNIT_TYPE" val="l_h_a"/>
</p:tagLst>
</file>

<file path=ppt/tags/tag159.xml><?xml version="1.0" encoding="utf-8"?>
<p:tagLst xmlns:p="http://schemas.openxmlformats.org/presentationml/2006/main">
  <p:tag name="KSO_WM_BEAUTIFY_FLAG" val="#fgm#"/>
  <p:tag name="KSO_WM_DIAGRAM_GROUP_CODE" val="1"/>
  <p:tag name="KSO_WM_FIGMA_FLAG" val="#fgm#"/>
  <p:tag name="KSO_WM_UNIT_INDEX" val="1_2_1"/>
  <p:tag name="KSO_WM_UNIT_SUBTYPE" val="d"/>
  <p:tag name="KSO_WM_UNIT_TYPE" val="l_h_i"/>
</p:tagLst>
</file>

<file path=ppt/tags/tag160.xml><?xml version="1.0" encoding="utf-8"?>
<p:tagLst xmlns:p="http://schemas.openxmlformats.org/presentationml/2006/main">
  <p:tag name="KSO_WM_FIGMA_DECORATION_INDEX" val="25"/>
  <p:tag name="$PH_EXT" val="2"/>
  <p:tag name="KSO_WM_BEAUTIFY_FLAG" val="#fgm#"/>
  <p:tag name="KSO_WM_DIAGRAM_GROUP_CODE" val="1"/>
  <p:tag name="KSO_WM_FIGMA_FLAG" val="#fgm#"/>
  <p:tag name="KSO_WM_SYNC_SLIDE_TEXT" val="1"/>
  <p:tag name="KSO_WM_UNIT_INDEX" val="1_2_2"/>
  <p:tag name="KSO_WM_UNIT_TYPE" val="l_h_i"/>
</p:tagLst>
</file>

<file path=ppt/tags/tag161.xml><?xml version="1.0" encoding="utf-8"?>
<p:tagLst xmlns:p="http://schemas.openxmlformats.org/presentationml/2006/main">
  <p:tag name="KSO_WM_BEAUTIFY_FLAG" val="#fgm#"/>
  <p:tag name="KSO_WM_DIAGRAM_GROUP_CODE" val="1"/>
  <p:tag name="KSO_WM_FIGMA_FLAG" val="#fgm#"/>
  <p:tag name="KSO_WM_UNIT_INDEX" val="1_2_1"/>
  <p:tag name="KSO_WM_UNIT_TYPE" val="l_h_a"/>
</p:tagLst>
</file>

<file path=ppt/tags/tag162.xml><?xml version="1.0" encoding="utf-8"?>
<p:tagLst xmlns:p="http://schemas.openxmlformats.org/presentationml/2006/main">
  <p:tag name="KSO_WM_BEAUTIFY_FLAG" val="#fgm#"/>
  <p:tag name="KSO_WM_DIAGRAM_GROUP_CODE" val="1"/>
  <p:tag name="KSO_WM_FIGMA_FLAG" val="#fgm#"/>
  <p:tag name="KSO_WM_UNIT_INDEX" val="1_3_1"/>
  <p:tag name="KSO_WM_UNIT_SUBTYPE" val="d"/>
  <p:tag name="KSO_WM_UNIT_TYPE" val="l_h_i"/>
</p:tagLst>
</file>

<file path=ppt/tags/tag163.xml><?xml version="1.0" encoding="utf-8"?>
<p:tagLst xmlns:p="http://schemas.openxmlformats.org/presentationml/2006/main">
  <p:tag name="KSO_WM_FIGMA_DECORATION_INDEX" val="25"/>
  <p:tag name="$PH_EXT" val="2"/>
  <p:tag name="KSO_WM_BEAUTIFY_FLAG" val="#fgm#"/>
  <p:tag name="KSO_WM_DIAGRAM_GROUP_CODE" val="1"/>
  <p:tag name="KSO_WM_FIGMA_FLAG" val="#fgm#"/>
  <p:tag name="KSO_WM_SYNC_SLIDE_TEXT" val="1"/>
  <p:tag name="KSO_WM_UNIT_INDEX" val="1_3_2"/>
  <p:tag name="KSO_WM_UNIT_TYPE" val="l_h_i"/>
</p:tagLst>
</file>

<file path=ppt/tags/tag164.xml><?xml version="1.0" encoding="utf-8"?>
<p:tagLst xmlns:p="http://schemas.openxmlformats.org/presentationml/2006/main">
  <p:tag name="KSO_WM_BEAUTIFY_FLAG" val="#fgm#"/>
  <p:tag name="KSO_WM_DIAGRAM_GROUP_CODE" val="1"/>
  <p:tag name="KSO_WM_FIGMA_FLAG" val="#fgm#"/>
  <p:tag name="KSO_WM_UNIT_INDEX" val="1_3_1"/>
  <p:tag name="KSO_WM_UNIT_TYPE" val="l_h_a"/>
</p:tagLst>
</file>

<file path=ppt/tags/tag165.xml><?xml version="1.0" encoding="utf-8"?>
<p:tagLst xmlns:p="http://schemas.openxmlformats.org/presentationml/2006/main">
  <p:tag name="KSO_WM_BEAUTIFY_FLAG" val="#fgm#"/>
  <p:tag name="KSO_WM_DIAGRAM_GROUP_CODE" val="1"/>
  <p:tag name="KSO_WM_FIGMA_FLAG" val="#fgm#"/>
  <p:tag name="KSO_WM_UNIT_INDEX" val="1_4_1"/>
  <p:tag name="KSO_WM_UNIT_SUBTYPE" val="d"/>
  <p:tag name="KSO_WM_UNIT_TYPE" val="l_h_i"/>
</p:tagLst>
</file>

<file path=ppt/tags/tag166.xml><?xml version="1.0" encoding="utf-8"?>
<p:tagLst xmlns:p="http://schemas.openxmlformats.org/presentationml/2006/main">
  <p:tag name="KSO_WM_FIGMA_DECORATION_INDEX" val="25"/>
  <p:tag name="$PH_EXT" val="2"/>
  <p:tag name="KSO_WM_BEAUTIFY_FLAG" val="#fgm#"/>
  <p:tag name="KSO_WM_DIAGRAM_GROUP_CODE" val="1"/>
  <p:tag name="KSO_WM_FIGMA_FLAG" val="#fgm#"/>
  <p:tag name="KSO_WM_SYNC_SLIDE_TEXT" val="1"/>
  <p:tag name="KSO_WM_UNIT_INDEX" val="1_4_2"/>
  <p:tag name="KSO_WM_UNIT_TYPE" val="l_h_i"/>
</p:tagLst>
</file>

<file path=ppt/tags/tag167.xml><?xml version="1.0" encoding="utf-8"?>
<p:tagLst xmlns:p="http://schemas.openxmlformats.org/presentationml/2006/main">
  <p:tag name="KSO_WM_BEAUTIFY_FLAG" val="#fgm#"/>
  <p:tag name="KSO_WM_DIAGRAM_GROUP_CODE" val="1"/>
  <p:tag name="KSO_WM_FIGMA_FLAG" val="#fgm#"/>
  <p:tag name="KSO_WM_UNIT_INDEX" val="1_4_1"/>
  <p:tag name="KSO_WM_UNIT_TYPE" val="l_h_a"/>
</p:tagLst>
</file>

<file path=ppt/tags/tag168.xml><?xml version="1.0" encoding="utf-8"?>
<p:tagLst xmlns:p="http://schemas.openxmlformats.org/presentationml/2006/main">
  <p:tag name="KSO_WM_UNIT_SUBTYPE" val="a"/>
  <p:tag name="KSO_WM_UNIT_NOCLEAR" val="0"/>
  <p:tag name="KSO_WM_UNIT_VALUE" val="60"/>
  <p:tag name="KSO_WM_UNIT_HIGHLIGHT" val="0"/>
  <p:tag name="KSO_WM_UNIT_COMPATIBLE" val="0"/>
  <p:tag name="KSO_WM_UNIT_DIAGRAM_ISNUMVISUAL" val="0"/>
  <p:tag name="KSO_WM_UNIT_DIAGRAM_ISREFERUNIT" val="0"/>
  <p:tag name="KSO_WM_UNIT_TYPE" val="f"/>
  <p:tag name="KSO_WM_UNIT_INDEX" val="1"/>
  <p:tag name="KSO_WM_UNIT_ID" val="_1*f*1"/>
  <p:tag name="KSO_WM_UNIT_LAYERLEVEL" val="1"/>
  <p:tag name="KSO_WM_TAG_VERSION" val="3.0"/>
  <p:tag name="KSO_WM_BEAUTIFY_FLAG" val="#wm#"/>
  <p:tag name="KSO_WM_UNIT_PRESET_TEXT" val="单击此处编辑母版文本样式&#10;第二级&#10;第三级&#10;第四级&#10;第五级"/>
  <p:tag name="KSO_WM_UNIT_ISNUMDGMTITLE" val="0"/>
  <p:tag name="KSO_WM_TEMPLATE_INDEX" val="40490145"/>
  <p:tag name="KSO_WM_TEMPLATE_CATEGORY" val="custom"/>
</p:tagLst>
</file>

<file path=ppt/tags/tag169.xml><?xml version="1.0" encoding="utf-8"?>
<p:tagLst xmlns:p="http://schemas.openxmlformats.org/presentationml/2006/main">
  <p:tag name="KSO_WM_UNIT_ISCONTENTSTITLE" val="0"/>
  <p:tag name="KSO_WM_UNIT_ISNUMDGMTITLE" val="0"/>
  <p:tag name="KSO_WM_UNIT_NOCLEAR" val="0"/>
  <p:tag name="KSO_WM_UNIT_VALUE" val="10"/>
  <p:tag name="KSO_WM_UNIT_HIGHLIGHT" val="0"/>
  <p:tag name="KSO_WM_UNIT_COMPATIBLE" val="0"/>
  <p:tag name="KSO_WM_UNIT_DIAGRAM_ISNUMVISUAL" val="0"/>
  <p:tag name="KSO_WM_UNIT_DIAGRAM_ISREFERUNIT" val="0"/>
  <p:tag name="KSO_WM_UNIT_TYPE" val="a"/>
  <p:tag name="KSO_WM_UNIT_INDEX" val="1"/>
  <p:tag name="KSO_WM_UNIT_ID" val="_1*a*1"/>
  <p:tag name="KSO_WM_UNIT_LAYERLEVEL" val="1"/>
  <p:tag name="KSO_WM_TAG_VERSION" val="3.0"/>
  <p:tag name="KSO_WM_BEAUTIFY_FLAG" val="#wm#"/>
  <p:tag name="KSO_WM_UNIT_CONTENT_GROUP_TYPE" val="titlestyle"/>
  <p:tag name="KSO_WM_UNIT_PRESET_TEXT" val="单击此处添加标题"/>
  <p:tag name="KSO_WM_TEMPLATE_INDEX" val="40490145"/>
  <p:tag name="KSO_WM_TEMPLATE_CATEGORY" val="custom"/>
</p:tagLst>
</file>

<file path=ppt/tags/tag170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**"/>
  <p:tag name="KSO_WM_UNIT_LAYERLEVEL" val="1"/>
  <p:tag name="KSO_WM_TAG_VERSION" val="3.0"/>
  <p:tag name="KSO_WM_BEAUTIFY_FLAG" val="#wm#"/>
  <p:tag name="KSO_WM_UNIT_ISNUMDGMTITLE" val="0"/>
  <p:tag name="KSO_WM_UNIT_NOCLEAR" val="0"/>
  <p:tag name="KSO_WM_TEMPLATE_INDEX" val="40490145"/>
  <p:tag name="KSO_WM_TEMPLATE_CATEGORY" val="custom"/>
</p:tagLst>
</file>

<file path=ppt/tags/tag171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**"/>
  <p:tag name="KSO_WM_UNIT_LAYERLEVEL" val="1"/>
  <p:tag name="KSO_WM_TAG_VERSION" val="3.0"/>
  <p:tag name="KSO_WM_BEAUTIFY_FLAG" val="#wm#"/>
  <p:tag name="KSO_WM_UNIT_ISNUMDGMTITLE" val="0"/>
  <p:tag name="KSO_WM_UNIT_NOCLEAR" val="0"/>
  <p:tag name="KSO_WM_TEMPLATE_INDEX" val="40490145"/>
  <p:tag name="KSO_WM_TEMPLATE_CATEGORY" val="custom"/>
</p:tagLst>
</file>

<file path=ppt/tags/tag172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**"/>
  <p:tag name="KSO_WM_UNIT_LAYERLEVEL" val="1"/>
  <p:tag name="KSO_WM_TAG_VERSION" val="3.0"/>
  <p:tag name="KSO_WM_BEAUTIFY_FLAG" val="#wm#"/>
  <p:tag name="KSO_WM_UNIT_ISNUMDGMTITLE" val="0"/>
  <p:tag name="KSO_WM_UNIT_NOCLEAR" val="0"/>
  <p:tag name="KSO_WM_TEMPLATE_INDEX" val="40490145"/>
  <p:tag name="KSO_WM_TEMPLATE_CATEGORY" val="custom"/>
</p:tagLst>
</file>

<file path=ppt/tags/tag173.xml><?xml version="1.0" encoding="utf-8"?>
<p:tagLst xmlns:p="http://schemas.openxmlformats.org/presentationml/2006/main">
  <p:tag name="KSO_WM_UNIT_ISCONTENTSTITLE" val="1"/>
  <p:tag name="KSO_WM_UNIT_ISNUMDGMTITLE" val="0"/>
  <p:tag name="KSO_WM_UNIT_PRESET_TEXT" val="CONTENT"/>
  <p:tag name="KSO_WM_UNIT_NOCLEAR" val="0"/>
  <p:tag name="KSO_WM_UNIT_VALUE" val="10"/>
  <p:tag name="KSO_WM_UNIT_HIGHLIGHT" val="0"/>
  <p:tag name="KSO_WM_UNIT_COMPATIBLE" val="0"/>
  <p:tag name="KSO_WM_UNIT_DIAGRAM_ISNUMVISUAL" val="0"/>
  <p:tag name="KSO_WM_UNIT_DIAGRAM_ISREFERUNIT" val="0"/>
  <p:tag name="KSO_WM_UNIT_TYPE" val="a"/>
  <p:tag name="KSO_WM_UNIT_INDEX" val="1"/>
  <p:tag name="KSO_WM_UNIT_ID" val="_2*a*1"/>
  <p:tag name="KSO_WM_UNIT_LAYERLEVEL" val="1"/>
  <p:tag name="KSO_WM_TAG_VERSION" val="3.0"/>
  <p:tag name="KSO_WM_BEAUTIFY_FLAG" val="#wm#"/>
  <p:tag name="KSO_WM_TEMPLATE_INDEX" val="40490145"/>
  <p:tag name="KSO_WM_TEMPLATE_CATEGORY" val="custom"/>
</p:tagLst>
</file>

<file path=ppt/tags/tag174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2**"/>
  <p:tag name="KSO_WM_UNIT_LAYERLEVEL" val="1"/>
  <p:tag name="KSO_WM_TAG_VERSION" val="3.0"/>
  <p:tag name="KSO_WM_BEAUTIFY_FLAG" val="#wm#"/>
  <p:tag name="KSO_WM_UNIT_ISNUMDGMTITLE" val="0"/>
  <p:tag name="KSO_WM_UNIT_NOCLEAR" val="0"/>
  <p:tag name="KSO_WM_TEMPLATE_INDEX" val="40490145"/>
  <p:tag name="KSO_WM_TEMPLATE_CATEGORY" val="custom"/>
</p:tagLst>
</file>

<file path=ppt/tags/tag175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2**"/>
  <p:tag name="KSO_WM_UNIT_LAYERLEVEL" val="1"/>
  <p:tag name="KSO_WM_TAG_VERSION" val="3.0"/>
  <p:tag name="KSO_WM_BEAUTIFY_FLAG" val="#wm#"/>
  <p:tag name="KSO_WM_UNIT_ISNUMDGMTITLE" val="0"/>
  <p:tag name="KSO_WM_UNIT_NOCLEAR" val="0"/>
  <p:tag name="KSO_WM_TEMPLATE_INDEX" val="40490145"/>
  <p:tag name="KSO_WM_TEMPLATE_CATEGORY" val="custom"/>
</p:tagLst>
</file>

<file path=ppt/tags/tag176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2**"/>
  <p:tag name="KSO_WM_UNIT_LAYERLEVEL" val="1"/>
  <p:tag name="KSO_WM_TAG_VERSION" val="3.0"/>
  <p:tag name="KSO_WM_BEAUTIFY_FLAG" val="#wm#"/>
  <p:tag name="KSO_WM_UNIT_ISNUMDGMTITLE" val="0"/>
  <p:tag name="KSO_WM_UNIT_NOCLEAR" val="0"/>
  <p:tag name="KSO_WM_TEMPLATE_INDEX" val="40490145"/>
  <p:tag name="KSO_WM_TEMPLATE_CATEGORY" val="custom"/>
</p:tagLst>
</file>

<file path=ppt/tags/tag177.xml><?xml version="1.0" encoding="utf-8"?>
<p:tagLst xmlns:p="http://schemas.openxmlformats.org/presentationml/2006/main">
  <p:tag name="KSO_WM_UNIT_SUBTYPE" val="a"/>
  <p:tag name="KSO_WM_UNIT_NOCLEAR" val="0"/>
  <p:tag name="KSO_WM_UNIT_VALUE" val="60"/>
  <p:tag name="KSO_WM_UNIT_HIGHLIGHT" val="0"/>
  <p:tag name="KSO_WM_UNIT_COMPATIBLE" val="0"/>
  <p:tag name="KSO_WM_UNIT_DIAGRAM_ISNUMVISUAL" val="0"/>
  <p:tag name="KSO_WM_UNIT_DIAGRAM_ISREFERUNIT" val="0"/>
  <p:tag name="KSO_WM_UNIT_TYPE" val="f"/>
  <p:tag name="KSO_WM_UNIT_INDEX" val="1"/>
  <p:tag name="KSO_WM_UNIT_ID" val="_3*f*1"/>
  <p:tag name="KSO_WM_UNIT_LAYERLEVEL" val="1"/>
  <p:tag name="KSO_WM_TAG_VERSION" val="3.0"/>
  <p:tag name="KSO_WM_BEAUTIFY_FLAG" val="#wm#"/>
  <p:tag name="KSO_WM_UNIT_PRESET_TEXT" val="单击此处添加文本具体内容，简明扼要的阐述您的观点。根据需要可酌情增减文字，以便观者准确的理解您传达的思想。单击此处添加文本具体内容，简明扼要的阐述您的观点。根据需要可酌情增减文字，以便观者准确的理解您传达的思想。单击此处添加文本具体内容，简明扼要的阐述您的观点。"/>
  <p:tag name="KSO_WM_UNIT_ISNUMDGMTITLE" val="0"/>
  <p:tag name="KSO_WM_TEMPLATE_INDEX" val="40490145"/>
  <p:tag name="KSO_WM_TEMPLATE_CATEGORY" val="custom"/>
</p:tagLst>
</file>

<file path=ppt/tags/tag178.xml><?xml version="1.0" encoding="utf-8"?>
<p:tagLst xmlns:p="http://schemas.openxmlformats.org/presentationml/2006/main">
  <p:tag name="KSO_WM_UNIT_SUBTYPE" val="a"/>
  <p:tag name="KSO_WM_UNIT_NOCLEAR" val="0"/>
  <p:tag name="KSO_WM_UNIT_VALUE" val="60"/>
  <p:tag name="KSO_WM_UNIT_HIGHLIGHT" val="0"/>
  <p:tag name="KSO_WM_UNIT_COMPATIBLE" val="0"/>
  <p:tag name="KSO_WM_UNIT_DIAGRAM_ISNUMVISUAL" val="0"/>
  <p:tag name="KSO_WM_UNIT_DIAGRAM_ISREFERUNIT" val="0"/>
  <p:tag name="KSO_WM_UNIT_TYPE" val="f"/>
  <p:tag name="KSO_WM_UNIT_INDEX" val="2"/>
  <p:tag name="KSO_WM_UNIT_ID" val="_3*f*2"/>
  <p:tag name="KSO_WM_UNIT_LAYERLEVEL" val="1"/>
  <p:tag name="KSO_WM_TAG_VERSION" val="3.0"/>
  <p:tag name="KSO_WM_BEAUTIFY_FLAG" val="#wm#"/>
  <p:tag name="KSO_WM_UNIT_PRESET_TEXT" val="单击此处添加文本具体内容，简明扼要的阐述您的观点。根据需要可酌情增减文字，以便观者准确的理解您传达的思想。单击此处添加文本具体内容，简明扼要的阐述您的观点。根据需要可酌情增减文字，以便观者准确的理解您传达的思想。单击此处添加文本具体内容，简明扼要的阐述您的观点。"/>
  <p:tag name="KSO_WM_UNIT_ISNUMDGMTITLE" val="0"/>
  <p:tag name="KSO_WM_TEMPLATE_INDEX" val="40490145"/>
  <p:tag name="KSO_WM_TEMPLATE_CATEGORY" val="custom"/>
</p:tagLst>
</file>

<file path=ppt/tags/tag179.xml><?xml version="1.0" encoding="utf-8"?>
<p:tagLst xmlns:p="http://schemas.openxmlformats.org/presentationml/2006/main">
  <p:tag name="KSO_WM_UNIT_ISCONTENTSTITLE" val="0"/>
  <p:tag name="KSO_WM_UNIT_ISNUMDGMTITLE" val="0"/>
  <p:tag name="KSO_WM_UNIT_NOCLEAR" val="0"/>
  <p:tag name="KSO_WM_UNIT_VALUE" val="10"/>
  <p:tag name="KSO_WM_UNIT_HIGHLIGHT" val="0"/>
  <p:tag name="KSO_WM_UNIT_COMPATIBLE" val="0"/>
  <p:tag name="KSO_WM_UNIT_DIAGRAM_ISNUMVISUAL" val="0"/>
  <p:tag name="KSO_WM_UNIT_DIAGRAM_ISREFERUNIT" val="0"/>
  <p:tag name="KSO_WM_UNIT_TYPE" val="a"/>
  <p:tag name="KSO_WM_UNIT_INDEX" val="1"/>
  <p:tag name="KSO_WM_UNIT_ID" val="_3*a*1"/>
  <p:tag name="KSO_WM_UNIT_LAYERLEVEL" val="1"/>
  <p:tag name="KSO_WM_TAG_VERSION" val="3.0"/>
  <p:tag name="KSO_WM_BEAUTIFY_FLAG" val="#wm#"/>
  <p:tag name="KSO_WM_UNIT_CONTENT_GROUP_TYPE" val="titlestyle"/>
  <p:tag name="KSO_WM_UNIT_PRESET_TEXT" val="单击此处添加标题"/>
  <p:tag name="KSO_WM_TEMPLATE_INDEX" val="40490145"/>
  <p:tag name="KSO_WM_TEMPLATE_CATEGORY" val="custom"/>
</p:tagLst>
</file>

<file path=ppt/tags/tag180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3**"/>
  <p:tag name="KSO_WM_UNIT_LAYERLEVEL" val="1"/>
  <p:tag name="KSO_WM_TAG_VERSION" val="3.0"/>
  <p:tag name="KSO_WM_BEAUTIFY_FLAG" val="#wm#"/>
  <p:tag name="KSO_WM_UNIT_ISNUMDGMTITLE" val="0"/>
  <p:tag name="KSO_WM_UNIT_NOCLEAR" val="0"/>
  <p:tag name="KSO_WM_TEMPLATE_INDEX" val="40490145"/>
  <p:tag name="KSO_WM_TEMPLATE_CATEGORY" val="custom"/>
</p:tagLst>
</file>

<file path=ppt/tags/tag181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3**"/>
  <p:tag name="KSO_WM_UNIT_LAYERLEVEL" val="1"/>
  <p:tag name="KSO_WM_TAG_VERSION" val="3.0"/>
  <p:tag name="KSO_WM_BEAUTIFY_FLAG" val="#wm#"/>
  <p:tag name="KSO_WM_UNIT_ISNUMDGMTITLE" val="0"/>
  <p:tag name="KSO_WM_UNIT_NOCLEAR" val="0"/>
  <p:tag name="KSO_WM_TEMPLATE_INDEX" val="40490145"/>
  <p:tag name="KSO_WM_TEMPLATE_CATEGORY" val="custom"/>
</p:tagLst>
</file>

<file path=ppt/tags/tag182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3**"/>
  <p:tag name="KSO_WM_UNIT_LAYERLEVEL" val="1"/>
  <p:tag name="KSO_WM_TAG_VERSION" val="3.0"/>
  <p:tag name="KSO_WM_BEAUTIFY_FLAG" val="#wm#"/>
  <p:tag name="KSO_WM_UNIT_ISNUMDGMTITLE" val="0"/>
  <p:tag name="KSO_WM_UNIT_NOCLEAR" val="0"/>
  <p:tag name="KSO_WM_TEMPLATE_INDEX" val="40490145"/>
  <p:tag name="KSO_WM_TEMPLATE_CATEGORY" val="custom"/>
</p:tagLst>
</file>

<file path=ppt/tags/tag183.xml><?xml version="1.0" encoding="utf-8"?>
<p:tagLst xmlns:p="http://schemas.openxmlformats.org/presentationml/2006/main">
  <p:tag name="KSO_WM_UNIT_SUBTYPE" val="a"/>
  <p:tag name="KSO_WM_UNIT_NOCLEAR" val="0"/>
  <p:tag name="KSO_WM_UNIT_VALUE" val="60"/>
  <p:tag name="KSO_WM_UNIT_HIGHLIGHT" val="0"/>
  <p:tag name="KSO_WM_UNIT_COMPATIBLE" val="0"/>
  <p:tag name="KSO_WM_UNIT_DIAGRAM_ISNUMVISUAL" val="0"/>
  <p:tag name="KSO_WM_UNIT_DIAGRAM_ISREFERUNIT" val="0"/>
  <p:tag name="KSO_WM_UNIT_TYPE" val="h_f"/>
  <p:tag name="KSO_WM_UNIT_INDEX" val="2_1"/>
  <p:tag name="KSO_WM_UNIT_ID" val="_4*h_f*2_1"/>
  <p:tag name="KSO_WM_UNIT_LAYERLEVEL" val="1_1"/>
  <p:tag name="KSO_WM_TAG_VERSION" val="3.0"/>
  <p:tag name="KSO_WM_BEAUTIFY_FLAG" val="#wm#"/>
  <p:tag name="KSO_WM_UNIT_PRESET_TEXT" val="单击此处添加文本具体内容，简明扼要的阐述您的观点。根据需要可酌情增减文字，以便观者准确的理解您传达的思想。单击此处添加文本具体内容，简明扼要的阐述您的观点。根据需要可酌情增减文字，以便观者准确的理解您传达的思想。单击此处添加文本具体内容，简明扼要的阐述您的观点。"/>
  <p:tag name="KSO_WM_UNIT_ISNUMDGMTITLE" val="0"/>
  <p:tag name="KSO_WM_TEMPLATE_INDEX" val="40490145"/>
  <p:tag name="KSO_WM_TEMPLATE_CATEGORY" val="custom"/>
</p:tagLst>
</file>

<file path=ppt/tags/tag184.xml><?xml version="1.0" encoding="utf-8"?>
<p:tagLst xmlns:p="http://schemas.openxmlformats.org/presentationml/2006/main">
  <p:tag name="KSO_WM_UNIT_ISCONTENTSTITLE" val="0"/>
  <p:tag name="KSO_WM_UNIT_ISNUMDGMTITLE" val="0"/>
  <p:tag name="KSO_WM_UNIT_NOCLEAR" val="0"/>
  <p:tag name="KSO_WM_UNIT_VALUE" val="10"/>
  <p:tag name="KSO_WM_UNIT_HIGHLIGHT" val="0"/>
  <p:tag name="KSO_WM_UNIT_COMPATIBLE" val="0"/>
  <p:tag name="KSO_WM_UNIT_DIAGRAM_ISNUMVISUAL" val="0"/>
  <p:tag name="KSO_WM_UNIT_DIAGRAM_ISREFERUNIT" val="0"/>
  <p:tag name="KSO_WM_UNIT_TYPE" val="h_a"/>
  <p:tag name="KSO_WM_UNIT_INDEX" val="2_1"/>
  <p:tag name="KSO_WM_UNIT_ID" val="_4*h_a*2_1"/>
  <p:tag name="KSO_WM_UNIT_LAYERLEVEL" val="1_1"/>
  <p:tag name="KSO_WM_TAG_VERSION" val="3.0"/>
  <p:tag name="KSO_WM_BEAUTIFY_FLAG" val="#wm#"/>
  <p:tag name="KSO_WM_UNIT_PRESET_TEXT" val="单击此处添加标题"/>
  <p:tag name="KSO_WM_TEMPLATE_INDEX" val="40490145"/>
  <p:tag name="KSO_WM_TEMPLATE_CATEGORY" val="custom"/>
</p:tagLst>
</file>

<file path=ppt/tags/tag185.xml><?xml version="1.0" encoding="utf-8"?>
<p:tagLst xmlns:p="http://schemas.openxmlformats.org/presentationml/2006/main">
  <p:tag name="KSO_WM_UNIT_SUBTYPE" val="a"/>
  <p:tag name="KSO_WM_UNIT_NOCLEAR" val="0"/>
  <p:tag name="KSO_WM_UNIT_VALUE" val="60"/>
  <p:tag name="KSO_WM_UNIT_HIGHLIGHT" val="0"/>
  <p:tag name="KSO_WM_UNIT_COMPATIBLE" val="0"/>
  <p:tag name="KSO_WM_UNIT_DIAGRAM_ISNUMVISUAL" val="0"/>
  <p:tag name="KSO_WM_UNIT_DIAGRAM_ISREFERUNIT" val="0"/>
  <p:tag name="KSO_WM_UNIT_TYPE" val="h_f"/>
  <p:tag name="KSO_WM_UNIT_INDEX" val="1_1"/>
  <p:tag name="KSO_WM_UNIT_ID" val="_4*h_f*1_1"/>
  <p:tag name="KSO_WM_UNIT_LAYERLEVEL" val="1_1"/>
  <p:tag name="KSO_WM_TAG_VERSION" val="3.0"/>
  <p:tag name="KSO_WM_BEAUTIFY_FLAG" val="#wm#"/>
  <p:tag name="KSO_WM_UNIT_PRESET_TEXT" val="单击此处添加文本具体内容，简明扼要的阐述您的观点。根据需要可酌情增减文字，以便观者准确的理解您传达的思想。单击此处添加文本具体内容，简明扼要的阐述您的观点。根据需要可酌情增减文字，以便观者准确的理解您传达的思想。单击此处添加文本具体内容，简明扼要的阐述您的观点。"/>
  <p:tag name="KSO_WM_UNIT_ISNUMDGMTITLE" val="0"/>
  <p:tag name="KSO_WM_TEMPLATE_INDEX" val="40490145"/>
  <p:tag name="KSO_WM_TEMPLATE_CATEGORY" val="custom"/>
</p:tagLst>
</file>

<file path=ppt/tags/tag186.xml><?xml version="1.0" encoding="utf-8"?>
<p:tagLst xmlns:p="http://schemas.openxmlformats.org/presentationml/2006/main">
  <p:tag name="KSO_WM_UNIT_ISCONTENTSTITLE" val="0"/>
  <p:tag name="KSO_WM_UNIT_ISNUMDGMTITLE" val="0"/>
  <p:tag name="KSO_WM_UNIT_NOCLEAR" val="0"/>
  <p:tag name="KSO_WM_UNIT_VALUE" val="10"/>
  <p:tag name="KSO_WM_UNIT_HIGHLIGHT" val="0"/>
  <p:tag name="KSO_WM_UNIT_COMPATIBLE" val="0"/>
  <p:tag name="KSO_WM_UNIT_DIAGRAM_ISNUMVISUAL" val="0"/>
  <p:tag name="KSO_WM_UNIT_DIAGRAM_ISREFERUNIT" val="0"/>
  <p:tag name="KSO_WM_UNIT_TYPE" val="h_a"/>
  <p:tag name="KSO_WM_UNIT_INDEX" val="1_1"/>
  <p:tag name="KSO_WM_UNIT_ID" val="_4*h_a*1_1"/>
  <p:tag name="KSO_WM_UNIT_LAYERLEVEL" val="1_1"/>
  <p:tag name="KSO_WM_TAG_VERSION" val="3.0"/>
  <p:tag name="KSO_WM_BEAUTIFY_FLAG" val="#wm#"/>
  <p:tag name="KSO_WM_UNIT_PRESET_TEXT" val="单击此处添加标题"/>
  <p:tag name="KSO_WM_TEMPLATE_INDEX" val="40490145"/>
  <p:tag name="KSO_WM_TEMPLATE_CATEGORY" val="custom"/>
</p:tagLst>
</file>

<file path=ppt/tags/tag187.xml><?xml version="1.0" encoding="utf-8"?>
<p:tagLst xmlns:p="http://schemas.openxmlformats.org/presentationml/2006/main">
  <p:tag name="KSO_WM_UNIT_ISCONTENTSTITLE" val="0"/>
  <p:tag name="KSO_WM_UNIT_ISNUMDGMTITLE" val="0"/>
  <p:tag name="KSO_WM_UNIT_NOCLEAR" val="0"/>
  <p:tag name="KSO_WM_UNIT_VALUE" val="10"/>
  <p:tag name="KSO_WM_UNIT_HIGHLIGHT" val="0"/>
  <p:tag name="KSO_WM_UNIT_COMPATIBLE" val="0"/>
  <p:tag name="KSO_WM_UNIT_DIAGRAM_ISNUMVISUAL" val="0"/>
  <p:tag name="KSO_WM_UNIT_DIAGRAM_ISREFERUNIT" val="0"/>
  <p:tag name="KSO_WM_UNIT_TYPE" val="a"/>
  <p:tag name="KSO_WM_UNIT_INDEX" val="1"/>
  <p:tag name="KSO_WM_UNIT_ID" val="_4*a*1"/>
  <p:tag name="KSO_WM_UNIT_LAYERLEVEL" val="1"/>
  <p:tag name="KSO_WM_TAG_VERSION" val="3.0"/>
  <p:tag name="KSO_WM_BEAUTIFY_FLAG" val="#wm#"/>
  <p:tag name="KSO_WM_UNIT_CONTENT_GROUP_TYPE" val="titlestyle"/>
  <p:tag name="KSO_WM_UNIT_PRESET_TEXT" val="单击此处添加标题"/>
  <p:tag name="KSO_WM_TEMPLATE_INDEX" val="40490145"/>
  <p:tag name="KSO_WM_TEMPLATE_CATEGORY" val="custom"/>
</p:tagLst>
</file>

<file path=ppt/tags/tag188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4**"/>
  <p:tag name="KSO_WM_UNIT_LAYERLEVEL" val="1"/>
  <p:tag name="KSO_WM_TAG_VERSION" val="3.0"/>
  <p:tag name="KSO_WM_BEAUTIFY_FLAG" val="#wm#"/>
  <p:tag name="KSO_WM_UNIT_ISNUMDGMTITLE" val="0"/>
  <p:tag name="KSO_WM_UNIT_NOCLEAR" val="0"/>
  <p:tag name="KSO_WM_TEMPLATE_INDEX" val="40490145"/>
  <p:tag name="KSO_WM_TEMPLATE_CATEGORY" val="custom"/>
</p:tagLst>
</file>

<file path=ppt/tags/tag189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4**"/>
  <p:tag name="KSO_WM_UNIT_LAYERLEVEL" val="1"/>
  <p:tag name="KSO_WM_TAG_VERSION" val="3.0"/>
  <p:tag name="KSO_WM_BEAUTIFY_FLAG" val="#wm#"/>
  <p:tag name="KSO_WM_UNIT_ISNUMDGMTITLE" val="0"/>
  <p:tag name="KSO_WM_UNIT_NOCLEAR" val="0"/>
  <p:tag name="KSO_WM_TEMPLATE_INDEX" val="40490145"/>
  <p:tag name="KSO_WM_TEMPLATE_CATEGORY" val="custom"/>
</p:tagLst>
</file>

<file path=ppt/tags/tag190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4**"/>
  <p:tag name="KSO_WM_UNIT_LAYERLEVEL" val="1"/>
  <p:tag name="KSO_WM_TAG_VERSION" val="3.0"/>
  <p:tag name="KSO_WM_BEAUTIFY_FLAG" val="#wm#"/>
  <p:tag name="KSO_WM_UNIT_ISNUMDGMTITLE" val="0"/>
  <p:tag name="KSO_WM_UNIT_NOCLEAR" val="0"/>
  <p:tag name="KSO_WM_TEMPLATE_INDEX" val="40490145"/>
  <p:tag name="KSO_WM_TEMPLATE_CATEGORY" val="custom"/>
</p:tagLst>
</file>

<file path=ppt/tags/tag191.xml><?xml version="1.0" encoding="utf-8"?>
<p:tagLst xmlns:p="http://schemas.openxmlformats.org/presentationml/2006/main">
  <p:tag name="KSO_WM_UNIT_ISCONTENTSTITLE" val="0"/>
  <p:tag name="KSO_WM_UNIT_ISNUMDGMTITLE" val="0"/>
  <p:tag name="KSO_WM_UNIT_NOCLEAR" val="0"/>
  <p:tag name="KSO_WM_UNIT_VALUE" val="10"/>
  <p:tag name="KSO_WM_UNIT_HIGHLIGHT" val="0"/>
  <p:tag name="KSO_WM_UNIT_COMPATIBLE" val="0"/>
  <p:tag name="KSO_WM_UNIT_DIAGRAM_ISNUMVISUAL" val="0"/>
  <p:tag name="KSO_WM_UNIT_DIAGRAM_ISREFERUNIT" val="0"/>
  <p:tag name="KSO_WM_UNIT_TYPE" val="a"/>
  <p:tag name="KSO_WM_UNIT_INDEX" val="1"/>
  <p:tag name="KSO_WM_UNIT_ID" val="_5*a*1"/>
  <p:tag name="KSO_WM_UNIT_LAYERLEVEL" val="1"/>
  <p:tag name="KSO_WM_TAG_VERSION" val="3.0"/>
  <p:tag name="KSO_WM_BEAUTIFY_FLAG" val="#wm#"/>
  <p:tag name="KSO_WM_UNIT_CONTENT_GROUP_TYPE" val="titlestyle"/>
  <p:tag name="KSO_WM_UNIT_PRESET_TEXT" val="单击此处添加标题"/>
  <p:tag name="KSO_WM_TEMPLATE_INDEX" val="40490145"/>
  <p:tag name="KSO_WM_TEMPLATE_CATEGORY" val="custom"/>
</p:tagLst>
</file>

<file path=ppt/tags/tag192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5**"/>
  <p:tag name="KSO_WM_UNIT_LAYERLEVEL" val="1"/>
  <p:tag name="KSO_WM_TAG_VERSION" val="3.0"/>
  <p:tag name="KSO_WM_BEAUTIFY_FLAG" val="#wm#"/>
  <p:tag name="KSO_WM_UNIT_ISNUMDGMTITLE" val="0"/>
  <p:tag name="KSO_WM_UNIT_NOCLEAR" val="0"/>
  <p:tag name="KSO_WM_TEMPLATE_INDEX" val="40490145"/>
  <p:tag name="KSO_WM_TEMPLATE_CATEGORY" val="custom"/>
</p:tagLst>
</file>

<file path=ppt/tags/tag193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5**"/>
  <p:tag name="KSO_WM_UNIT_LAYERLEVEL" val="1"/>
  <p:tag name="KSO_WM_TAG_VERSION" val="3.0"/>
  <p:tag name="KSO_WM_BEAUTIFY_FLAG" val="#wm#"/>
  <p:tag name="KSO_WM_UNIT_ISNUMDGMTITLE" val="0"/>
  <p:tag name="KSO_WM_UNIT_NOCLEAR" val="0"/>
  <p:tag name="KSO_WM_TEMPLATE_INDEX" val="40490145"/>
  <p:tag name="KSO_WM_TEMPLATE_CATEGORY" val="custom"/>
</p:tagLst>
</file>

<file path=ppt/tags/tag194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5**"/>
  <p:tag name="KSO_WM_UNIT_LAYERLEVEL" val="1"/>
  <p:tag name="KSO_WM_TAG_VERSION" val="3.0"/>
  <p:tag name="KSO_WM_BEAUTIFY_FLAG" val="#wm#"/>
  <p:tag name="KSO_WM_UNIT_ISNUMDGMTITLE" val="0"/>
  <p:tag name="KSO_WM_UNIT_NOCLEAR" val="0"/>
  <p:tag name="KSO_WM_TEMPLATE_INDEX" val="40490145"/>
  <p:tag name="KSO_WM_TEMPLATE_CATEGORY" val="custom"/>
</p:tagLst>
</file>

<file path=ppt/tags/tag195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6**"/>
  <p:tag name="KSO_WM_UNIT_LAYERLEVEL" val="1"/>
  <p:tag name="KSO_WM_TAG_VERSION" val="3.0"/>
  <p:tag name="KSO_WM_BEAUTIFY_FLAG" val="#wm#"/>
  <p:tag name="KSO_WM_UNIT_ISNUMDGMTITLE" val="0"/>
  <p:tag name="KSO_WM_UNIT_NOCLEAR" val="0"/>
  <p:tag name="KSO_WM_TEMPLATE_INDEX" val="40490145"/>
  <p:tag name="KSO_WM_TEMPLATE_CATEGORY" val="custom"/>
</p:tagLst>
</file>

<file path=ppt/tags/tag196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6**"/>
  <p:tag name="KSO_WM_UNIT_LAYERLEVEL" val="1"/>
  <p:tag name="KSO_WM_TAG_VERSION" val="3.0"/>
  <p:tag name="KSO_WM_BEAUTIFY_FLAG" val="#wm#"/>
  <p:tag name="KSO_WM_UNIT_ISNUMDGMTITLE" val="0"/>
  <p:tag name="KSO_WM_UNIT_NOCLEAR" val="0"/>
  <p:tag name="KSO_WM_TEMPLATE_INDEX" val="40490145"/>
  <p:tag name="KSO_WM_TEMPLATE_CATEGORY" val="custom"/>
</p:tagLst>
</file>

<file path=ppt/tags/tag197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6**"/>
  <p:tag name="KSO_WM_UNIT_LAYERLEVEL" val="1"/>
  <p:tag name="KSO_WM_TAG_VERSION" val="3.0"/>
  <p:tag name="KSO_WM_BEAUTIFY_FLAG" val="#wm#"/>
  <p:tag name="KSO_WM_UNIT_ISNUMDGMTITLE" val="0"/>
  <p:tag name="KSO_WM_UNIT_NOCLEAR" val="0"/>
  <p:tag name="KSO_WM_TEMPLATE_INDEX" val="40490145"/>
  <p:tag name="KSO_WM_TEMPLATE_CATEGORY" val="custom"/>
</p:tagLst>
</file>

<file path=ppt/tags/tag198.xml><?xml version="1.0" encoding="utf-8"?>
<p:tagLst xmlns:p="http://schemas.openxmlformats.org/presentationml/2006/main">
  <p:tag name="KSO_WM_UNIT_SUBTYPE" val="a"/>
  <p:tag name="KSO_WM_UNIT_NOCLEAR" val="0"/>
  <p:tag name="KSO_WM_UNIT_VALUE" val="60"/>
  <p:tag name="KSO_WM_UNIT_HIGHLIGHT" val="0"/>
  <p:tag name="KSO_WM_UNIT_COMPATIBLE" val="0"/>
  <p:tag name="KSO_WM_UNIT_DIAGRAM_ISNUMVISUAL" val="0"/>
  <p:tag name="KSO_WM_UNIT_DIAGRAM_ISREFERUNIT" val="0"/>
  <p:tag name="KSO_WM_UNIT_TYPE" val="f"/>
  <p:tag name="KSO_WM_UNIT_INDEX" val="1"/>
  <p:tag name="KSO_WM_UNIT_ID" val="_7*f*1"/>
  <p:tag name="KSO_WM_UNIT_LAYERLEVEL" val="1"/>
  <p:tag name="KSO_WM_TAG_VERSION" val="3.0"/>
  <p:tag name="KSO_WM_BEAUTIFY_FLAG" val="#wm#"/>
  <p:tag name="KSO_WM_UNIT_PRESET_TEXT" val="单击此处添加文本具体内容，简明扼要的阐述您的观点。根据需要可酌情增减文字，以便观者准确的理解您传达的思想。单击此处添加文本具体内容，简明扼要的阐述您的观点。根据需要可酌情增减文字，以便观者准确的理解您传达的思想。单击此处添加文本具体内容，简明扼要的阐述您的观点。根据需要可酌情增减文字，以便观者准确的理解您传达的思想。单击此处添加文本具体内容，简明扼要的阐述您的观点。根据需要可酌情增减文字，以便观者准确的理解您传达的思想。单击此处添加文本具体内容，简明扼要的阐述您的观点。根据需要可酌情增减文字，以便观者准确的理解您传达的思想。单击此处添加文本具体内容，简明扼要的阐述您的观点。根据需要可酌情增减文字，以便观者准确的理解您传达的思想。单击此处添加文本具体内容，简明扼要的阐述您的观点。根据需要可酌情增减文字，以便观者准确的理解您传达的思想。单击此处添加文本具体内容，简明扼要的阐述您的观点。根据需要可酌情增减文字，以便观者准确的理解您传达的思想。单击此处添加文本具体内容，简明扼要的阐述您的观点。"/>
  <p:tag name="KSO_WM_UNIT_ISNUMDGMTITLE" val="0"/>
  <p:tag name="KSO_WM_TEMPLATE_INDEX" val="40490145"/>
  <p:tag name="KSO_WM_TEMPLATE_CATEGORY" val="custom"/>
</p:tagLst>
</file>

<file path=ppt/tags/tag199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7**"/>
  <p:tag name="KSO_WM_UNIT_LAYERLEVEL" val="1"/>
  <p:tag name="KSO_WM_TAG_VERSION" val="3.0"/>
  <p:tag name="KSO_WM_BEAUTIFY_FLAG" val="#wm#"/>
  <p:tag name="KSO_WM_UNIT_ISNUMDGMTITLE" val="0"/>
  <p:tag name="KSO_WM_UNIT_NOCLEAR" val="0"/>
  <p:tag name="KSO_WM_TEMPLATE_INDEX" val="40490145"/>
  <p:tag name="KSO_WM_TEMPLATE_CATEGORY" val="custom"/>
</p:tagLst>
</file>

<file path=ppt/tags/tag200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7**"/>
  <p:tag name="KSO_WM_UNIT_LAYERLEVEL" val="1"/>
  <p:tag name="KSO_WM_TAG_VERSION" val="3.0"/>
  <p:tag name="KSO_WM_BEAUTIFY_FLAG" val="#wm#"/>
  <p:tag name="KSO_WM_UNIT_ISNUMDGMTITLE" val="0"/>
  <p:tag name="KSO_WM_UNIT_NOCLEAR" val="0"/>
  <p:tag name="KSO_WM_TEMPLATE_INDEX" val="40490145"/>
  <p:tag name="KSO_WM_TEMPLATE_CATEGORY" val="custom"/>
</p:tagLst>
</file>

<file path=ppt/tags/tag201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7**"/>
  <p:tag name="KSO_WM_UNIT_LAYERLEVEL" val="1"/>
  <p:tag name="KSO_WM_TAG_VERSION" val="3.0"/>
  <p:tag name="KSO_WM_BEAUTIFY_FLAG" val="#wm#"/>
  <p:tag name="KSO_WM_UNIT_ISNUMDGMTITLE" val="0"/>
  <p:tag name="KSO_WM_UNIT_NOCLEAR" val="0"/>
  <p:tag name="KSO_WM_TEMPLATE_INDEX" val="40490145"/>
  <p:tag name="KSO_WM_TEMPLATE_CATEGORY" val="custom"/>
</p:tagLst>
</file>

<file path=ppt/tags/tag202.xml><?xml version="1.0" encoding="utf-8"?>
<p:tagLst xmlns:p="http://schemas.openxmlformats.org/presentationml/2006/main">
  <p:tag name="KSO_WM_UNIT_ISCONTENTSTITLE" val="0"/>
  <p:tag name="KSO_WM_UNIT_ISNUMDGMTITLE" val="0"/>
  <p:tag name="KSO_WM_UNIT_NOCLEAR" val="0"/>
  <p:tag name="KSO_WM_UNIT_VALUE" val="17"/>
  <p:tag name="KSO_WM_UNIT_HIGHLIGHT" val="0"/>
  <p:tag name="KSO_WM_UNIT_COMPATIBLE" val="0"/>
  <p:tag name="KSO_WM_UNIT_DIAGRAM_ISNUMVISUAL" val="0"/>
  <p:tag name="KSO_WM_UNIT_DIAGRAM_ISREFERUNIT" val="0"/>
  <p:tag name="KSO_WM_UNIT_TYPE" val="b"/>
  <p:tag name="KSO_WM_UNIT_INDEX" val="1"/>
  <p:tag name="KSO_WM_UNIT_ID" val="_8*b*1"/>
  <p:tag name="KSO_WM_UNIT_LAYERLEVEL" val="1"/>
  <p:tag name="KSO_WM_TAG_VERSION" val="3.0"/>
  <p:tag name="KSO_WM_BEAUTIFY_FLAG" val="#wm#"/>
  <p:tag name="KSO_WM_UNIT_CONTENT_GROUP_TYPE" val="titlestyle"/>
  <p:tag name="KSO_WM_UNIT_PRESET_TEXT" val="单击此处添加副标题"/>
  <p:tag name="KSO_WM_TEMPLATE_INDEX" val="40490145"/>
  <p:tag name="KSO_WM_TEMPLATE_CATEGORY" val="custom"/>
</p:tagLst>
</file>

<file path=ppt/tags/tag203.xml><?xml version="1.0" encoding="utf-8"?>
<p:tagLst xmlns:p="http://schemas.openxmlformats.org/presentationml/2006/main">
  <p:tag name="KSO_WM_UNIT_ISCONTENTSTITLE" val="0"/>
  <p:tag name="KSO_WM_UNIT_ISNUMDGMTITLE" val="0"/>
  <p:tag name="KSO_WM_UNIT_NOCLEAR" val="0"/>
  <p:tag name="KSO_WM_UNIT_VALUE" val="10"/>
  <p:tag name="KSO_WM_UNIT_HIGHLIGHT" val="0"/>
  <p:tag name="KSO_WM_UNIT_COMPATIBLE" val="0"/>
  <p:tag name="KSO_WM_UNIT_DIAGRAM_ISNUMVISUAL" val="0"/>
  <p:tag name="KSO_WM_UNIT_DIAGRAM_ISREFERUNIT" val="0"/>
  <p:tag name="KSO_WM_UNIT_TYPE" val="a"/>
  <p:tag name="KSO_WM_UNIT_INDEX" val="1"/>
  <p:tag name="KSO_WM_UNIT_ID" val="_8*a*1"/>
  <p:tag name="KSO_WM_UNIT_LAYERLEVEL" val="1"/>
  <p:tag name="KSO_WM_TAG_VERSION" val="3.0"/>
  <p:tag name="KSO_WM_BEAUTIFY_FLAG" val="#wm#"/>
  <p:tag name="KSO_WM_UNIT_CONTENT_GROUP_TYPE" val="titlestyle"/>
  <p:tag name="KSO_WM_UNIT_PRESET_TEXT" val="单击此处添加标题"/>
  <p:tag name="KSO_WM_TEMPLATE_INDEX" val="40490145"/>
  <p:tag name="KSO_WM_TEMPLATE_CATEGORY" val="custom"/>
</p:tagLst>
</file>

<file path=ppt/tags/tag204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8**"/>
  <p:tag name="KSO_WM_UNIT_LAYERLEVEL" val="1"/>
  <p:tag name="KSO_WM_TAG_VERSION" val="3.0"/>
  <p:tag name="KSO_WM_BEAUTIFY_FLAG" val="#wm#"/>
  <p:tag name="KSO_WM_UNIT_ISNUMDGMTITLE" val="0"/>
  <p:tag name="KSO_WM_UNIT_NOCLEAR" val="0"/>
  <p:tag name="KSO_WM_TEMPLATE_INDEX" val="40490145"/>
  <p:tag name="KSO_WM_TEMPLATE_CATEGORY" val="custom"/>
</p:tagLst>
</file>

<file path=ppt/tags/tag205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8**"/>
  <p:tag name="KSO_WM_UNIT_LAYERLEVEL" val="1"/>
  <p:tag name="KSO_WM_TAG_VERSION" val="3.0"/>
  <p:tag name="KSO_WM_BEAUTIFY_FLAG" val="#wm#"/>
  <p:tag name="KSO_WM_UNIT_ISNUMDGMTITLE" val="0"/>
  <p:tag name="KSO_WM_UNIT_NOCLEAR" val="0"/>
  <p:tag name="KSO_WM_TEMPLATE_INDEX" val="40490145"/>
  <p:tag name="KSO_WM_TEMPLATE_CATEGORY" val="custom"/>
</p:tagLst>
</file>

<file path=ppt/tags/tag206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8**"/>
  <p:tag name="KSO_WM_UNIT_LAYERLEVEL" val="1"/>
  <p:tag name="KSO_WM_TAG_VERSION" val="3.0"/>
  <p:tag name="KSO_WM_BEAUTIFY_FLAG" val="#wm#"/>
  <p:tag name="KSO_WM_UNIT_ISNUMDGMTITLE" val="0"/>
  <p:tag name="KSO_WM_UNIT_NOCLEAR" val="0"/>
  <p:tag name="KSO_WM_TEMPLATE_INDEX" val="40490145"/>
  <p:tag name="KSO_WM_TEMPLATE_CATEGORY" val="custom"/>
</p:tagLst>
</file>

<file path=ppt/tags/tag207.xml><?xml version="1.0" encoding="utf-8"?>
<p:tagLst xmlns:p="http://schemas.openxmlformats.org/presentationml/2006/main">
  <p:tag name="KSO_WM_BEAUTIFY_FLAG" val="#wm#"/>
  <p:tag name="KSO_WM_UNIT_HIGHLIGHT" val="0"/>
  <p:tag name="KSO_WM_UNIT_COMPATIBLE" val="0"/>
  <p:tag name="KSO_WM_UNIT_DIAGRAM_ISNUMVISUAL" val="0"/>
  <p:tag name="KSO_WM_UNIT_DIAGRAM_ISREFERUNIT" val="0"/>
  <p:tag name="KSO_WM_UNIT_TYPE" val="i"/>
  <p:tag name="KSO_WM_UNIT_INDEX" val="2"/>
  <p:tag name="KSO_WM_UNIT_ID" val="_9*i*2"/>
  <p:tag name="KSO_WM_UNIT_LAYERLEVEL" val="1"/>
  <p:tag name="KSO_WM_TAG_VERSION" val="3.0"/>
  <p:tag name="KSO_WM_UNIT_ISNUMDGMTITLE" val="0"/>
  <p:tag name="KSO_WM_UNIT_NOCLEAR" val="0"/>
  <p:tag name="KSO_WM_TEMPLATE_INDEX" val="40490145"/>
  <p:tag name="KSO_WM_TEMPLATE_CATEGORY" val="custom"/>
</p:tagLst>
</file>

<file path=ppt/tags/tag208.xml><?xml version="1.0" encoding="utf-8"?>
<p:tagLst xmlns:p="http://schemas.openxmlformats.org/presentationml/2006/main">
  <p:tag name="KSO_WM_BEAUTIFY_FLAG" val="#wm#"/>
  <p:tag name="KSO_WM_UNIT_HIGHLIGHT" val="0"/>
  <p:tag name="KSO_WM_UNIT_COMPATIBLE" val="0"/>
  <p:tag name="KSO_WM_UNIT_DIAGRAM_ISNUMVISUAL" val="0"/>
  <p:tag name="KSO_WM_UNIT_DIAGRAM_ISREFERUNIT" val="0"/>
  <p:tag name="KSO_WM_UNIT_TYPE" val="i"/>
  <p:tag name="KSO_WM_UNIT_INDEX" val="3"/>
  <p:tag name="KSO_WM_UNIT_ID" val="_9*i*3"/>
  <p:tag name="KSO_WM_UNIT_LAYERLEVEL" val="1"/>
  <p:tag name="KSO_WM_TAG_VERSION" val="3.0"/>
  <p:tag name="KSO_WM_UNIT_ISNUMDGMTITLE" val="0"/>
  <p:tag name="KSO_WM_UNIT_NOCLEAR" val="0"/>
  <p:tag name="KSO_WM_TEMPLATE_INDEX" val="40490145"/>
  <p:tag name="KSO_WM_TEMPLATE_CATEGORY" val="custom"/>
</p:tagLst>
</file>

<file path=ppt/tags/tag209.xml><?xml version="1.0" encoding="utf-8"?>
<p:tagLst xmlns:p="http://schemas.openxmlformats.org/presentationml/2006/main">
  <p:tag name="KSO_WM_BEAUTIFY_FLAG" val="#wm#"/>
  <p:tag name="KSO_WM_UNIT_HIGHLIGHT" val="0"/>
  <p:tag name="KSO_WM_UNIT_COMPATIBLE" val="0"/>
  <p:tag name="KSO_WM_UNIT_DIAGRAM_ISNUMVISUAL" val="0"/>
  <p:tag name="KSO_WM_UNIT_DIAGRAM_ISREFERUNIT" val="0"/>
  <p:tag name="KSO_WM_UNIT_TYPE" val="i"/>
  <p:tag name="KSO_WM_UNIT_INDEX" val="4"/>
  <p:tag name="KSO_WM_UNIT_ID" val="_9*i*4"/>
  <p:tag name="KSO_WM_UNIT_LAYERLEVEL" val="1"/>
  <p:tag name="KSO_WM_TAG_VERSION" val="3.0"/>
  <p:tag name="KSO_WM_UNIT_CONTENT_GROUP_TYPE" val="contentchip"/>
  <p:tag name="KSO_WM_UNIT_ISNUMDGMTITLE" val="0"/>
  <p:tag name="KSO_WM_UNIT_NOCLEAR" val="0"/>
  <p:tag name="KSO_WM_TEMPLATE_INDEX" val="40490145"/>
  <p:tag name="KSO_WM_TEMPLATE_CATEGORY" val="custom"/>
</p:tagLst>
</file>

<file path=ppt/tags/tag210.xml><?xml version="1.0" encoding="utf-8"?>
<p:tagLst xmlns:p="http://schemas.openxmlformats.org/presentationml/2006/main">
  <p:tag name="KSO_WM_BEAUTIFY_FLAG" val="#wm#"/>
  <p:tag name="KSO_WM_UNIT_HIGHLIGHT" val="0"/>
  <p:tag name="KSO_WM_UNIT_COMPATIBLE" val="0"/>
  <p:tag name="KSO_WM_UNIT_DIAGRAM_ISNUMVISUAL" val="0"/>
  <p:tag name="KSO_WM_UNIT_DIAGRAM_ISREFERUNIT" val="0"/>
  <p:tag name="KSO_WM_UNIT_TYPE" val="i"/>
  <p:tag name="KSO_WM_UNIT_INDEX" val="5"/>
  <p:tag name="KSO_WM_UNIT_ID" val="_9*i*5"/>
  <p:tag name="KSO_WM_UNIT_LAYERLEVEL" val="1"/>
  <p:tag name="KSO_WM_TAG_VERSION" val="3.0"/>
  <p:tag name="KSO_WM_UNIT_CONTENT_GROUP_TYPE" val="contentchip"/>
  <p:tag name="KSO_WM_UNIT_ISNUMDGMTITLE" val="0"/>
  <p:tag name="KSO_WM_UNIT_NOCLEAR" val="0"/>
  <p:tag name="KSO_WM_TEMPLATE_INDEX" val="40490145"/>
  <p:tag name="KSO_WM_TEMPLATE_CATEGORY" val="custom"/>
</p:tagLst>
</file>

<file path=ppt/tags/tag211.xml><?xml version="1.0" encoding="utf-8"?>
<p:tagLst xmlns:p="http://schemas.openxmlformats.org/presentationml/2006/main">
  <p:tag name="KSO_WM_BEAUTIFY_FLAG" val="#wm#"/>
  <p:tag name="KSO_WM_UNIT_HIGHLIGHT" val="0"/>
  <p:tag name="KSO_WM_UNIT_COMPATIBLE" val="0"/>
  <p:tag name="KSO_WM_UNIT_DIAGRAM_ISNUMVISUAL" val="0"/>
  <p:tag name="KSO_WM_UNIT_DIAGRAM_ISREFERUNIT" val="0"/>
  <p:tag name="KSO_WM_UNIT_TYPE" val="i"/>
  <p:tag name="KSO_WM_UNIT_INDEX" val="6"/>
  <p:tag name="KSO_WM_UNIT_ID" val="_9*i*6"/>
  <p:tag name="KSO_WM_UNIT_LAYERLEVEL" val="1"/>
  <p:tag name="KSO_WM_TAG_VERSION" val="3.0"/>
  <p:tag name="KSO_WM_UNIT_ISNUMDGMTITLE" val="0"/>
  <p:tag name="KSO_WM_UNIT_NOCLEAR" val="0"/>
  <p:tag name="KSO_WM_TEMPLATE_INDEX" val="40490145"/>
  <p:tag name="KSO_WM_TEMPLATE_CATEGORY" val="custom"/>
</p:tagLst>
</file>

<file path=ppt/tags/tag212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9**"/>
  <p:tag name="KSO_WM_UNIT_LAYERLEVEL" val="1"/>
  <p:tag name="KSO_WM_TAG_VERSION" val="3.0"/>
  <p:tag name="KSO_WM_BEAUTIFY_FLAG" val="#wm#"/>
  <p:tag name="KSO_WM_UNIT_ISNUMDGMTITLE" val="0"/>
  <p:tag name="KSO_WM_UNIT_NOCLEAR" val="0"/>
  <p:tag name="KSO_WM_TEMPLATE_INDEX" val="40490145"/>
  <p:tag name="KSO_WM_TEMPLATE_CATEGORY" val="custom"/>
</p:tagLst>
</file>

<file path=ppt/tags/tag213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9**"/>
  <p:tag name="KSO_WM_UNIT_LAYERLEVEL" val="1"/>
  <p:tag name="KSO_WM_TAG_VERSION" val="3.0"/>
  <p:tag name="KSO_WM_BEAUTIFY_FLAG" val="#wm#"/>
  <p:tag name="KSO_WM_UNIT_ISNUMDGMTITLE" val="0"/>
  <p:tag name="KSO_WM_UNIT_NOCLEAR" val="0"/>
  <p:tag name="KSO_WM_TEMPLATE_INDEX" val="40490145"/>
  <p:tag name="KSO_WM_TEMPLATE_CATEGORY" val="custom"/>
</p:tagLst>
</file>

<file path=ppt/tags/tag214.xml><?xml version="1.0" encoding="utf-8"?>
<p:tagLst xmlns:p="http://schemas.openxmlformats.org/presentationml/2006/main">
  <p:tag name="KSO_WM_BEAUTIFY_FLAG" val="#wm#"/>
  <p:tag name="KSO_WM_UNIT_INDEX" val="1"/>
  <p:tag name="KSO_WM_UNIT_SUBTYPE" val="c"/>
  <p:tag name="KSO_WM_UNIT_TEXT_TYPE" val="1"/>
  <p:tag name="KSO_WM_UNIT_TYPE" val="f"/>
  <p:tag name="KSO_WM_FIGMA_FLAG" val="#fgm#"/>
  <p:tag name="KSO_WM_UNIT_ID" val="_9*f*1"/>
  <p:tag name="KSO_WM_TAG_VERSION" val="3.0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LAYERLEVEL" val="1"/>
  <p:tag name="KSO_WM_TEMPLATE_INDEX" val="40490145"/>
  <p:tag name="KSO_WM_TEMPLATE_CATEGORY" val="custom"/>
</p:tagLst>
</file>

<file path=ppt/tags/tag215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9**"/>
  <p:tag name="KSO_WM_UNIT_LAYERLEVEL" val="1"/>
  <p:tag name="KSO_WM_TAG_VERSION" val="3.0"/>
  <p:tag name="KSO_WM_BEAUTIFY_FLAG" val="#wm#"/>
  <p:tag name="KSO_WM_UNIT_ISNUMDGMTITLE" val="0"/>
  <p:tag name="KSO_WM_UNIT_NOCLEAR" val="0"/>
  <p:tag name="KSO_WM_TEMPLATE_INDEX" val="40490145"/>
  <p:tag name="KSO_WM_TEMPLATE_CATEGORY" val="custom"/>
</p:tagLst>
</file>

<file path=ppt/tags/tag216.xml><?xml version="1.0" encoding="utf-8"?>
<p:tagLst xmlns:p="http://schemas.openxmlformats.org/presentationml/2006/main">
  <p:tag name="KSO_WM_UNIT_ISCONTENTSTITLE" val="0"/>
  <p:tag name="KSO_WM_BEAUTIFY_FLAG" val="#wm#"/>
  <p:tag name="KSO_WM_UNIT_INDEX" val="1"/>
  <p:tag name="KSO_WM_UNIT_TEXT_TYPE" val="1"/>
  <p:tag name="KSO_WM_UNIT_TYPE" val="a"/>
  <p:tag name="KSO_WM_LAYOUT_CHECK_HASH" val="5fec47325e2d8a9024d63d6ca9d322673e22fe4a"/>
  <p:tag name="KSO_WM_NEWLAYOUT_ID" val="473"/>
  <p:tag name="KSO_WM_FIGMA_FLAG" val="#fgm#"/>
  <p:tag name="KSO_WM_UNIT_ID" val="_9*a*1"/>
  <p:tag name="KSO_WM_TAG_VERSION" val="3.0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LAYERLEVEL" val="1"/>
  <p:tag name="KSO_WM_TEMPLATE_INDEX" val="40490145"/>
  <p:tag name="KSO_WM_TEMPLATE_CATEGORY" val="custom"/>
</p:tagLst>
</file>

<file path=ppt/tags/tag217.xml><?xml version="1.0" encoding="utf-8"?>
<p:tagLst xmlns:p="http://schemas.openxmlformats.org/presentationml/2006/main">
  <p:tag name="KSO_WM_UNIT_ISCONTENTSTITLE" val="0"/>
  <p:tag name="KSO_WM_BEAUTIFY_FLAG" val="#wm#"/>
  <p:tag name="KSO_WM_UNIT_INDEX" val="2"/>
  <p:tag name="KSO_WM_UNIT_SUBTYPE" val="b"/>
  <p:tag name="KSO_WM_UNIT_TEXT_TYPE" val="1"/>
  <p:tag name="KSO_WM_UNIT_TYPE" val="f"/>
  <p:tag name="KSO_WM_FIGMA_FLAG" val="#fgm#"/>
  <p:tag name="KSO_WM_UNIT_ID" val="_9*f*2"/>
  <p:tag name="KSO_WM_TAG_VERSION" val="3.0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LAYERLEVEL" val="1"/>
  <p:tag name="KSO_WM_TEMPLATE_INDEX" val="40490145"/>
  <p:tag name="KSO_WM_TEMPLATE_CATEGORY" val="custom"/>
</p:tagLst>
</file>

<file path=ppt/tags/tag218.xml><?xml version="1.0" encoding="utf-8"?>
<p:tagLst xmlns:p="http://schemas.openxmlformats.org/presentationml/2006/main">
  <p:tag name="KSO_WM_BEAUTIFY_FLAG" val="#wm#"/>
  <p:tag name="KSO_WM_UNIT_HIGHLIGHT" val="0"/>
  <p:tag name="KSO_WM_UNIT_COMPATIBLE" val="0"/>
  <p:tag name="KSO_WM_UNIT_DIAGRAM_ISNUMVISUAL" val="0"/>
  <p:tag name="KSO_WM_UNIT_DIAGRAM_ISREFERUNIT" val="0"/>
  <p:tag name="KSO_WM_UNIT_ID" val="_10*i*2"/>
  <p:tag name="KSO_WM_UNIT_LAYERLEVEL" val="1"/>
  <p:tag name="KSO_WM_TAG_VERSION" val="3.0"/>
  <p:tag name="KSO_WM_UNIT_TYPE" val="i"/>
  <p:tag name="KSO_WM_UNIT_INDEX" val="2"/>
  <p:tag name="KSO_WM_UNIT_ISNUMDGMTITLE" val="0"/>
  <p:tag name="KSO_WM_UNIT_NOCLEAR" val="0"/>
  <p:tag name="KSO_WM_TEMPLATE_INDEX" val="40490145"/>
  <p:tag name="KSO_WM_TEMPLATE_CATEGORY" val="custom"/>
</p:tagLst>
</file>

<file path=ppt/tags/tag219.xml><?xml version="1.0" encoding="utf-8"?>
<p:tagLst xmlns:p="http://schemas.openxmlformats.org/presentationml/2006/main">
  <p:tag name="KSO_WM_BEAUTIFY_FLAG" val="#wm#"/>
  <p:tag name="KSO_WM_UNIT_HIGHLIGHT" val="0"/>
  <p:tag name="KSO_WM_UNIT_COMPATIBLE" val="0"/>
  <p:tag name="KSO_WM_UNIT_DIAGRAM_ISNUMVISUAL" val="0"/>
  <p:tag name="KSO_WM_UNIT_DIAGRAM_ISREFERUNIT" val="0"/>
  <p:tag name="KSO_WM_UNIT_ID" val="_10*i*3"/>
  <p:tag name="KSO_WM_UNIT_LAYERLEVEL" val="1"/>
  <p:tag name="KSO_WM_TAG_VERSION" val="3.0"/>
  <p:tag name="KSO_WM_UNIT_TYPE" val="i"/>
  <p:tag name="KSO_WM_UNIT_INDEX" val="3"/>
  <p:tag name="KSO_WM_UNIT_ISNUMDGMTITLE" val="0"/>
  <p:tag name="KSO_WM_UNIT_NOCLEAR" val="0"/>
  <p:tag name="KSO_WM_TEMPLATE_INDEX" val="40490145"/>
  <p:tag name="KSO_WM_TEMPLATE_CATEGORY" val="custom"/>
</p:tagLst>
</file>

<file path=ppt/tags/tag220.xml><?xml version="1.0" encoding="utf-8"?>
<p:tagLst xmlns:p="http://schemas.openxmlformats.org/presentationml/2006/main">
  <p:tag name="KSO_WM_BEAUTIFY_FLAG" val="#wm#"/>
  <p:tag name="KSO_WM_UNIT_HIGHLIGHT" val="0"/>
  <p:tag name="KSO_WM_UNIT_COMPATIBLE" val="0"/>
  <p:tag name="KSO_WM_UNIT_DIAGRAM_ISNUMVISUAL" val="0"/>
  <p:tag name="KSO_WM_UNIT_DIAGRAM_ISREFERUNIT" val="0"/>
  <p:tag name="KSO_WM_UNIT_ID" val="_10*i*4"/>
  <p:tag name="KSO_WM_UNIT_LAYERLEVEL" val="1"/>
  <p:tag name="KSO_WM_TAG_VERSION" val="3.0"/>
  <p:tag name="KSO_WM_UNIT_TYPE" val="i"/>
  <p:tag name="KSO_WM_UNIT_INDEX" val="4"/>
  <p:tag name="KSO_WM_UNIT_CONTENT_GROUP_TYPE" val="contentchip"/>
  <p:tag name="KSO_WM_UNIT_ISNUMDGMTITLE" val="0"/>
  <p:tag name="KSO_WM_UNIT_NOCLEAR" val="0"/>
  <p:tag name="KSO_WM_TEMPLATE_INDEX" val="40490145"/>
  <p:tag name="KSO_WM_TEMPLATE_CATEGORY" val="custom"/>
</p:tagLst>
</file>

<file path=ppt/tags/tag221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0**"/>
  <p:tag name="KSO_WM_UNIT_LAYERLEVEL" val="1"/>
  <p:tag name="KSO_WM_TAG_VERSION" val="3.0"/>
  <p:tag name="KSO_WM_BEAUTIFY_FLAG" val="#wm#"/>
  <p:tag name="KSO_WM_UNIT_ISNUMDGMTITLE" val="0"/>
  <p:tag name="KSO_WM_UNIT_NOCLEAR" val="0"/>
  <p:tag name="KSO_WM_TEMPLATE_INDEX" val="40490145"/>
  <p:tag name="KSO_WM_TEMPLATE_CATEGORY" val="custom"/>
</p:tagLst>
</file>

<file path=ppt/tags/tag222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0**"/>
  <p:tag name="KSO_WM_UNIT_LAYERLEVEL" val="1"/>
  <p:tag name="KSO_WM_TAG_VERSION" val="3.0"/>
  <p:tag name="KSO_WM_BEAUTIFY_FLAG" val="#wm#"/>
  <p:tag name="KSO_WM_UNIT_ISNUMDGMTITLE" val="0"/>
  <p:tag name="KSO_WM_UNIT_NOCLEAR" val="0"/>
  <p:tag name="KSO_WM_TEMPLATE_INDEX" val="40490145"/>
  <p:tag name="KSO_WM_TEMPLATE_CATEGORY" val="custom"/>
</p:tagLst>
</file>

<file path=ppt/tags/tag223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0**"/>
  <p:tag name="KSO_WM_UNIT_LAYERLEVEL" val="1"/>
  <p:tag name="KSO_WM_TAG_VERSION" val="3.0"/>
  <p:tag name="KSO_WM_BEAUTIFY_FLAG" val="#wm#"/>
  <p:tag name="KSO_WM_UNIT_ISNUMDGMTITLE" val="0"/>
  <p:tag name="KSO_WM_UNIT_NOCLEAR" val="0"/>
  <p:tag name="KSO_WM_TEMPLATE_INDEX" val="40490145"/>
  <p:tag name="KSO_WM_TEMPLATE_CATEGORY" val="custom"/>
</p:tagLst>
</file>

<file path=ppt/tags/tag224.xml><?xml version="1.0" encoding="utf-8"?>
<p:tagLst xmlns:p="http://schemas.openxmlformats.org/presentationml/2006/main">
  <p:tag name="KSO_WM_UNIT_ISCONTENTSTITLE" val="0"/>
  <p:tag name="KSO_WM_BEAUTIFY_FLAG" val="#wm#"/>
  <p:tag name="KSO_WM_UNIT_INDEX" val="1"/>
  <p:tag name="KSO_WM_UNIT_TEXT_TYPE" val="1"/>
  <p:tag name="KSO_WM_UNIT_TYPE" val="a"/>
  <p:tag name="KSO_WM_LAYOUT_CHECK_HASH" val="a02b72f7ce60cfa211622395739e9331cea673b6"/>
  <p:tag name="KSO_WM_NEWLAYOUT_ID" val="478"/>
  <p:tag name="KSO_WM_FIGMA_FLAG" val="#fgm#"/>
  <p:tag name="KSO_WM_UNIT_ID" val="_10*a*1"/>
  <p:tag name="KSO_WM_TAG_VERSION" val="3.0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LAYERLEVEL" val="1"/>
  <p:tag name="KSO_WM_TEMPLATE_INDEX" val="40490145"/>
  <p:tag name="KSO_WM_TEMPLATE_CATEGORY" val="custom"/>
</p:tagLst>
</file>

<file path=ppt/tags/tag225.xml><?xml version="1.0" encoding="utf-8"?>
<p:tagLst xmlns:p="http://schemas.openxmlformats.org/presentationml/2006/main">
  <p:tag name="KSO_WM_UNIT_PRESET_TEXT" val="PART-01"/>
  <p:tag name="KSO_WM_BEAUTIFY_FLAG" val="#wm#"/>
  <p:tag name="KSO_WM_UNIT_INDEX" val="1"/>
  <p:tag name="KSO_WM_UNIT_TYPE" val="e"/>
  <p:tag name="KSO_WM_FIGMA_FLAG" val="#fgm#"/>
  <p:tag name="KSO_WM_UNIT_ID" val="_10*e*1"/>
  <p:tag name="KSO_WM_TAG_VERSION" val="3.0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LAYERLEVEL" val="1"/>
  <p:tag name="KSO_WM_TEMPLATE_INDEX" val="40490145"/>
  <p:tag name="KSO_WM_TEMPLATE_CATEGORY" val="custom"/>
</p:tagLst>
</file>

<file path=ppt/tags/tag226.xml><?xml version="1.0" encoding="utf-8"?>
<p:tagLst xmlns:p="http://schemas.openxmlformats.org/presentationml/2006/main">
  <p:tag name="KSO_WM_BEAUTIFY_FLAG" val="#wm#"/>
  <p:tag name="KSO_WM_UNIT_HIGHLIGHT" val="0"/>
  <p:tag name="KSO_WM_UNIT_COMPATIBLE" val="0"/>
  <p:tag name="KSO_WM_UNIT_DIAGRAM_ISNUMVISUAL" val="0"/>
  <p:tag name="KSO_WM_UNIT_DIAGRAM_ISREFERUNIT" val="0"/>
  <p:tag name="KSO_WM_UNIT_ID" val="_11*i*2"/>
  <p:tag name="KSO_WM_UNIT_LAYERLEVEL" val="1"/>
  <p:tag name="KSO_WM_TAG_VERSION" val="3.0"/>
  <p:tag name="KSO_WM_UNIT_TYPE" val="i"/>
  <p:tag name="KSO_WM_UNIT_INDEX" val="2"/>
  <p:tag name="KSO_WM_UNIT_ISNUMDGMTITLE" val="0"/>
  <p:tag name="KSO_WM_UNIT_NOCLEAR" val="0"/>
  <p:tag name="KSO_WM_TEMPLATE_INDEX" val="40490145"/>
  <p:tag name="KSO_WM_TEMPLATE_CATEGORY" val="custom"/>
</p:tagLst>
</file>

<file path=ppt/tags/tag227.xml><?xml version="1.0" encoding="utf-8"?>
<p:tagLst xmlns:p="http://schemas.openxmlformats.org/presentationml/2006/main">
  <p:tag name="KSO_WM_BEAUTIFY_FLAG" val="#wm#"/>
  <p:tag name="KSO_WM_UNIT_HIGHLIGHT" val="0"/>
  <p:tag name="KSO_WM_UNIT_COMPATIBLE" val="0"/>
  <p:tag name="KSO_WM_UNIT_DIAGRAM_ISNUMVISUAL" val="0"/>
  <p:tag name="KSO_WM_UNIT_DIAGRAM_ISREFERUNIT" val="0"/>
  <p:tag name="KSO_WM_UNIT_ID" val="_11*i*3"/>
  <p:tag name="KSO_WM_UNIT_LAYERLEVEL" val="1"/>
  <p:tag name="KSO_WM_TAG_VERSION" val="3.0"/>
  <p:tag name="KSO_WM_UNIT_TYPE" val="i"/>
  <p:tag name="KSO_WM_UNIT_INDEX" val="3"/>
  <p:tag name="KSO_WM_UNIT_ISNUMDGMTITLE" val="0"/>
  <p:tag name="KSO_WM_UNIT_NOCLEAR" val="0"/>
  <p:tag name="KSO_WM_TEMPLATE_INDEX" val="40490145"/>
  <p:tag name="KSO_WM_TEMPLATE_CATEGORY" val="custom"/>
</p:tagLst>
</file>

<file path=ppt/tags/tag228.xml><?xml version="1.0" encoding="utf-8"?>
<p:tagLst xmlns:p="http://schemas.openxmlformats.org/presentationml/2006/main">
  <p:tag name="KSO_WM_BEAUTIFY_FLAG" val="#wm#"/>
  <p:tag name="KSO_WM_UNIT_HIGHLIGHT" val="0"/>
  <p:tag name="KSO_WM_UNIT_COMPATIBLE" val="0"/>
  <p:tag name="KSO_WM_UNIT_DIAGRAM_ISNUMVISUAL" val="0"/>
  <p:tag name="KSO_WM_UNIT_DIAGRAM_ISREFERUNIT" val="0"/>
  <p:tag name="KSO_WM_UNIT_ID" val="_11*i*4"/>
  <p:tag name="KSO_WM_UNIT_LAYERLEVEL" val="1"/>
  <p:tag name="KSO_WM_TAG_VERSION" val="3.0"/>
  <p:tag name="KSO_WM_UNIT_TYPE" val="i"/>
  <p:tag name="KSO_WM_UNIT_INDEX" val="4"/>
  <p:tag name="KSO_WM_UNIT_CONTENT_GROUP_TYPE" val="contentchip"/>
  <p:tag name="KSO_WM_UNIT_ISNUMDGMTITLE" val="0"/>
  <p:tag name="KSO_WM_UNIT_NOCLEAR" val="0"/>
  <p:tag name="KSO_WM_TEMPLATE_INDEX" val="40490145"/>
  <p:tag name="KSO_WM_TEMPLATE_CATEGORY" val="custom"/>
</p:tagLst>
</file>

<file path=ppt/tags/tag229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1**"/>
  <p:tag name="KSO_WM_UNIT_LAYERLEVEL" val="1"/>
  <p:tag name="KSO_WM_TAG_VERSION" val="3.0"/>
  <p:tag name="KSO_WM_BEAUTIFY_FLAG" val="#wm#"/>
  <p:tag name="KSO_WM_UNIT_ISNUMDGMTITLE" val="0"/>
  <p:tag name="KSO_WM_UNIT_NOCLEAR" val="0"/>
  <p:tag name="KSO_WM_TEMPLATE_INDEX" val="40490145"/>
  <p:tag name="KSO_WM_TEMPLATE_CATEGORY" val="custom"/>
</p:tagLst>
</file>

<file path=ppt/tags/tag230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1**"/>
  <p:tag name="KSO_WM_UNIT_LAYERLEVEL" val="1"/>
  <p:tag name="KSO_WM_TAG_VERSION" val="3.0"/>
  <p:tag name="KSO_WM_BEAUTIFY_FLAG" val="#wm#"/>
  <p:tag name="KSO_WM_UNIT_ISNUMDGMTITLE" val="0"/>
  <p:tag name="KSO_WM_UNIT_NOCLEAR" val="0"/>
  <p:tag name="KSO_WM_TEMPLATE_INDEX" val="40490145"/>
  <p:tag name="KSO_WM_TEMPLATE_CATEGORY" val="custom"/>
</p:tagLst>
</file>

<file path=ppt/tags/tag231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1**"/>
  <p:tag name="KSO_WM_UNIT_LAYERLEVEL" val="1"/>
  <p:tag name="KSO_WM_TAG_VERSION" val="3.0"/>
  <p:tag name="KSO_WM_BEAUTIFY_FLAG" val="#wm#"/>
  <p:tag name="KSO_WM_UNIT_ISNUMDGMTITLE" val="0"/>
  <p:tag name="KSO_WM_UNIT_NOCLEAR" val="0"/>
  <p:tag name="KSO_WM_TEMPLATE_INDEX" val="40490145"/>
  <p:tag name="KSO_WM_TEMPLATE_CATEGORY" val="custom"/>
</p:tagLst>
</file>

<file path=ppt/tags/tag232.xml><?xml version="1.0" encoding="utf-8"?>
<p:tagLst xmlns:p="http://schemas.openxmlformats.org/presentationml/2006/main">
  <p:tag name="KSO_WM_BEAUTIFY_FLAG" val="#wm#"/>
  <p:tag name="KSO_WM_UNIT_HIGHLIGHT" val="0"/>
  <p:tag name="KSO_WM_UNIT_COMPATIBLE" val="0"/>
  <p:tag name="KSO_WM_UNIT_DIAGRAM_ISNUMVISUAL" val="0"/>
  <p:tag name="KSO_WM_UNIT_DIAGRAM_ISREFERUNIT" val="0"/>
  <p:tag name="KSO_WM_UNIT_TYPE" val="i"/>
  <p:tag name="KSO_WM_UNIT_INDEX" val="5"/>
  <p:tag name="KSO_WM_UNIT_ID" val="_11*i*5"/>
  <p:tag name="KSO_WM_UNIT_LAYERLEVEL" val="1"/>
  <p:tag name="KSO_WM_TAG_VERSION" val="3.0"/>
  <p:tag name="KSO_WM_UNIT_CONTENT_GROUP_TYPE" val="contentchip"/>
  <p:tag name="KSO_WM_UNIT_ISNUMDGMTITLE" val="0"/>
  <p:tag name="KSO_WM_UNIT_NOCLEAR" val="0"/>
  <p:tag name="KSO_WM_TEMPLATE_INDEX" val="40490145"/>
  <p:tag name="KSO_WM_TEMPLATE_CATEGORY" val="custom"/>
</p:tagLst>
</file>

<file path=ppt/tags/tag233.xml><?xml version="1.0" encoding="utf-8"?>
<p:tagLst xmlns:p="http://schemas.openxmlformats.org/presentationml/2006/main">
  <p:tag name="KSO_WM_BEAUTIFY_FLAG" val="#wm#"/>
  <p:tag name="KSO_WM_UNIT_HIGHLIGHT" val="0"/>
  <p:tag name="KSO_WM_UNIT_COMPATIBLE" val="0"/>
  <p:tag name="KSO_WM_UNIT_DIAGRAM_ISNUMVISUAL" val="0"/>
  <p:tag name="KSO_WM_UNIT_DIAGRAM_ISREFERUNIT" val="0"/>
  <p:tag name="KSO_WM_UNIT_TYPE" val="i"/>
  <p:tag name="KSO_WM_UNIT_INDEX" val="6"/>
  <p:tag name="KSO_WM_UNIT_ID" val="_11*i*6"/>
  <p:tag name="KSO_WM_UNIT_LAYERLEVEL" val="1"/>
  <p:tag name="KSO_WM_TAG_VERSION" val="3.0"/>
  <p:tag name="KSO_WM_UNIT_ISNUMDGMTITLE" val="0"/>
  <p:tag name="KSO_WM_UNIT_NOCLEAR" val="0"/>
  <p:tag name="KSO_WM_TEMPLATE_INDEX" val="40490145"/>
  <p:tag name="KSO_WM_TEMPLATE_CATEGORY" val="custom"/>
</p:tagLst>
</file>

<file path=ppt/tags/tag234.xml><?xml version="1.0" encoding="utf-8"?>
<p:tagLst xmlns:p="http://schemas.openxmlformats.org/presentationml/2006/main">
  <p:tag name="KSO_WM_BEAUTIFY_FLAG" val="#wm#"/>
  <p:tag name="KSO_WM_UNIT_INDEX" val="1"/>
  <p:tag name="KSO_WM_UNIT_TEXT_TYPE" val="1"/>
  <p:tag name="KSO_WM_UNIT_TYPE" val="b"/>
  <p:tag name="KSO_WM_FIGMA_FLAG" val="#fgm#"/>
  <p:tag name="KSO_WM_UNIT_ID" val="_11*b*1"/>
  <p:tag name="KSO_WM_TAG_VERSION" val="3.0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LAYERLEVEL" val="1"/>
  <p:tag name="KSO_WM_TEMPLATE_INDEX" val="40490145"/>
  <p:tag name="KSO_WM_TEMPLATE_CATEGORY" val="custom"/>
</p:tagLst>
</file>

<file path=ppt/tags/tag235.xml><?xml version="1.0" encoding="utf-8"?>
<p:tagLst xmlns:p="http://schemas.openxmlformats.org/presentationml/2006/main">
  <p:tag name="KSO_WM_UNIT_ISCONTENTSTITLE" val="0"/>
  <p:tag name="KSO_WM_BEAUTIFY_FLAG" val="#wm#"/>
  <p:tag name="KSO_WM_UNIT_INDEX" val="1"/>
  <p:tag name="KSO_WM_UNIT_TEXT_TYPE" val="1"/>
  <p:tag name="KSO_WM_UNIT_TYPE" val="a"/>
  <p:tag name="KSO_WM_LAYOUT_CHECK_HASH" val="a0dcb08627f650776d9f7c250fb581566293a3ff"/>
  <p:tag name="KSO_WM_NEWLAYOUT_ID" val="485"/>
  <p:tag name="KSO_WM_FIGMA_FLAG" val="#fgm#"/>
  <p:tag name="KSO_WM_UNIT_ID" val="_11*a*1"/>
  <p:tag name="KSO_WM_TAG_VERSION" val="3.0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LAYERLEVEL" val="1"/>
  <p:tag name="KSO_WM_TEMPLATE_INDEX" val="40490145"/>
  <p:tag name="KSO_WM_TEMPLATE_CATEGORY" val="custom"/>
</p:tagLst>
</file>

<file path=ppt/tags/tag236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**"/>
  <p:tag name="KSO_WM_UNIT_LAYERLEVEL" val="1"/>
  <p:tag name="KSO_WM_TAG_VERSION" val="3.0"/>
  <p:tag name="KSO_WM_BEAUTIFY_FLAG" val="#wm#"/>
  <p:tag name="KSO_WM_UNIT_ISNUMDGMTITLE" val="0"/>
  <p:tag name="KSO_WM_UNIT_NOCLEAR" val="0"/>
  <p:tag name="KSO_WM_TEMPLATE_INDEX" val="40490145"/>
  <p:tag name="KSO_WM_TEMPLATE_CATEGORY" val="custom"/>
</p:tagLst>
</file>

<file path=ppt/tags/tag237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**"/>
  <p:tag name="KSO_WM_UNIT_LAYERLEVEL" val="1"/>
  <p:tag name="KSO_WM_TAG_VERSION" val="3.0"/>
  <p:tag name="KSO_WM_BEAUTIFY_FLAG" val="#wm#"/>
  <p:tag name="KSO_WM_UNIT_ISNUMDGMTITLE" val="0"/>
  <p:tag name="KSO_WM_UNIT_NOCLEAR" val="0"/>
  <p:tag name="KSO_WM_TEMPLATE_INDEX" val="40490145"/>
  <p:tag name="KSO_WM_TEMPLATE_CATEGORY" val="custom"/>
</p:tagLst>
</file>

<file path=ppt/tags/tag238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**"/>
  <p:tag name="KSO_WM_UNIT_LAYERLEVEL" val="1"/>
  <p:tag name="KSO_WM_TAG_VERSION" val="3.0"/>
  <p:tag name="KSO_WM_BEAUTIFY_FLAG" val="#wm#"/>
  <p:tag name="KSO_WM_UNIT_ISNUMDGMTITLE" val="0"/>
  <p:tag name="KSO_WM_UNIT_NOCLEAR" val="0"/>
  <p:tag name="KSO_WM_TEMPLATE_INDEX" val="40490145"/>
  <p:tag name="KSO_WM_TEMPLATE_CATEGORY" val="custom"/>
</p:tagLst>
</file>

<file path=ppt/tags/tag239.xml><?xml version="1.0" encoding="utf-8"?>
<p:tagLst xmlns:p="http://schemas.openxmlformats.org/presentationml/2006/main">
  <p:tag name="KSO_WM_BEAUTIFY_FLAG" val="#fgm#"/>
  <p:tag name="KSO_WM_FIGMA_FLAG" val="#fgm#"/>
  <p:tag name="KSO_WM_UNIT_INDEX" val="1"/>
  <p:tag name="KSO_WM_UNIT_TEXT_TYPE" val="1"/>
  <p:tag name="KSO_WM_UNIT_TYPE" val="b"/>
</p:tagLst>
</file>

<file path=ppt/tags/tag240.xml><?xml version="1.0" encoding="utf-8"?>
<p:tagLst xmlns:p="http://schemas.openxmlformats.org/presentationml/2006/main">
  <p:tag name="KSO_WM_BEAUTIFY_FLAG" val="#fgm#"/>
  <p:tag name="KSO_WM_FIGMA_FLAG" val="#fgm#"/>
  <p:tag name="KSO_WM_UNIT_INDEX" val="1"/>
  <p:tag name="KSO_WM_UNIT_TEXT_TYPE" val="1"/>
  <p:tag name="KSO_WM_UNIT_TYPE" val="a"/>
  <p:tag name="KSO_WM_LAYOUT_CHECK_HASH" val="8be64ec3495902eb862ea1b4c5b44989e579d6eb"/>
  <p:tag name="KSO_WM_NEWLAYOUT_ID" val="1"/>
</p:tagLst>
</file>

<file path=ppt/tags/tag241.xml><?xml version="1.0" encoding="utf-8"?>
<p:tagLst xmlns:p="http://schemas.openxmlformats.org/presentationml/2006/main">
  <p:tag name="KSO_WM_BEAUTIFY_FLAG" val="#fgm#"/>
  <p:tag name="KSO_WM_DIAGRAM_GROUP_CODE" val="1"/>
  <p:tag name="KSO_WM_FIGMA_FLAG" val="#fgm#"/>
  <p:tag name="KSO_WM_UNIT_INDEX" val="1_1_1"/>
  <p:tag name="KSO_WM_UNIT_SUBTYPE" val="d"/>
  <p:tag name="KSO_WM_UNIT_TYPE" val="l_h_i"/>
</p:tagLst>
</file>

<file path=ppt/tags/tag242.xml><?xml version="1.0" encoding="utf-8"?>
<p:tagLst xmlns:p="http://schemas.openxmlformats.org/presentationml/2006/main">
  <p:tag name="KSO_WM_FIGMA_DECORATION_INDEX" val="25"/>
  <p:tag name="$PH_EXT" val="2"/>
  <p:tag name="KSO_WM_BEAUTIFY_FLAG" val="#fgm#"/>
  <p:tag name="KSO_WM_DIAGRAM_GROUP_CODE" val="1"/>
  <p:tag name="KSO_WM_FIGMA_FLAG" val="#fgm#"/>
  <p:tag name="KSO_WM_UNIT_INDEX" val="1_1_2"/>
  <p:tag name="KSO_WM_UNIT_TYPE" val="l_h_i"/>
</p:tagLst>
</file>

<file path=ppt/tags/tag243.xml><?xml version="1.0" encoding="utf-8"?>
<p:tagLst xmlns:p="http://schemas.openxmlformats.org/presentationml/2006/main">
  <p:tag name="KSO_WM_BEAUTIFY_FLAG" val="#fgm#"/>
  <p:tag name="KSO_WM_DIAGRAM_GROUP_CODE" val="1"/>
  <p:tag name="KSO_WM_FIGMA_FLAG" val="#fgm#"/>
  <p:tag name="KSO_WM_UNIT_INDEX" val="1_1_1"/>
  <p:tag name="KSO_WM_UNIT_TYPE" val="l_h_a"/>
</p:tagLst>
</file>

<file path=ppt/tags/tag244.xml><?xml version="1.0" encoding="utf-8"?>
<p:tagLst xmlns:p="http://schemas.openxmlformats.org/presentationml/2006/main">
  <p:tag name="KSO_WM_BEAUTIFY_FLAG" val="#fgm#"/>
  <p:tag name="KSO_WM_DIAGRAM_GROUP_CODE" val="1"/>
  <p:tag name="KSO_WM_FIGMA_FLAG" val="#fgm#"/>
  <p:tag name="KSO_WM_UNIT_INDEX" val="1_2_1"/>
  <p:tag name="KSO_WM_UNIT_SUBTYPE" val="d"/>
  <p:tag name="KSO_WM_UNIT_TYPE" val="l_h_i"/>
</p:tagLst>
</file>

<file path=ppt/tags/tag245.xml><?xml version="1.0" encoding="utf-8"?>
<p:tagLst xmlns:p="http://schemas.openxmlformats.org/presentationml/2006/main">
  <p:tag name="KSO_WM_FIGMA_DECORATION_INDEX" val="25"/>
  <p:tag name="$PH_EXT" val="2"/>
  <p:tag name="KSO_WM_BEAUTIFY_FLAG" val="#fgm#"/>
  <p:tag name="KSO_WM_DIAGRAM_GROUP_CODE" val="1"/>
  <p:tag name="KSO_WM_FIGMA_FLAG" val="#fgm#"/>
  <p:tag name="KSO_WM_UNIT_INDEX" val="1_2_2"/>
  <p:tag name="KSO_WM_UNIT_TYPE" val="l_h_i"/>
</p:tagLst>
</file>

<file path=ppt/tags/tag246.xml><?xml version="1.0" encoding="utf-8"?>
<p:tagLst xmlns:p="http://schemas.openxmlformats.org/presentationml/2006/main">
  <p:tag name="KSO_WM_BEAUTIFY_FLAG" val="#fgm#"/>
  <p:tag name="KSO_WM_DIAGRAM_GROUP_CODE" val="1"/>
  <p:tag name="KSO_WM_FIGMA_FLAG" val="#fgm#"/>
  <p:tag name="KSO_WM_UNIT_INDEX" val="1_2_1"/>
  <p:tag name="KSO_WM_UNIT_TYPE" val="l_h_a"/>
</p:tagLst>
</file>

<file path=ppt/tags/tag247.xml><?xml version="1.0" encoding="utf-8"?>
<p:tagLst xmlns:p="http://schemas.openxmlformats.org/presentationml/2006/main">
  <p:tag name="KSO_WM_BEAUTIFY_FLAG" val="#fgm#"/>
  <p:tag name="KSO_WM_DIAGRAM_GROUP_CODE" val="1"/>
  <p:tag name="KSO_WM_FIGMA_FLAG" val="#fgm#"/>
  <p:tag name="KSO_WM_UNIT_INDEX" val="1_3_1"/>
  <p:tag name="KSO_WM_UNIT_SUBTYPE" val="d"/>
  <p:tag name="KSO_WM_UNIT_TYPE" val="l_h_i"/>
</p:tagLst>
</file>

<file path=ppt/tags/tag248.xml><?xml version="1.0" encoding="utf-8"?>
<p:tagLst xmlns:p="http://schemas.openxmlformats.org/presentationml/2006/main">
  <p:tag name="KSO_WM_FIGMA_DECORATION_INDEX" val="25"/>
  <p:tag name="$PH_EXT" val="2"/>
  <p:tag name="KSO_WM_BEAUTIFY_FLAG" val="#fgm#"/>
  <p:tag name="KSO_WM_DIAGRAM_GROUP_CODE" val="1"/>
  <p:tag name="KSO_WM_FIGMA_FLAG" val="#fgm#"/>
  <p:tag name="KSO_WM_UNIT_INDEX" val="1_3_2"/>
  <p:tag name="KSO_WM_UNIT_TYPE" val="l_h_i"/>
</p:tagLst>
</file>

<file path=ppt/tags/tag249.xml><?xml version="1.0" encoding="utf-8"?>
<p:tagLst xmlns:p="http://schemas.openxmlformats.org/presentationml/2006/main">
  <p:tag name="KSO_WM_BEAUTIFY_FLAG" val="#fgm#"/>
  <p:tag name="KSO_WM_DIAGRAM_GROUP_CODE" val="1"/>
  <p:tag name="KSO_WM_FIGMA_FLAG" val="#fgm#"/>
  <p:tag name="KSO_WM_UNIT_INDEX" val="1_3_1"/>
  <p:tag name="KSO_WM_UNIT_TYPE" val="l_h_a"/>
</p:tagLst>
</file>

<file path=ppt/tags/tag250.xml><?xml version="1.0" encoding="utf-8"?>
<p:tagLst xmlns:p="http://schemas.openxmlformats.org/presentationml/2006/main">
  <p:tag name="KSO_WM_BEAUTIFY_FLAG" val="#fgm#"/>
  <p:tag name="KSO_WM_DIAGRAM_GROUP_CODE" val="1"/>
  <p:tag name="KSO_WM_FIGMA_FLAG" val="#fgm#"/>
  <p:tag name="KSO_WM_UNIT_INDEX" val="1_4_1"/>
  <p:tag name="KSO_WM_UNIT_SUBTYPE" val="d"/>
  <p:tag name="KSO_WM_UNIT_TYPE" val="l_h_i"/>
</p:tagLst>
</file>

<file path=ppt/tags/tag251.xml><?xml version="1.0" encoding="utf-8"?>
<p:tagLst xmlns:p="http://schemas.openxmlformats.org/presentationml/2006/main">
  <p:tag name="KSO_WM_FIGMA_DECORATION_INDEX" val="25"/>
  <p:tag name="$PH_EXT" val="2"/>
  <p:tag name="KSO_WM_BEAUTIFY_FLAG" val="#fgm#"/>
  <p:tag name="KSO_WM_DIAGRAM_GROUP_CODE" val="1"/>
  <p:tag name="KSO_WM_FIGMA_FLAG" val="#fgm#"/>
  <p:tag name="KSO_WM_UNIT_INDEX" val="1_4_2"/>
  <p:tag name="KSO_WM_UNIT_TYPE" val="l_h_i"/>
</p:tagLst>
</file>

<file path=ppt/tags/tag252.xml><?xml version="1.0" encoding="utf-8"?>
<p:tagLst xmlns:p="http://schemas.openxmlformats.org/presentationml/2006/main">
  <p:tag name="KSO_WM_BEAUTIFY_FLAG" val="#fgm#"/>
  <p:tag name="KSO_WM_DIAGRAM_GROUP_CODE" val="1"/>
  <p:tag name="KSO_WM_FIGMA_FLAG" val="#fgm#"/>
  <p:tag name="KSO_WM_UNIT_INDEX" val="1_4_1"/>
  <p:tag name="KSO_WM_UNIT_TYPE" val="l_h_a"/>
</p:tagLst>
</file>

<file path=ppt/tags/tag253.xml><?xml version="1.0" encoding="utf-8"?>
<p:tagLst xmlns:p="http://schemas.openxmlformats.org/presentationml/2006/main">
  <p:tag name="KSO_WM_BEAUTIFY_FLAG" val="#wm#"/>
  <p:tag name="KSO_WM_UNIT_HIGHLIGHT" val="0"/>
  <p:tag name="KSO_WM_UNIT_COMPATIBLE" val="0"/>
  <p:tag name="KSO_WM_UNIT_DIAGRAM_ISNUMVISUAL" val="0"/>
  <p:tag name="KSO_WM_UNIT_DIAGRAM_ISREFERUNIT" val="0"/>
  <p:tag name="KSO_WM_UNIT_ID" val="_0*i*1"/>
  <p:tag name="KSO_WM_UNIT_LAYERLEVEL" val="1"/>
  <p:tag name="KSO_WM_TAG_VERSION" val="3.0"/>
  <p:tag name="KSO_WM_UNIT_TYPE" val="i"/>
  <p:tag name="KSO_WM_UNIT_INDEX" val="1"/>
  <p:tag name="KSO_WM_UNIT_ISNUMDGMTITLE" val="0"/>
  <p:tag name="KSO_WM_UNIT_NOCLEAR" val="0"/>
  <p:tag name="KSO_WM_TEMPLATE_INDEX" val="40490145"/>
  <p:tag name="KSO_WM_TEMPLATE_CATEGORY" val="custom"/>
</p:tagLst>
</file>

<file path=ppt/tags/tag254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0**"/>
  <p:tag name="KSO_WM_UNIT_LAYERLEVEL" val="1"/>
  <p:tag name="KSO_WM_TAG_VERSION" val="3.0"/>
  <p:tag name="KSO_WM_BEAUTIFY_FLAG" val="#wm#"/>
  <p:tag name="KSO_WM_UNIT_ISNUMDGMTITLE" val="0"/>
  <p:tag name="KSO_WM_UNIT_NOCLEAR" val="0"/>
  <p:tag name="KSO_WM_TEMPLATE_INDEX" val="40490145"/>
  <p:tag name="KSO_WM_TEMPLATE_CATEGORY" val="custom"/>
</p:tagLst>
</file>

<file path=ppt/tags/tag255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0**"/>
  <p:tag name="KSO_WM_UNIT_LAYERLEVEL" val="1"/>
  <p:tag name="KSO_WM_TAG_VERSION" val="3.0"/>
  <p:tag name="KSO_WM_BEAUTIFY_FLAG" val="#wm#"/>
  <p:tag name="KSO_WM_UNIT_ISNUMDGMTITLE" val="0"/>
  <p:tag name="KSO_WM_UNIT_NOCLEAR" val="0"/>
  <p:tag name="KSO_WM_TEMPLATE_INDEX" val="40490145"/>
  <p:tag name="KSO_WM_TEMPLATE_CATEGORY" val="custom"/>
</p:tagLst>
</file>

<file path=ppt/tags/tag256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0**"/>
  <p:tag name="KSO_WM_UNIT_LAYERLEVEL" val="1"/>
  <p:tag name="KSO_WM_TAG_VERSION" val="3.0"/>
  <p:tag name="KSO_WM_BEAUTIFY_FLAG" val="#wm#"/>
  <p:tag name="KSO_WM_UNIT_ISNUMDGMTITLE" val="0"/>
  <p:tag name="KSO_WM_UNIT_NOCLEAR" val="0"/>
  <p:tag name="KSO_WM_TEMPLATE_INDEX" val="40490145"/>
  <p:tag name="KSO_WM_TEMPLATE_CATEGORY" val="custom"/>
</p:tagLst>
</file>

<file path=ppt/tags/tag257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0*f*1"/>
  <p:tag name="KSO_WM_UNIT_LAYERLEVEL" val="1"/>
  <p:tag name="KSO_WM_TAG_VERSION" val="3.0"/>
  <p:tag name="KSO_WM_BEAUTIFY_FLAG" val="#wm#"/>
  <p:tag name="KSO_WM_UNIT_SUBTYPE" val="a"/>
  <p:tag name="KSO_WM_UNIT_PRESET_TEXT" val="单击此处编辑母版文本样式&#10;二级&#10;三级&#10;四级&#10;五级"/>
  <p:tag name="KSO_WM_UNIT_NOCLEAR" val="0"/>
  <p:tag name="KSO_WM_UNIT_TYPE" val="f"/>
  <p:tag name="KSO_WM_UNIT_INDEX" val="1"/>
  <p:tag name="KSO_WM_TEMPLATE_CATEGORY" val="custom"/>
  <p:tag name="KSO_WM_TEMPLATE_INDEX" val="40490145"/>
  <p:tag name="KSO_WM_UNIT_ISNUMDGMTITLE" val="0"/>
</p:tagLst>
</file>

<file path=ppt/tags/tag258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0*a*1"/>
  <p:tag name="KSO_WM_UNIT_LAYERLEVEL" val="1"/>
  <p:tag name="KSO_WM_TAG_VERSION" val="3.0"/>
  <p:tag name="KSO_WM_BEAUTIFY_FLAG" val="#wm#"/>
  <p:tag name="KSO_WM_UNIT_ISCONTENTSTITLE" val="0"/>
  <p:tag name="KSO_WM_UNIT_ISNUMDGMTITLE" val="0"/>
  <p:tag name="KSO_WM_UNIT_PRESET_TEXT" val="单击此处编辑母版标题样式"/>
  <p:tag name="KSO_WM_UNIT_NOCLEAR" val="0"/>
  <p:tag name="KSO_WM_UNIT_TYPE" val="a"/>
  <p:tag name="KSO_WM_UNIT_INDEX" val="1"/>
  <p:tag name="KSO_WM_TEMPLATE_CATEGORY" val="custom"/>
  <p:tag name="KSO_WM_TEMPLATE_INDEX" val="40490145"/>
</p:tagLst>
</file>

<file path=ppt/tags/tag259.xml><?xml version="1.0" encoding="utf-8"?>
<p:tagLst xmlns:p="http://schemas.openxmlformats.org/presentationml/2006/main">
  <p:tag name="KSO_WM_TEMPLATE_SUBCATEGORY" val="29"/>
  <p:tag name="KSO_WM_BEAUTIFY_FLAG" val="#wm#"/>
  <p:tag name="KSO_WM_TEMPLATE_SLIDE_ID" val="slide_7d1b418b74e2b859"/>
  <p:tag name="KSO_WM_TEMPLATE_THUMBS_INDEX" val="1、9"/>
  <p:tag name="KSO_WM_TEMPLATE_INDEX" val="40490145"/>
  <p:tag name="KSO_WM_TEMPLATE_CATEGORY" val="custom"/>
  <p:tag name="KSO_WM_TEMPLATE_MASTER_TYPE" val="0"/>
  <p:tag name="KSO_WM_TAG_VERSION" val="3.0"/>
</p:tagLst>
</file>

<file path=ppt/tags/tag260.xml><?xml version="1.0" encoding="utf-8"?>
<p:tagLst xmlns:p="http://schemas.openxmlformats.org/presentationml/2006/main">
  <p:tag name="KSO_WM_AITEMPLATE_STYLE_ID" val="69796633058"/>
</p:tagLst>
</file>

<file path=ppt/tags/tag261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**"/>
  <p:tag name="KSO_WM_UNIT_LAYERLEVEL" val="1"/>
  <p:tag name="KSO_WM_TAG_VERSION" val="3.0"/>
  <p:tag name="KSO_WM_BEAUTIFY_FLAG" val="#wm#"/>
  <p:tag name="KSO_WM_UNIT_ISNUMDGMTITLE" val="0"/>
  <p:tag name="KSO_WM_UNIT_NOCLEAR" val="0"/>
  <p:tag name="KSO_WM_TEMPLATE_INDEX" val="40490145"/>
  <p:tag name="KSO_WM_TEMPLATE_CATEGORY" val="custom"/>
</p:tagLst>
</file>

<file path=ppt/tags/tag262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**"/>
  <p:tag name="KSO_WM_UNIT_LAYERLEVEL" val="1"/>
  <p:tag name="KSO_WM_TAG_VERSION" val="3.0"/>
  <p:tag name="KSO_WM_BEAUTIFY_FLAG" val="#wm#"/>
  <p:tag name="KSO_WM_UNIT_ISNUMDGMTITLE" val="0"/>
  <p:tag name="KSO_WM_UNIT_NOCLEAR" val="0"/>
  <p:tag name="KSO_WM_TEMPLATE_INDEX" val="40490145"/>
  <p:tag name="KSO_WM_TEMPLATE_CATEGORY" val="custom"/>
</p:tagLst>
</file>

<file path=ppt/tags/tag263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**"/>
  <p:tag name="KSO_WM_UNIT_LAYERLEVEL" val="1"/>
  <p:tag name="KSO_WM_TAG_VERSION" val="3.0"/>
  <p:tag name="KSO_WM_BEAUTIFY_FLAG" val="#wm#"/>
  <p:tag name="KSO_WM_UNIT_ISNUMDGMTITLE" val="0"/>
  <p:tag name="KSO_WM_UNIT_NOCLEAR" val="0"/>
  <p:tag name="KSO_WM_TEMPLATE_INDEX" val="40490145"/>
  <p:tag name="KSO_WM_TEMPLATE_CATEGORY" val="custom"/>
</p:tagLst>
</file>

<file path=ppt/tags/tag264.xml><?xml version="1.0" encoding="utf-8"?>
<p:tagLst xmlns:p="http://schemas.openxmlformats.org/presentationml/2006/main">
  <p:tag name="KSO_WM_BEAUTIFY_FLAG" val="#fgm#"/>
  <p:tag name="KSO_WM_FIGMA_FLAG" val="#fgm#"/>
  <p:tag name="KSO_WM_UNIT_INDEX" val="1"/>
  <p:tag name="KSO_WM_UNIT_TYPE" val="a"/>
  <p:tag name="KSO_WM_LAYOUT_CHECK_HASH" val="d747afea6b88f4bc5f9008218c5f3e47129a072f"/>
  <p:tag name="KSO_WM_NEWLAYOUT_GROUP_ID" val="layout_51"/>
  <p:tag name="KSO_WM_NEWLAYOUT_ID" val="slide_05fa846ee28ead8f"/>
</p:tagLst>
</file>

<file path=ppt/tags/tag265.xml><?xml version="1.0" encoding="utf-8"?>
<p:tagLst xmlns:p="http://schemas.openxmlformats.org/presentationml/2006/main">
  <p:tag name="KSO_WM_BEAUTIFY_FLAG" val="#fgm#"/>
  <p:tag name="KSO_WM_FIGMA_FLAG" val="#fgm#"/>
  <p:tag name="KSO_WM_UNIT_INDEX" val="1"/>
  <p:tag name="KSO_WM_UNIT_TYPE" val="d"/>
</p:tagLst>
</file>

<file path=ppt/tags/tag266.xml><?xml version="1.0" encoding="utf-8"?>
<p:tagLst xmlns:p="http://schemas.openxmlformats.org/presentationml/2006/main">
  <p:tag name="KSO_WM_BEAUTIFY_FLAG" val="#fgm#"/>
  <p:tag name="KSO_WM_DIAGRAM_GROUP_CODE" val="1"/>
  <p:tag name="KSO_WM_FIGMA_FLAG" val="#fgm#"/>
  <p:tag name="KSO_WM_UNIT_INDEX" val="1_1_1"/>
  <p:tag name="KSO_WM_UNIT_TYPE" val="l_h_a"/>
</p:tagLst>
</file>

<file path=ppt/tags/tag267.xml><?xml version="1.0" encoding="utf-8"?>
<p:tagLst xmlns:p="http://schemas.openxmlformats.org/presentationml/2006/main">
  <p:tag name="KSO_WM_BEAUTIFY_FLAG" val="#fgm#"/>
  <p:tag name="KSO_WM_DIAGRAM_GROUP_CODE" val="1"/>
  <p:tag name="KSO_WM_FIGMA_FLAG" val="#fgm#"/>
  <p:tag name="KSO_WM_UNIT_INDEX" val="1_1_1"/>
  <p:tag name="KSO_WM_UNIT_TYPE" val="l_h_f"/>
</p:tagLst>
</file>

<file path=ppt/tags/tag268.xml><?xml version="1.0" encoding="utf-8"?>
<p:tagLst xmlns:p="http://schemas.openxmlformats.org/presentationml/2006/main">
  <p:tag name="KSO_WM_BEAUTIFY_FLAG" val="#fgm#"/>
  <p:tag name="KSO_WM_DIAGRAM_GROUP_CODE" val="1"/>
  <p:tag name="KSO_WM_FIGMA_FLAG" val="#fgm#"/>
  <p:tag name="KSO_WM_UNIT_INDEX" val="1_2_1"/>
  <p:tag name="KSO_WM_UNIT_TYPE" val="l_h_a"/>
</p:tagLst>
</file>

<file path=ppt/tags/tag269.xml><?xml version="1.0" encoding="utf-8"?>
<p:tagLst xmlns:p="http://schemas.openxmlformats.org/presentationml/2006/main">
  <p:tag name="KSO_WM_BEAUTIFY_FLAG" val="#fgm#"/>
  <p:tag name="KSO_WM_DIAGRAM_GROUP_CODE" val="1"/>
  <p:tag name="KSO_WM_FIGMA_FLAG" val="#fgm#"/>
  <p:tag name="KSO_WM_UNIT_INDEX" val="1_2_1"/>
  <p:tag name="KSO_WM_UNIT_TYPE" val="l_h_f"/>
</p:tagLst>
</file>

<file path=ppt/tags/tag270.xml><?xml version="1.0" encoding="utf-8"?>
<p:tagLst xmlns:p="http://schemas.openxmlformats.org/presentationml/2006/main">
  <p:tag name="KSO_WM_BEAUTIFY_FLAG" val="#fgm#"/>
  <p:tag name="KSO_WM_DIAGRAM_GROUP_CODE" val="1"/>
  <p:tag name="KSO_WM_FIGMA_FLAG" val="#fgm#"/>
  <p:tag name="KSO_WM_UNIT_INDEX" val="1_3_1"/>
  <p:tag name="KSO_WM_UNIT_TYPE" val="l_h_a"/>
</p:tagLst>
</file>

<file path=ppt/tags/tag271.xml><?xml version="1.0" encoding="utf-8"?>
<p:tagLst xmlns:p="http://schemas.openxmlformats.org/presentationml/2006/main">
  <p:tag name="KSO_WM_BEAUTIFY_FLAG" val="#fgm#"/>
  <p:tag name="KSO_WM_DIAGRAM_GROUP_CODE" val="1"/>
  <p:tag name="KSO_WM_FIGMA_FLAG" val="#fgm#"/>
  <p:tag name="KSO_WM_UNIT_INDEX" val="1_3_1"/>
  <p:tag name="KSO_WM_UNIT_TYPE" val="l_h_f"/>
</p:tagLst>
</file>

<file path=ppt/tags/tag272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**"/>
  <p:tag name="KSO_WM_UNIT_LAYERLEVEL" val="1"/>
  <p:tag name="KSO_WM_TAG_VERSION" val="3.0"/>
  <p:tag name="KSO_WM_BEAUTIFY_FLAG" val="#wm#"/>
  <p:tag name="KSO_WM_UNIT_ISNUMDGMTITLE" val="0"/>
  <p:tag name="KSO_WM_UNIT_NOCLEAR" val="0"/>
  <p:tag name="KSO_WM_TEMPLATE_INDEX" val="40490145"/>
  <p:tag name="KSO_WM_TEMPLATE_CATEGORY" val="custom"/>
</p:tagLst>
</file>

<file path=ppt/tags/tag273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**"/>
  <p:tag name="KSO_WM_UNIT_LAYERLEVEL" val="1"/>
  <p:tag name="KSO_WM_TAG_VERSION" val="3.0"/>
  <p:tag name="KSO_WM_BEAUTIFY_FLAG" val="#wm#"/>
  <p:tag name="KSO_WM_UNIT_ISNUMDGMTITLE" val="0"/>
  <p:tag name="KSO_WM_UNIT_NOCLEAR" val="0"/>
  <p:tag name="KSO_WM_TEMPLATE_INDEX" val="40490145"/>
  <p:tag name="KSO_WM_TEMPLATE_CATEGORY" val="custom"/>
</p:tagLst>
</file>

<file path=ppt/tags/tag274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**"/>
  <p:tag name="KSO_WM_UNIT_LAYERLEVEL" val="1"/>
  <p:tag name="KSO_WM_TAG_VERSION" val="3.0"/>
  <p:tag name="KSO_WM_BEAUTIFY_FLAG" val="#wm#"/>
  <p:tag name="KSO_WM_UNIT_ISNUMDGMTITLE" val="0"/>
  <p:tag name="KSO_WM_UNIT_NOCLEAR" val="0"/>
  <p:tag name="KSO_WM_TEMPLATE_INDEX" val="40490145"/>
  <p:tag name="KSO_WM_TEMPLATE_CATEGORY" val="custom"/>
</p:tagLst>
</file>

<file path=ppt/tags/tag275.xml><?xml version="1.0" encoding="utf-8"?>
<p:tagLst xmlns:p="http://schemas.openxmlformats.org/presentationml/2006/main">
  <p:tag name="KSO_WM_BEAUTIFY_FLAG" val="#fgm#"/>
  <p:tag name="KSO_WM_FIGMA_FLAG" val="#fgm#"/>
  <p:tag name="KSO_WM_UNIT_INDEX" val="1"/>
  <p:tag name="KSO_WM_UNIT_TYPE" val="a"/>
  <p:tag name="KSO_WM_LAYOUT_CHECK_HASH" val="6a50b4256922e4377c479bf52882f0b2fe39210d"/>
  <p:tag name="KSO_WM_NEWLAYOUT_GROUP_ID" val="layout_10003"/>
  <p:tag name="KSO_WM_NEWLAYOUT_ID" val="slide_07a157e0b255a435"/>
</p:tagLst>
</file>

<file path=ppt/tags/tag276.xml><?xml version="1.0" encoding="utf-8"?>
<p:tagLst xmlns:p="http://schemas.openxmlformats.org/presentationml/2006/main">
  <p:tag name="KSO_WM_BEAUTIFY_FLAG" val="#fgm#"/>
  <p:tag name="KSO_WM_DIAGRAM_GROUP_CODE" val="1"/>
  <p:tag name="KSO_WM_FIGMA_FLAG" val="#fgm#"/>
  <p:tag name="KSO_WM_UNIT_INDEX" val="1_1_1"/>
  <p:tag name="KSO_WM_UNIT_TYPE" val="l_h_a"/>
</p:tagLst>
</file>

<file path=ppt/tags/tag277.xml><?xml version="1.0" encoding="utf-8"?>
<p:tagLst xmlns:p="http://schemas.openxmlformats.org/presentationml/2006/main">
  <p:tag name="KSO_WM_FIGMA_DECORATION_INDEX" val="18"/>
  <p:tag name="$PH_EXT" val="2"/>
  <p:tag name="KSO_WM_BEAUTIFY_FLAG" val="#fgm#"/>
  <p:tag name="KSO_WM_DIAGRAM_GROUP_CODE" val="1"/>
  <p:tag name="KSO_WM_FIGMA_FLAG" val="#fgm#"/>
  <p:tag name="KSO_WM_SHAPE_BGTYPE" val="lt1"/>
  <p:tag name="KSO_WM_SHAPE_BRIGHT_DATA" val="[{&quot;dk1&quot;:-60,&quot;dk2&quot;:-50,&quot;lt1&quot;:90,&quot;lt2&quot;:100},{&quot;dk1&quot;:-60,&quot;dk2&quot;:-50,&quot;lt1&quot;:90,&quot;lt2&quot;:100}]"/>
  <p:tag name="KSO_WM_SHAPE_UPDATE_BRIGHT" val="1"/>
  <p:tag name="KSO_WM_SYNC_SLIDE_TEXT" val="1"/>
  <p:tag name="KSO_WM_UNIT_INDEX" val="1_1_1"/>
  <p:tag name="KSO_WM_UNIT_TYPE" val="l_h_i"/>
</p:tagLst>
</file>

<file path=ppt/tags/tag278.xml><?xml version="1.0" encoding="utf-8"?>
<p:tagLst xmlns:p="http://schemas.openxmlformats.org/presentationml/2006/main">
  <p:tag name="KSO_WM_BEAUTIFY_FLAG" val="#fgm#"/>
  <p:tag name="KSO_WM_DIAGRAM_GROUP_CODE" val="1"/>
  <p:tag name="KSO_WM_FIGMA_FLAG" val="#fgm#"/>
  <p:tag name="KSO_WM_UNIT_INDEX" val="1_1_1"/>
  <p:tag name="KSO_WM_UNIT_TYPE" val="l_h_f"/>
</p:tagLst>
</file>

<file path=ppt/tags/tag279.xml><?xml version="1.0" encoding="utf-8"?>
<p:tagLst xmlns:p="http://schemas.openxmlformats.org/presentationml/2006/main">
  <p:tag name="KSO_WM_BEAUTIFY_FLAG" val="#fgm#"/>
  <p:tag name="KSO_WM_DIAGRAM_GROUP_CODE" val="1"/>
  <p:tag name="KSO_WM_FIGMA_FLAG" val="#fgm#"/>
  <p:tag name="KSO_WM_UNIT_INDEX" val="1_2_1"/>
  <p:tag name="KSO_WM_UNIT_TYPE" val="l_h_a"/>
</p:tagLst>
</file>

<file path=ppt/tags/tag280.xml><?xml version="1.0" encoding="utf-8"?>
<p:tagLst xmlns:p="http://schemas.openxmlformats.org/presentationml/2006/main">
  <p:tag name="KSO_WM_FIGMA_DECORATION_INDEX" val="18"/>
  <p:tag name="$PH_EXT" val="2"/>
  <p:tag name="KSO_WM_BEAUTIFY_FLAG" val="#fgm#"/>
  <p:tag name="KSO_WM_DIAGRAM_GROUP_CODE" val="1"/>
  <p:tag name="KSO_WM_FIGMA_FLAG" val="#fgm#"/>
  <p:tag name="KSO_WM_SHAPE_BGTYPE" val="lt1"/>
  <p:tag name="KSO_WM_SHAPE_BRIGHT_DATA" val="[{&quot;dk1&quot;:-60,&quot;dk2&quot;:-50,&quot;lt1&quot;:90,&quot;lt2&quot;:100},{&quot;dk1&quot;:-60,&quot;dk2&quot;:-50,&quot;lt1&quot;:90,&quot;lt2&quot;:100}]"/>
  <p:tag name="KSO_WM_SHAPE_UPDATE_BRIGHT" val="1"/>
  <p:tag name="KSO_WM_SYNC_SLIDE_TEXT" val="1"/>
  <p:tag name="KSO_WM_UNIT_INDEX" val="1_2_1"/>
  <p:tag name="KSO_WM_UNIT_TYPE" val="l_h_i"/>
</p:tagLst>
</file>

<file path=ppt/tags/tag281.xml><?xml version="1.0" encoding="utf-8"?>
<p:tagLst xmlns:p="http://schemas.openxmlformats.org/presentationml/2006/main">
  <p:tag name="KSO_WM_BEAUTIFY_FLAG" val="#fgm#"/>
  <p:tag name="KSO_WM_DIAGRAM_GROUP_CODE" val="1"/>
  <p:tag name="KSO_WM_FIGMA_FLAG" val="#fgm#"/>
  <p:tag name="KSO_WM_UNIT_INDEX" val="1_2_1"/>
  <p:tag name="KSO_WM_UNIT_TYPE" val="l_h_f"/>
</p:tagLst>
</file>

<file path=ppt/tags/tag282.xml><?xml version="1.0" encoding="utf-8"?>
<p:tagLst xmlns:p="http://schemas.openxmlformats.org/presentationml/2006/main">
  <p:tag name="KSO_WM_BEAUTIFY_FLAG" val="#fgm#"/>
  <p:tag name="KSO_WM_DIAGRAM_GROUP_CODE" val="1"/>
  <p:tag name="KSO_WM_FIGMA_FLAG" val="#fgm#"/>
  <p:tag name="KSO_WM_UNIT_INDEX" val="1_3_1"/>
  <p:tag name="KSO_WM_UNIT_TYPE" val="l_h_a"/>
</p:tagLst>
</file>

<file path=ppt/tags/tag283.xml><?xml version="1.0" encoding="utf-8"?>
<p:tagLst xmlns:p="http://schemas.openxmlformats.org/presentationml/2006/main">
  <p:tag name="KSO_WM_FIGMA_DECORATION_INDEX" val="18"/>
  <p:tag name="$PH_EXT" val="2"/>
  <p:tag name="KSO_WM_BEAUTIFY_FLAG" val="#fgm#"/>
  <p:tag name="KSO_WM_DIAGRAM_GROUP_CODE" val="1"/>
  <p:tag name="KSO_WM_FIGMA_FLAG" val="#fgm#"/>
  <p:tag name="KSO_WM_SHAPE_BGTYPE" val="lt1"/>
  <p:tag name="KSO_WM_SHAPE_BRIGHT_DATA" val="[{&quot;dk1&quot;:-60,&quot;dk2&quot;:-50,&quot;lt1&quot;:90,&quot;lt2&quot;:100},{&quot;dk1&quot;:-60,&quot;dk2&quot;:-50,&quot;lt1&quot;:90,&quot;lt2&quot;:100}]"/>
  <p:tag name="KSO_WM_SHAPE_UPDATE_BRIGHT" val="1"/>
  <p:tag name="KSO_WM_SYNC_SLIDE_TEXT" val="1"/>
  <p:tag name="KSO_WM_UNIT_INDEX" val="1_3_1"/>
  <p:tag name="KSO_WM_UNIT_TYPE" val="l_h_i"/>
</p:tagLst>
</file>

<file path=ppt/tags/tag284.xml><?xml version="1.0" encoding="utf-8"?>
<p:tagLst xmlns:p="http://schemas.openxmlformats.org/presentationml/2006/main">
  <p:tag name="KSO_WM_BEAUTIFY_FLAG" val="#fgm#"/>
  <p:tag name="KSO_WM_DIAGRAM_GROUP_CODE" val="1"/>
  <p:tag name="KSO_WM_FIGMA_FLAG" val="#fgm#"/>
  <p:tag name="KSO_WM_UNIT_INDEX" val="1_3_1"/>
  <p:tag name="KSO_WM_UNIT_TYPE" val="l_h_f"/>
</p:tagLst>
</file>

<file path=ppt/tags/tag285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**"/>
  <p:tag name="KSO_WM_UNIT_LAYERLEVEL" val="1"/>
  <p:tag name="KSO_WM_TAG_VERSION" val="3.0"/>
  <p:tag name="KSO_WM_BEAUTIFY_FLAG" val="#wm#"/>
  <p:tag name="KSO_WM_UNIT_ISNUMDGMTITLE" val="0"/>
  <p:tag name="KSO_WM_UNIT_NOCLEAR" val="0"/>
  <p:tag name="KSO_WM_TEMPLATE_INDEX" val="40490145"/>
  <p:tag name="KSO_WM_TEMPLATE_CATEGORY" val="custom"/>
</p:tagLst>
</file>

<file path=ppt/tags/tag286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**"/>
  <p:tag name="KSO_WM_UNIT_LAYERLEVEL" val="1"/>
  <p:tag name="KSO_WM_TAG_VERSION" val="3.0"/>
  <p:tag name="KSO_WM_BEAUTIFY_FLAG" val="#wm#"/>
  <p:tag name="KSO_WM_UNIT_ISNUMDGMTITLE" val="0"/>
  <p:tag name="KSO_WM_UNIT_NOCLEAR" val="0"/>
  <p:tag name="KSO_WM_TEMPLATE_INDEX" val="40490145"/>
  <p:tag name="KSO_WM_TEMPLATE_CATEGORY" val="custom"/>
</p:tagLst>
</file>

<file path=ppt/tags/tag287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**"/>
  <p:tag name="KSO_WM_UNIT_LAYERLEVEL" val="1"/>
  <p:tag name="KSO_WM_TAG_VERSION" val="3.0"/>
  <p:tag name="KSO_WM_BEAUTIFY_FLAG" val="#wm#"/>
  <p:tag name="KSO_WM_UNIT_ISNUMDGMTITLE" val="0"/>
  <p:tag name="KSO_WM_UNIT_NOCLEAR" val="0"/>
  <p:tag name="KSO_WM_TEMPLATE_INDEX" val="40490145"/>
  <p:tag name="KSO_WM_TEMPLATE_CATEGORY" val="custom"/>
</p:tagLst>
</file>

<file path=ppt/tags/tag288.xml><?xml version="1.0" encoding="utf-8"?>
<p:tagLst xmlns:p="http://schemas.openxmlformats.org/presentationml/2006/main">
  <p:tag name="KSO_WM_BEAUTIFY_FLAG" val="#fgm#"/>
  <p:tag name="KSO_WM_FIGMA_FLAG" val="#fgm#"/>
  <p:tag name="KSO_WM_UNIT_INDEX" val="1"/>
  <p:tag name="KSO_WM_UNIT_TYPE" val="a"/>
  <p:tag name="KSO_WM_LAYOUT_CHECK_HASH" val="2f8e4e99c0715915c4c59264b594029b978f7955"/>
  <p:tag name="KSO_WM_NEWLAYOUT_GROUP_ID" val="layout_49"/>
  <p:tag name="KSO_WM_NEWLAYOUT_ID" val="slide_10d35a04bcb4fa26"/>
</p:tagLst>
</file>

<file path=ppt/tags/tag289.xml><?xml version="1.0" encoding="utf-8"?>
<p:tagLst xmlns:p="http://schemas.openxmlformats.org/presentationml/2006/main">
  <p:tag name="KSO_WM_FIGMA_DECORATION_INDEX" val="14"/>
  <p:tag name="$PH_EXT" val="2"/>
  <p:tag name="KSO_WM_BEAUTIFY_FLAG" val="#fgm#"/>
  <p:tag name="KSO_WM_DIAGRAM_GROUP_CODE" val="1"/>
  <p:tag name="KSO_WM_FIGMA_FLAG" val="#fgm#"/>
  <p:tag name="KSO_WM_SYNC_SLIDE_TEXT" val="1"/>
  <p:tag name="KSO_WM_UNIT_INDEX" val="1_1_1"/>
  <p:tag name="KSO_WM_UNIT_TYPE" val="l_h_i"/>
</p:tagLst>
</file>

<file path=ppt/tags/tag290.xml><?xml version="1.0" encoding="utf-8"?>
<p:tagLst xmlns:p="http://schemas.openxmlformats.org/presentationml/2006/main">
  <p:tag name="KSO_WM_BEAUTIFY_FLAG" val="#fgm#"/>
  <p:tag name="KSO_WM_DIAGRAM_GROUP_CODE" val="1"/>
  <p:tag name="KSO_WM_FIGMA_FLAG" val="#fgm#"/>
  <p:tag name="KSO_WM_UNIT_INDEX" val="1_1_2"/>
  <p:tag name="KSO_WM_UNIT_SUBTYPE" val="d"/>
  <p:tag name="KSO_WM_UNIT_TYPE" val="l_h_i"/>
</p:tagLst>
</file>

<file path=ppt/tags/tag291.xml><?xml version="1.0" encoding="utf-8"?>
<p:tagLst xmlns:p="http://schemas.openxmlformats.org/presentationml/2006/main">
  <p:tag name="KSO_WM_BEAUTIFY_FLAG" val="#fgm#"/>
  <p:tag name="KSO_WM_DIAGRAM_GROUP_CODE" val="1"/>
  <p:tag name="KSO_WM_FIGMA_FLAG" val="#fgm#"/>
  <p:tag name="KSO_WM_UNIT_INDEX" val="1_1_1"/>
  <p:tag name="KSO_WM_UNIT_TYPE" val="l_h_a"/>
</p:tagLst>
</file>

<file path=ppt/tags/tag292.xml><?xml version="1.0" encoding="utf-8"?>
<p:tagLst xmlns:p="http://schemas.openxmlformats.org/presentationml/2006/main">
  <p:tag name="KSO_WM_BEAUTIFY_FLAG" val="#fgm#"/>
  <p:tag name="KSO_WM_DIAGRAM_GROUP_CODE" val="1"/>
  <p:tag name="KSO_WM_FIGMA_FLAG" val="#fgm#"/>
  <p:tag name="KSO_WM_UNIT_INDEX" val="1_1_1"/>
  <p:tag name="KSO_WM_UNIT_TYPE" val="l_h_f"/>
</p:tagLst>
</file>

<file path=ppt/tags/tag293.xml><?xml version="1.0" encoding="utf-8"?>
<p:tagLst xmlns:p="http://schemas.openxmlformats.org/presentationml/2006/main">
  <p:tag name="KSO_WM_FIGMA_DECORATION_INDEX" val="14"/>
  <p:tag name="$PH_EXT" val="2"/>
  <p:tag name="KSO_WM_BEAUTIFY_FLAG" val="#fgm#"/>
  <p:tag name="KSO_WM_DIAGRAM_GROUP_CODE" val="1"/>
  <p:tag name="KSO_WM_FIGMA_FLAG" val="#fgm#"/>
  <p:tag name="KSO_WM_SYNC_SLIDE_TEXT" val="1"/>
  <p:tag name="KSO_WM_UNIT_INDEX" val="1_2_1"/>
  <p:tag name="KSO_WM_UNIT_TYPE" val="l_h_i"/>
</p:tagLst>
</file>

<file path=ppt/tags/tag294.xml><?xml version="1.0" encoding="utf-8"?>
<p:tagLst xmlns:p="http://schemas.openxmlformats.org/presentationml/2006/main">
  <p:tag name="KSO_WM_BEAUTIFY_FLAG" val="#fgm#"/>
  <p:tag name="KSO_WM_DIAGRAM_GROUP_CODE" val="1"/>
  <p:tag name="KSO_WM_FIGMA_FLAG" val="#fgm#"/>
  <p:tag name="KSO_WM_UNIT_INDEX" val="1_2_2"/>
  <p:tag name="KSO_WM_UNIT_SUBTYPE" val="d"/>
  <p:tag name="KSO_WM_UNIT_TYPE" val="l_h_i"/>
</p:tagLst>
</file>

<file path=ppt/tags/tag295.xml><?xml version="1.0" encoding="utf-8"?>
<p:tagLst xmlns:p="http://schemas.openxmlformats.org/presentationml/2006/main">
  <p:tag name="KSO_WM_BEAUTIFY_FLAG" val="#fgm#"/>
  <p:tag name="KSO_WM_DIAGRAM_GROUP_CODE" val="1"/>
  <p:tag name="KSO_WM_FIGMA_FLAG" val="#fgm#"/>
  <p:tag name="KSO_WM_UNIT_INDEX" val="1_2_1"/>
  <p:tag name="KSO_WM_UNIT_TYPE" val="l_h_a"/>
</p:tagLst>
</file>

<file path=ppt/tags/tag296.xml><?xml version="1.0" encoding="utf-8"?>
<p:tagLst xmlns:p="http://schemas.openxmlformats.org/presentationml/2006/main">
  <p:tag name="KSO_WM_BEAUTIFY_FLAG" val="#fgm#"/>
  <p:tag name="KSO_WM_DIAGRAM_GROUP_CODE" val="1"/>
  <p:tag name="KSO_WM_FIGMA_FLAG" val="#fgm#"/>
  <p:tag name="KSO_WM_UNIT_INDEX" val="1_2_1"/>
  <p:tag name="KSO_WM_UNIT_TYPE" val="l_h_f"/>
</p:tagLst>
</file>

<file path=ppt/tags/tag297.xml><?xml version="1.0" encoding="utf-8"?>
<p:tagLst xmlns:p="http://schemas.openxmlformats.org/presentationml/2006/main">
  <p:tag name="KSO_WM_FIGMA_DECORATION_INDEX" val="14"/>
  <p:tag name="$PH_EXT" val="2"/>
  <p:tag name="KSO_WM_BEAUTIFY_FLAG" val="#fgm#"/>
  <p:tag name="KSO_WM_DIAGRAM_GROUP_CODE" val="1"/>
  <p:tag name="KSO_WM_FIGMA_FLAG" val="#fgm#"/>
  <p:tag name="KSO_WM_SYNC_SLIDE_TEXT" val="1"/>
  <p:tag name="KSO_WM_UNIT_INDEX" val="1_3_1"/>
  <p:tag name="KSO_WM_UNIT_TYPE" val="l_h_i"/>
</p:tagLst>
</file>

<file path=ppt/tags/tag298.xml><?xml version="1.0" encoding="utf-8"?>
<p:tagLst xmlns:p="http://schemas.openxmlformats.org/presentationml/2006/main">
  <p:tag name="KSO_WM_BEAUTIFY_FLAG" val="#fgm#"/>
  <p:tag name="KSO_WM_DIAGRAM_GROUP_CODE" val="1"/>
  <p:tag name="KSO_WM_FIGMA_FLAG" val="#fgm#"/>
  <p:tag name="KSO_WM_UNIT_INDEX" val="1_3_2"/>
  <p:tag name="KSO_WM_UNIT_SUBTYPE" val="d"/>
  <p:tag name="KSO_WM_UNIT_TYPE" val="l_h_i"/>
</p:tagLst>
</file>

<file path=ppt/tags/tag299.xml><?xml version="1.0" encoding="utf-8"?>
<p:tagLst xmlns:p="http://schemas.openxmlformats.org/presentationml/2006/main">
  <p:tag name="KSO_WM_BEAUTIFY_FLAG" val="#fgm#"/>
  <p:tag name="KSO_WM_DIAGRAM_GROUP_CODE" val="1"/>
  <p:tag name="KSO_WM_FIGMA_FLAG" val="#fgm#"/>
  <p:tag name="KSO_WM_UNIT_INDEX" val="1_3_1"/>
  <p:tag name="KSO_WM_UNIT_TYPE" val="l_h_a"/>
</p:tagLst>
</file>

<file path=ppt/tags/tag300.xml><?xml version="1.0" encoding="utf-8"?>
<p:tagLst xmlns:p="http://schemas.openxmlformats.org/presentationml/2006/main">
  <p:tag name="KSO_WM_BEAUTIFY_FLAG" val="#fgm#"/>
  <p:tag name="KSO_WM_DIAGRAM_GROUP_CODE" val="1"/>
  <p:tag name="KSO_WM_FIGMA_FLAG" val="#fgm#"/>
  <p:tag name="KSO_WM_UNIT_INDEX" val="1_3_1"/>
  <p:tag name="KSO_WM_UNIT_TYPE" val="l_h_f"/>
</p:tagLst>
</file>

<file path=ppt/tags/tag301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**"/>
  <p:tag name="KSO_WM_UNIT_LAYERLEVEL" val="1"/>
  <p:tag name="KSO_WM_TAG_VERSION" val="3.0"/>
  <p:tag name="KSO_WM_BEAUTIFY_FLAG" val="#wm#"/>
  <p:tag name="KSO_WM_UNIT_ISNUMDGMTITLE" val="0"/>
  <p:tag name="KSO_WM_UNIT_NOCLEAR" val="0"/>
  <p:tag name="KSO_WM_TEMPLATE_INDEX" val="40490145"/>
  <p:tag name="KSO_WM_TEMPLATE_CATEGORY" val="custom"/>
</p:tagLst>
</file>

<file path=ppt/tags/tag302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**"/>
  <p:tag name="KSO_WM_UNIT_LAYERLEVEL" val="1"/>
  <p:tag name="KSO_WM_TAG_VERSION" val="3.0"/>
  <p:tag name="KSO_WM_BEAUTIFY_FLAG" val="#wm#"/>
  <p:tag name="KSO_WM_UNIT_ISNUMDGMTITLE" val="0"/>
  <p:tag name="KSO_WM_UNIT_NOCLEAR" val="0"/>
  <p:tag name="KSO_WM_TEMPLATE_INDEX" val="40490145"/>
  <p:tag name="KSO_WM_TEMPLATE_CATEGORY" val="custom"/>
</p:tagLst>
</file>

<file path=ppt/tags/tag303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**"/>
  <p:tag name="KSO_WM_UNIT_LAYERLEVEL" val="1"/>
  <p:tag name="KSO_WM_TAG_VERSION" val="3.0"/>
  <p:tag name="KSO_WM_BEAUTIFY_FLAG" val="#wm#"/>
  <p:tag name="KSO_WM_UNIT_ISNUMDGMTITLE" val="0"/>
  <p:tag name="KSO_WM_UNIT_NOCLEAR" val="0"/>
  <p:tag name="KSO_WM_TEMPLATE_INDEX" val="40490145"/>
  <p:tag name="KSO_WM_TEMPLATE_CATEGORY" val="custom"/>
</p:tagLst>
</file>

<file path=ppt/tags/tag304.xml><?xml version="1.0" encoding="utf-8"?>
<p:tagLst xmlns:p="http://schemas.openxmlformats.org/presentationml/2006/main">
  <p:tag name="KSO_WM_BEAUTIFY_FLAG" val="#fgm#"/>
  <p:tag name="KSO_WM_FIGMA_FLAG" val="#fgm#"/>
  <p:tag name="KSO_WM_UNIT_INDEX" val="1"/>
  <p:tag name="KSO_WM_UNIT_TYPE" val="a"/>
  <p:tag name="KSO_WM_LAYOUT_CHECK_HASH" val="d1de0ecebf352369eb84e41ff729bf8df0f594dd"/>
  <p:tag name="KSO_WM_NEWLAYOUT_GROUP_ID" val="layout_10009"/>
  <p:tag name="KSO_WM_NEWLAYOUT_ID" val="slide_97a51ff2b1722ceb"/>
</p:tagLst>
</file>

<file path=ppt/tags/tag305.xml><?xml version="1.0" encoding="utf-8"?>
<p:tagLst xmlns:p="http://schemas.openxmlformats.org/presentationml/2006/main">
  <p:tag name="KSO_WM_BEAUTIFY_FLAG" val="#fgm#"/>
  <p:tag name="KSO_WM_DIAGRAM_GROUP_CODE" val="1"/>
  <p:tag name="KSO_WM_FIGMA_FLAG" val="#fgm#"/>
  <p:tag name="KSO_WM_UNIT_INDEX" val="1_1_1"/>
  <p:tag name="KSO_WM_UNIT_TYPE" val="l_h_d"/>
</p:tagLst>
</file>

<file path=ppt/tags/tag306.xml><?xml version="1.0" encoding="utf-8"?>
<p:tagLst xmlns:p="http://schemas.openxmlformats.org/presentationml/2006/main">
  <p:tag name="KSO_WM_BEAUTIFY_FLAG" val="#fgm#"/>
  <p:tag name="KSO_WM_DIAGRAM_GROUP_CODE" val="1"/>
  <p:tag name="KSO_WM_FIGMA_FLAG" val="#fgm#"/>
  <p:tag name="KSO_WM_UNIT_INDEX" val="1_1_1"/>
  <p:tag name="KSO_WM_UNIT_TYPE" val="l_h_a"/>
</p:tagLst>
</file>

<file path=ppt/tags/tag307.xml><?xml version="1.0" encoding="utf-8"?>
<p:tagLst xmlns:p="http://schemas.openxmlformats.org/presentationml/2006/main">
  <p:tag name="KSO_WM_BEAUTIFY_FLAG" val="#fgm#"/>
  <p:tag name="KSO_WM_DIAGRAM_GROUP_CODE" val="1"/>
  <p:tag name="KSO_WM_FIGMA_FLAG" val="#fgm#"/>
  <p:tag name="KSO_WM_UNIT_INDEX" val="1_1_1"/>
  <p:tag name="KSO_WM_UNIT_TYPE" val="l_h_f"/>
</p:tagLst>
</file>

<file path=ppt/tags/tag308.xml><?xml version="1.0" encoding="utf-8"?>
<p:tagLst xmlns:p="http://schemas.openxmlformats.org/presentationml/2006/main">
  <p:tag name="KSO_WM_BEAUTIFY_FLAG" val="#fgm#"/>
  <p:tag name="KSO_WM_DIAGRAM_GROUP_CODE" val="1"/>
  <p:tag name="KSO_WM_FIGMA_FLAG" val="#fgm#"/>
  <p:tag name="KSO_WM_UNIT_INDEX" val="1_2_1"/>
  <p:tag name="KSO_WM_UNIT_TYPE" val="l_h_d"/>
</p:tagLst>
</file>

<file path=ppt/tags/tag309.xml><?xml version="1.0" encoding="utf-8"?>
<p:tagLst xmlns:p="http://schemas.openxmlformats.org/presentationml/2006/main">
  <p:tag name="KSO_WM_BEAUTIFY_FLAG" val="#fgm#"/>
  <p:tag name="KSO_WM_DIAGRAM_GROUP_CODE" val="1"/>
  <p:tag name="KSO_WM_FIGMA_FLAG" val="#fgm#"/>
  <p:tag name="KSO_WM_UNIT_INDEX" val="1_2_1"/>
  <p:tag name="KSO_WM_UNIT_TYPE" val="l_h_a"/>
</p:tagLst>
</file>

<file path=ppt/tags/tag310.xml><?xml version="1.0" encoding="utf-8"?>
<p:tagLst xmlns:p="http://schemas.openxmlformats.org/presentationml/2006/main">
  <p:tag name="KSO_WM_BEAUTIFY_FLAG" val="#fgm#"/>
  <p:tag name="KSO_WM_DIAGRAM_GROUP_CODE" val="1"/>
  <p:tag name="KSO_WM_FIGMA_FLAG" val="#fgm#"/>
  <p:tag name="KSO_WM_UNIT_INDEX" val="1_2_1"/>
  <p:tag name="KSO_WM_UNIT_TYPE" val="l_h_f"/>
</p:tagLst>
</file>

<file path=ppt/tags/tag311.xml><?xml version="1.0" encoding="utf-8"?>
<p:tagLst xmlns:p="http://schemas.openxmlformats.org/presentationml/2006/main">
  <p:tag name="KSO_WM_BEAUTIFY_FLAG" val="#fgm#"/>
  <p:tag name="KSO_WM_DIAGRAM_GROUP_CODE" val="1"/>
  <p:tag name="KSO_WM_FIGMA_FLAG" val="#fgm#"/>
  <p:tag name="KSO_WM_UNIT_INDEX" val="1_3_1"/>
  <p:tag name="KSO_WM_UNIT_TYPE" val="l_h_d"/>
</p:tagLst>
</file>

<file path=ppt/tags/tag312.xml><?xml version="1.0" encoding="utf-8"?>
<p:tagLst xmlns:p="http://schemas.openxmlformats.org/presentationml/2006/main">
  <p:tag name="KSO_WM_BEAUTIFY_FLAG" val="#fgm#"/>
  <p:tag name="KSO_WM_DIAGRAM_GROUP_CODE" val="1"/>
  <p:tag name="KSO_WM_FIGMA_FLAG" val="#fgm#"/>
  <p:tag name="KSO_WM_UNIT_INDEX" val="1_3_1"/>
  <p:tag name="KSO_WM_UNIT_TYPE" val="l_h_a"/>
</p:tagLst>
</file>

<file path=ppt/tags/tag313.xml><?xml version="1.0" encoding="utf-8"?>
<p:tagLst xmlns:p="http://schemas.openxmlformats.org/presentationml/2006/main">
  <p:tag name="KSO_WM_BEAUTIFY_FLAG" val="#fgm#"/>
  <p:tag name="KSO_WM_DIAGRAM_GROUP_CODE" val="1"/>
  <p:tag name="KSO_WM_FIGMA_FLAG" val="#fgm#"/>
  <p:tag name="KSO_WM_UNIT_INDEX" val="1_3_1"/>
  <p:tag name="KSO_WM_UNIT_TYPE" val="l_h_f"/>
</p:tagLst>
</file>

<file path=ppt/tags/tag314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**"/>
  <p:tag name="KSO_WM_UNIT_LAYERLEVEL" val="1"/>
  <p:tag name="KSO_WM_TAG_VERSION" val="3.0"/>
  <p:tag name="KSO_WM_BEAUTIFY_FLAG" val="#wm#"/>
  <p:tag name="KSO_WM_UNIT_ISNUMDGMTITLE" val="0"/>
  <p:tag name="KSO_WM_UNIT_NOCLEAR" val="0"/>
  <p:tag name="KSO_WM_TEMPLATE_INDEX" val="40490145"/>
  <p:tag name="KSO_WM_TEMPLATE_CATEGORY" val="custom"/>
</p:tagLst>
</file>

<file path=ppt/tags/tag315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**"/>
  <p:tag name="KSO_WM_UNIT_LAYERLEVEL" val="1"/>
  <p:tag name="KSO_WM_TAG_VERSION" val="3.0"/>
  <p:tag name="KSO_WM_BEAUTIFY_FLAG" val="#wm#"/>
  <p:tag name="KSO_WM_UNIT_ISNUMDGMTITLE" val="0"/>
  <p:tag name="KSO_WM_UNIT_NOCLEAR" val="0"/>
  <p:tag name="KSO_WM_TEMPLATE_INDEX" val="40490145"/>
  <p:tag name="KSO_WM_TEMPLATE_CATEGORY" val="custom"/>
</p:tagLst>
</file>

<file path=ppt/tags/tag316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**"/>
  <p:tag name="KSO_WM_UNIT_LAYERLEVEL" val="1"/>
  <p:tag name="KSO_WM_TAG_VERSION" val="3.0"/>
  <p:tag name="KSO_WM_BEAUTIFY_FLAG" val="#wm#"/>
  <p:tag name="KSO_WM_UNIT_ISNUMDGMTITLE" val="0"/>
  <p:tag name="KSO_WM_UNIT_NOCLEAR" val="0"/>
  <p:tag name="KSO_WM_TEMPLATE_INDEX" val="40490145"/>
  <p:tag name="KSO_WM_TEMPLATE_CATEGORY" val="custom"/>
</p:tagLst>
</file>

<file path=ppt/tags/tag317.xml><?xml version="1.0" encoding="utf-8"?>
<p:tagLst xmlns:p="http://schemas.openxmlformats.org/presentationml/2006/main">
  <p:tag name="KSO_WM_BEAUTIFY_FLAG" val="#fgm#"/>
  <p:tag name="KSO_WM_FIGMA_FLAG" val="#fgm#"/>
  <p:tag name="KSO_WM_UNIT_INDEX" val="1"/>
  <p:tag name="KSO_WM_UNIT_TYPE" val="a"/>
  <p:tag name="KSO_WM_LAYOUT_CHECK_HASH" val="e0c9df70361f8c794e5de907979fd8c45d40cd97"/>
  <p:tag name="KSO_WM_NEWLAYOUT_GROUP_ID" val="layout_42"/>
  <p:tag name="KSO_WM_NEWLAYOUT_ID" val="slide_3fa2b457fbd1d7e4"/>
</p:tagLst>
</file>

<file path=ppt/tags/tag318.xml><?xml version="1.0" encoding="utf-8"?>
<p:tagLst xmlns:p="http://schemas.openxmlformats.org/presentationml/2006/main">
  <p:tag name="KSO_WM_BEAUTIFY_FLAG" val="#fgm#"/>
  <p:tag name="KSO_WM_FIGMA_FLAG" val="#fgm#"/>
  <p:tag name="KSO_WM_UNIT_INDEX" val="1"/>
  <p:tag name="KSO_WM_UNIT_TYPE" val="d"/>
</p:tagLst>
</file>

<file path=ppt/tags/tag319.xml><?xml version="1.0" encoding="utf-8"?>
<p:tagLst xmlns:p="http://schemas.openxmlformats.org/presentationml/2006/main">
  <p:tag name="KSO_WM_FIGMA_DECORATION_INDEX" val="19"/>
  <p:tag name="$PH_EXT" val="2"/>
  <p:tag name="KSO_WM_BEAUTIFY_FLAG" val="#fgm#"/>
  <p:tag name="KSO_WM_DIAGRAM_GROUP_CODE" val="1"/>
  <p:tag name="KSO_WM_FIGMA_FLAG" val="#fgm#"/>
  <p:tag name="KSO_WM_SYNC_SLIDE_TEXT" val="1"/>
  <p:tag name="KSO_WM_UNIT_INDEX" val="1_1_1"/>
  <p:tag name="KSO_WM_UNIT_TYPE" val="l_h_i"/>
</p:tagLst>
</file>

<file path=ppt/tags/tag320.xml><?xml version="1.0" encoding="utf-8"?>
<p:tagLst xmlns:p="http://schemas.openxmlformats.org/presentationml/2006/main">
  <p:tag name="KSO_WM_BEAUTIFY_FLAG" val="#fgm#"/>
  <p:tag name="KSO_WM_DIAGRAM_GROUP_CODE" val="1"/>
  <p:tag name="KSO_WM_FIGMA_FLAG" val="#fgm#"/>
  <p:tag name="KSO_WM_UNIT_INDEX" val="1_1_1"/>
  <p:tag name="KSO_WM_UNIT_TYPE" val="l_h_a"/>
</p:tagLst>
</file>

<file path=ppt/tags/tag321.xml><?xml version="1.0" encoding="utf-8"?>
<p:tagLst xmlns:p="http://schemas.openxmlformats.org/presentationml/2006/main">
  <p:tag name="KSO_WM_BEAUTIFY_FLAG" val="#fgm#"/>
  <p:tag name="KSO_WM_DIAGRAM_GROUP_CODE" val="1"/>
  <p:tag name="KSO_WM_FIGMA_FLAG" val="#fgm#"/>
  <p:tag name="KSO_WM_UNIT_INDEX" val="1_1_1"/>
  <p:tag name="KSO_WM_UNIT_TYPE" val="l_h_f"/>
</p:tagLst>
</file>

<file path=ppt/tags/tag322.xml><?xml version="1.0" encoding="utf-8"?>
<p:tagLst xmlns:p="http://schemas.openxmlformats.org/presentationml/2006/main">
  <p:tag name="KSO_WM_FIGMA_DECORATION_INDEX" val="19"/>
  <p:tag name="$PH_EXT" val="2"/>
  <p:tag name="KSO_WM_BEAUTIFY_FLAG" val="#fgm#"/>
  <p:tag name="KSO_WM_DIAGRAM_GROUP_CODE" val="1"/>
  <p:tag name="KSO_WM_FIGMA_FLAG" val="#fgm#"/>
  <p:tag name="KSO_WM_SYNC_SLIDE_TEXT" val="1"/>
  <p:tag name="KSO_WM_UNIT_INDEX" val="1_2_1"/>
  <p:tag name="KSO_WM_UNIT_TYPE" val="l_h_i"/>
</p:tagLst>
</file>

<file path=ppt/tags/tag323.xml><?xml version="1.0" encoding="utf-8"?>
<p:tagLst xmlns:p="http://schemas.openxmlformats.org/presentationml/2006/main">
  <p:tag name="KSO_WM_BEAUTIFY_FLAG" val="#fgm#"/>
  <p:tag name="KSO_WM_DIAGRAM_GROUP_CODE" val="1"/>
  <p:tag name="KSO_WM_FIGMA_FLAG" val="#fgm#"/>
  <p:tag name="KSO_WM_UNIT_INDEX" val="1_2_1"/>
  <p:tag name="KSO_WM_UNIT_TYPE" val="l_h_a"/>
</p:tagLst>
</file>

<file path=ppt/tags/tag324.xml><?xml version="1.0" encoding="utf-8"?>
<p:tagLst xmlns:p="http://schemas.openxmlformats.org/presentationml/2006/main">
  <p:tag name="KSO_WM_BEAUTIFY_FLAG" val="#fgm#"/>
  <p:tag name="KSO_WM_DIAGRAM_GROUP_CODE" val="1"/>
  <p:tag name="KSO_WM_FIGMA_FLAG" val="#fgm#"/>
  <p:tag name="KSO_WM_UNIT_INDEX" val="1_2_1"/>
  <p:tag name="KSO_WM_UNIT_TYPE" val="l_h_f"/>
</p:tagLst>
</file>

<file path=ppt/tags/tag325.xml><?xml version="1.0" encoding="utf-8"?>
<p:tagLst xmlns:p="http://schemas.openxmlformats.org/presentationml/2006/main">
  <p:tag name="KSO_WM_FIGMA_DECORATION_INDEX" val="19"/>
  <p:tag name="$PH_EXT" val="2"/>
  <p:tag name="KSO_WM_BEAUTIFY_FLAG" val="#fgm#"/>
  <p:tag name="KSO_WM_DIAGRAM_GROUP_CODE" val="1"/>
  <p:tag name="KSO_WM_FIGMA_FLAG" val="#fgm#"/>
  <p:tag name="KSO_WM_SYNC_SLIDE_TEXT" val="1"/>
  <p:tag name="KSO_WM_UNIT_INDEX" val="1_3_1"/>
  <p:tag name="KSO_WM_UNIT_TYPE" val="l_h_i"/>
</p:tagLst>
</file>

<file path=ppt/tags/tag326.xml><?xml version="1.0" encoding="utf-8"?>
<p:tagLst xmlns:p="http://schemas.openxmlformats.org/presentationml/2006/main">
  <p:tag name="KSO_WM_BEAUTIFY_FLAG" val="#fgm#"/>
  <p:tag name="KSO_WM_DIAGRAM_GROUP_CODE" val="1"/>
  <p:tag name="KSO_WM_FIGMA_FLAG" val="#fgm#"/>
  <p:tag name="KSO_WM_UNIT_INDEX" val="1_3_1"/>
  <p:tag name="KSO_WM_UNIT_TYPE" val="l_h_a"/>
</p:tagLst>
</file>

<file path=ppt/tags/tag327.xml><?xml version="1.0" encoding="utf-8"?>
<p:tagLst xmlns:p="http://schemas.openxmlformats.org/presentationml/2006/main">
  <p:tag name="KSO_WM_BEAUTIFY_FLAG" val="#fgm#"/>
  <p:tag name="KSO_WM_DIAGRAM_GROUP_CODE" val="1"/>
  <p:tag name="KSO_WM_FIGMA_FLAG" val="#fgm#"/>
  <p:tag name="KSO_WM_UNIT_INDEX" val="1_3_1"/>
  <p:tag name="KSO_WM_UNIT_TYPE" val="l_h_f"/>
</p:tagLst>
</file>

<file path=ppt/tags/tag328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**"/>
  <p:tag name="KSO_WM_UNIT_LAYERLEVEL" val="1"/>
  <p:tag name="KSO_WM_TAG_VERSION" val="3.0"/>
  <p:tag name="KSO_WM_BEAUTIFY_FLAG" val="#wm#"/>
  <p:tag name="KSO_WM_UNIT_ISNUMDGMTITLE" val="0"/>
  <p:tag name="KSO_WM_UNIT_NOCLEAR" val="0"/>
  <p:tag name="KSO_WM_TEMPLATE_INDEX" val="40490145"/>
  <p:tag name="KSO_WM_TEMPLATE_CATEGORY" val="custom"/>
</p:tagLst>
</file>

<file path=ppt/tags/tag329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**"/>
  <p:tag name="KSO_WM_UNIT_LAYERLEVEL" val="1"/>
  <p:tag name="KSO_WM_TAG_VERSION" val="3.0"/>
  <p:tag name="KSO_WM_BEAUTIFY_FLAG" val="#wm#"/>
  <p:tag name="KSO_WM_UNIT_ISNUMDGMTITLE" val="0"/>
  <p:tag name="KSO_WM_UNIT_NOCLEAR" val="0"/>
  <p:tag name="KSO_WM_TEMPLATE_INDEX" val="40490145"/>
  <p:tag name="KSO_WM_TEMPLATE_CATEGORY" val="custom"/>
</p:tagLst>
</file>

<file path=ppt/tags/tag330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**"/>
  <p:tag name="KSO_WM_UNIT_LAYERLEVEL" val="1"/>
  <p:tag name="KSO_WM_TAG_VERSION" val="3.0"/>
  <p:tag name="KSO_WM_BEAUTIFY_FLAG" val="#wm#"/>
  <p:tag name="KSO_WM_UNIT_ISNUMDGMTITLE" val="0"/>
  <p:tag name="KSO_WM_UNIT_NOCLEAR" val="0"/>
  <p:tag name="KSO_WM_TEMPLATE_INDEX" val="40490145"/>
  <p:tag name="KSO_WM_TEMPLATE_CATEGORY" val="custom"/>
</p:tagLst>
</file>

<file path=ppt/tags/tag331.xml><?xml version="1.0" encoding="utf-8"?>
<p:tagLst xmlns:p="http://schemas.openxmlformats.org/presentationml/2006/main">
  <p:tag name="KSO_WM_BEAUTIFY_FLAG" val="#fgm#"/>
  <p:tag name="KSO_WM_FIGMA_FLAG" val="#fgm#"/>
  <p:tag name="KSO_WM_UNIT_INDEX" val="1"/>
  <p:tag name="KSO_WM_UNIT_TYPE" val="a"/>
  <p:tag name="KSO_WM_LAYOUT_CHECK_HASH" val="67779af7b888b3698e00c911edbe52c8ac07036c"/>
  <p:tag name="KSO_WM_NEWLAYOUT_GROUP_ID" val="layout_53"/>
  <p:tag name="KSO_WM_NEWLAYOUT_ID" val="slide_76713c4037f02356"/>
</p:tagLst>
</file>

<file path=ppt/tags/tag332.xml><?xml version="1.0" encoding="utf-8"?>
<p:tagLst xmlns:p="http://schemas.openxmlformats.org/presentationml/2006/main">
  <p:tag name="KSO_WM_FIGMA_DECORATION_INDEX" val="18"/>
  <p:tag name="$PH_EXT" val="2"/>
  <p:tag name="KSO_WM_BEAUTIFY_FLAG" val="#fgm#"/>
  <p:tag name="KSO_WM_DIAGRAM_GROUP_CODE" val="1"/>
  <p:tag name="KSO_WM_FIGMA_FLAG" val="#fgm#"/>
  <p:tag name="KSO_WM_SHAPE_BGTYPE" val="lt1"/>
  <p:tag name="KSO_WM_SHAPE_BRIGHT_DATA" val="[{&quot;dk1&quot;:-60,&quot;dk2&quot;:-50,&quot;lt1&quot;:90,&quot;lt2&quot;:100},{&quot;dk1&quot;:-60,&quot;dk2&quot;:-50,&quot;lt1&quot;:90,&quot;lt2&quot;:100}]"/>
  <p:tag name="KSO_WM_SHAPE_UPDATE_BRIGHT" val="1"/>
  <p:tag name="KSO_WM_SYNC_SLIDE_TEXT" val="1"/>
  <p:tag name="KSO_WM_UNIT_INDEX" val="1_1_1"/>
  <p:tag name="KSO_WM_UNIT_TYPE" val="l_h_i"/>
</p:tagLst>
</file>

<file path=ppt/tags/tag333.xml><?xml version="1.0" encoding="utf-8"?>
<p:tagLst xmlns:p="http://schemas.openxmlformats.org/presentationml/2006/main">
  <p:tag name="KSO_WM_BEAUTIFY_FLAG" val="#fgm#"/>
  <p:tag name="KSO_WM_DIAGRAM_GROUP_CODE" val="1"/>
  <p:tag name="KSO_WM_FIGMA_FLAG" val="#fgm#"/>
  <p:tag name="KSO_WM_UNIT_INDEX" val="1_1_1"/>
  <p:tag name="KSO_WM_UNIT_TYPE" val="l_h_d"/>
</p:tagLst>
</file>

<file path=ppt/tags/tag334.xml><?xml version="1.0" encoding="utf-8"?>
<p:tagLst xmlns:p="http://schemas.openxmlformats.org/presentationml/2006/main">
  <p:tag name="KSO_WM_BEAUTIFY_FLAG" val="#fgm#"/>
  <p:tag name="KSO_WM_DIAGRAM_GROUP_CODE" val="1"/>
  <p:tag name="KSO_WM_FIGMA_FLAG" val="#fgm#"/>
  <p:tag name="KSO_WM_UNIT_INDEX" val="1_1_1"/>
  <p:tag name="KSO_WM_UNIT_TYPE" val="l_h_a"/>
</p:tagLst>
</file>

<file path=ppt/tags/tag335.xml><?xml version="1.0" encoding="utf-8"?>
<p:tagLst xmlns:p="http://schemas.openxmlformats.org/presentationml/2006/main">
  <p:tag name="KSO_WM_BEAUTIFY_FLAG" val="#fgm#"/>
  <p:tag name="KSO_WM_DIAGRAM_GROUP_CODE" val="1"/>
  <p:tag name="KSO_WM_FIGMA_FLAG" val="#fgm#"/>
  <p:tag name="KSO_WM_UNIT_INDEX" val="1_1_1"/>
  <p:tag name="KSO_WM_UNIT_TYPE" val="l_h_f"/>
</p:tagLst>
</file>

<file path=ppt/tags/tag336.xml><?xml version="1.0" encoding="utf-8"?>
<p:tagLst xmlns:p="http://schemas.openxmlformats.org/presentationml/2006/main">
  <p:tag name="KSO_WM_FIGMA_DECORATION_INDEX" val="18"/>
  <p:tag name="$PH_EXT" val="2"/>
  <p:tag name="KSO_WM_BEAUTIFY_FLAG" val="#fgm#"/>
  <p:tag name="KSO_WM_DIAGRAM_GROUP_CODE" val="1"/>
  <p:tag name="KSO_WM_FIGMA_FLAG" val="#fgm#"/>
  <p:tag name="KSO_WM_SHAPE_BGTYPE" val="lt1"/>
  <p:tag name="KSO_WM_SHAPE_BRIGHT_DATA" val="[{&quot;dk1&quot;:-60,&quot;dk2&quot;:-50,&quot;lt1&quot;:90,&quot;lt2&quot;:100},{&quot;dk1&quot;:-60,&quot;dk2&quot;:-50,&quot;lt1&quot;:90,&quot;lt2&quot;:100}]"/>
  <p:tag name="KSO_WM_SHAPE_UPDATE_BRIGHT" val="1"/>
  <p:tag name="KSO_WM_SYNC_SLIDE_TEXT" val="1"/>
  <p:tag name="KSO_WM_UNIT_INDEX" val="1_2_1"/>
  <p:tag name="KSO_WM_UNIT_TYPE" val="l_h_i"/>
</p:tagLst>
</file>

<file path=ppt/tags/tag337.xml><?xml version="1.0" encoding="utf-8"?>
<p:tagLst xmlns:p="http://schemas.openxmlformats.org/presentationml/2006/main">
  <p:tag name="KSO_WM_BEAUTIFY_FLAG" val="#fgm#"/>
  <p:tag name="KSO_WM_DIAGRAM_GROUP_CODE" val="1"/>
  <p:tag name="KSO_WM_FIGMA_FLAG" val="#fgm#"/>
  <p:tag name="KSO_WM_UNIT_INDEX" val="1_2_1"/>
  <p:tag name="KSO_WM_UNIT_TYPE" val="l_h_d"/>
</p:tagLst>
</file>

<file path=ppt/tags/tag338.xml><?xml version="1.0" encoding="utf-8"?>
<p:tagLst xmlns:p="http://schemas.openxmlformats.org/presentationml/2006/main">
  <p:tag name="KSO_WM_BEAUTIFY_FLAG" val="#fgm#"/>
  <p:tag name="KSO_WM_DIAGRAM_GROUP_CODE" val="1"/>
  <p:tag name="KSO_WM_FIGMA_FLAG" val="#fgm#"/>
  <p:tag name="KSO_WM_UNIT_INDEX" val="1_2_1"/>
  <p:tag name="KSO_WM_UNIT_TYPE" val="l_h_a"/>
</p:tagLst>
</file>

<file path=ppt/tags/tag339.xml><?xml version="1.0" encoding="utf-8"?>
<p:tagLst xmlns:p="http://schemas.openxmlformats.org/presentationml/2006/main">
  <p:tag name="KSO_WM_BEAUTIFY_FLAG" val="#fgm#"/>
  <p:tag name="KSO_WM_DIAGRAM_GROUP_CODE" val="1"/>
  <p:tag name="KSO_WM_FIGMA_FLAG" val="#fgm#"/>
  <p:tag name="KSO_WM_UNIT_INDEX" val="1_2_1"/>
  <p:tag name="KSO_WM_UNIT_TYPE" val="l_h_f"/>
</p:tagLst>
</file>

<file path=ppt/tags/tag340.xml><?xml version="1.0" encoding="utf-8"?>
<p:tagLst xmlns:p="http://schemas.openxmlformats.org/presentationml/2006/main">
  <p:tag name="KSO_WM_FIGMA_DECORATION_INDEX" val="18"/>
  <p:tag name="$PH_EXT" val="2"/>
  <p:tag name="KSO_WM_BEAUTIFY_FLAG" val="#fgm#"/>
  <p:tag name="KSO_WM_DIAGRAM_GROUP_CODE" val="1"/>
  <p:tag name="KSO_WM_FIGMA_FLAG" val="#fgm#"/>
  <p:tag name="KSO_WM_SHAPE_BGTYPE" val="lt1"/>
  <p:tag name="KSO_WM_SHAPE_BRIGHT_DATA" val="[{&quot;dk1&quot;:-60,&quot;dk2&quot;:-50,&quot;lt1&quot;:90,&quot;lt2&quot;:100},{&quot;dk1&quot;:-60,&quot;dk2&quot;:-50,&quot;lt1&quot;:90,&quot;lt2&quot;:100}]"/>
  <p:tag name="KSO_WM_SHAPE_UPDATE_BRIGHT" val="1"/>
  <p:tag name="KSO_WM_SYNC_SLIDE_TEXT" val="1"/>
  <p:tag name="KSO_WM_UNIT_INDEX" val="1_3_1"/>
  <p:tag name="KSO_WM_UNIT_TYPE" val="l_h_i"/>
</p:tagLst>
</file>

<file path=ppt/tags/tag341.xml><?xml version="1.0" encoding="utf-8"?>
<p:tagLst xmlns:p="http://schemas.openxmlformats.org/presentationml/2006/main">
  <p:tag name="KSO_WM_BEAUTIFY_FLAG" val="#fgm#"/>
  <p:tag name="KSO_WM_DIAGRAM_GROUP_CODE" val="1"/>
  <p:tag name="KSO_WM_FIGMA_FLAG" val="#fgm#"/>
  <p:tag name="KSO_WM_UNIT_INDEX" val="1_3_1"/>
  <p:tag name="KSO_WM_UNIT_TYPE" val="l_h_d"/>
</p:tagLst>
</file>

<file path=ppt/tags/tag342.xml><?xml version="1.0" encoding="utf-8"?>
<p:tagLst xmlns:p="http://schemas.openxmlformats.org/presentationml/2006/main">
  <p:tag name="KSO_WM_BEAUTIFY_FLAG" val="#fgm#"/>
  <p:tag name="KSO_WM_DIAGRAM_GROUP_CODE" val="1"/>
  <p:tag name="KSO_WM_FIGMA_FLAG" val="#fgm#"/>
  <p:tag name="KSO_WM_UNIT_INDEX" val="1_3_1"/>
  <p:tag name="KSO_WM_UNIT_TYPE" val="l_h_a"/>
</p:tagLst>
</file>

<file path=ppt/tags/tag343.xml><?xml version="1.0" encoding="utf-8"?>
<p:tagLst xmlns:p="http://schemas.openxmlformats.org/presentationml/2006/main">
  <p:tag name="KSO_WM_BEAUTIFY_FLAG" val="#fgm#"/>
  <p:tag name="KSO_WM_DIAGRAM_GROUP_CODE" val="1"/>
  <p:tag name="KSO_WM_FIGMA_FLAG" val="#fgm#"/>
  <p:tag name="KSO_WM_UNIT_INDEX" val="1_3_1"/>
  <p:tag name="KSO_WM_UNIT_TYPE" val="l_h_f"/>
</p:tagLst>
</file>

<file path=ppt/tags/tag344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**"/>
  <p:tag name="KSO_WM_UNIT_LAYERLEVEL" val="1"/>
  <p:tag name="KSO_WM_TAG_VERSION" val="3.0"/>
  <p:tag name="KSO_WM_BEAUTIFY_FLAG" val="#wm#"/>
  <p:tag name="KSO_WM_UNIT_ISNUMDGMTITLE" val="0"/>
  <p:tag name="KSO_WM_UNIT_NOCLEAR" val="0"/>
  <p:tag name="KSO_WM_TEMPLATE_INDEX" val="40490145"/>
  <p:tag name="KSO_WM_TEMPLATE_CATEGORY" val="custom"/>
</p:tagLst>
</file>

<file path=ppt/tags/tag345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**"/>
  <p:tag name="KSO_WM_UNIT_LAYERLEVEL" val="1"/>
  <p:tag name="KSO_WM_TAG_VERSION" val="3.0"/>
  <p:tag name="KSO_WM_BEAUTIFY_FLAG" val="#wm#"/>
  <p:tag name="KSO_WM_UNIT_ISNUMDGMTITLE" val="0"/>
  <p:tag name="KSO_WM_UNIT_NOCLEAR" val="0"/>
  <p:tag name="KSO_WM_TEMPLATE_INDEX" val="40490145"/>
  <p:tag name="KSO_WM_TEMPLATE_CATEGORY" val="custom"/>
</p:tagLst>
</file>

<file path=ppt/tags/tag346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**"/>
  <p:tag name="KSO_WM_UNIT_LAYERLEVEL" val="1"/>
  <p:tag name="KSO_WM_TAG_VERSION" val="3.0"/>
  <p:tag name="KSO_WM_BEAUTIFY_FLAG" val="#wm#"/>
  <p:tag name="KSO_WM_UNIT_ISNUMDGMTITLE" val="0"/>
  <p:tag name="KSO_WM_UNIT_NOCLEAR" val="0"/>
  <p:tag name="KSO_WM_TEMPLATE_INDEX" val="40490145"/>
  <p:tag name="KSO_WM_TEMPLATE_CATEGORY" val="custom"/>
</p:tagLst>
</file>

<file path=ppt/tags/tag347.xml><?xml version="1.0" encoding="utf-8"?>
<p:tagLst xmlns:p="http://schemas.openxmlformats.org/presentationml/2006/main">
  <p:tag name="KSO_WM_BEAUTIFY_FLAG" val="#fgm#"/>
  <p:tag name="KSO_WM_FIGMA_FLAG" val="#fgm#"/>
  <p:tag name="KSO_WM_UNIT_INDEX" val="1"/>
  <p:tag name="KSO_WM_UNIT_TYPE" val="a"/>
  <p:tag name="KSO_WM_LAYOUT_CHECK_HASH" val="f4ada85d43e569ceef88150400840c79e5c37f34"/>
  <p:tag name="KSO_WM_NEWLAYOUT_GROUP_ID" val="layout_6"/>
  <p:tag name="KSO_WM_NEWLAYOUT_ID" val="slide_acc7948a249ecb22"/>
</p:tagLst>
</file>

<file path=ppt/tags/tag348.xml><?xml version="1.0" encoding="utf-8"?>
<p:tagLst xmlns:p="http://schemas.openxmlformats.org/presentationml/2006/main">
  <p:tag name="KSO_WM_BEAUTIFY_FLAG" val="#fgm#"/>
  <p:tag name="KSO_WM_FIGMA_FLAG" val="#fgm#"/>
  <p:tag name="KSO_WM_UNIT_INDEX" val="1"/>
  <p:tag name="KSO_WM_UNIT_TYPE" val="d"/>
</p:tagLst>
</file>

<file path=ppt/tags/tag349.xml><?xml version="1.0" encoding="utf-8"?>
<p:tagLst xmlns:p="http://schemas.openxmlformats.org/presentationml/2006/main">
  <p:tag name="KSO_WM_FIGMA_DECORATION_INDEX" val="19"/>
  <p:tag name="$PH_EXT" val="2"/>
  <p:tag name="KSO_WM_BEAUTIFY_FLAG" val="#fgm#"/>
  <p:tag name="KSO_WM_DIAGRAM_GROUP_CODE" val="1"/>
  <p:tag name="KSO_WM_FIGMA_FLAG" val="#fgm#"/>
  <p:tag name="KSO_WM_SYNC_SLIDE_TEXT" val="1"/>
  <p:tag name="KSO_WM_UNIT_INDEX" val="1_1_1"/>
  <p:tag name="KSO_WM_UNIT_TYPE" val="l_h_i"/>
</p:tagLst>
</file>

<file path=ppt/tags/tag350.xml><?xml version="1.0" encoding="utf-8"?>
<p:tagLst xmlns:p="http://schemas.openxmlformats.org/presentationml/2006/main">
  <p:tag name="KSO_WM_BEAUTIFY_FLAG" val="#fgm#"/>
  <p:tag name="KSO_WM_DIAGRAM_GROUP_CODE" val="1"/>
  <p:tag name="KSO_WM_FIGMA_FLAG" val="#fgm#"/>
  <p:tag name="KSO_WM_UNIT_INDEX" val="1_1_1"/>
  <p:tag name="KSO_WM_UNIT_TYPE" val="l_h_a"/>
</p:tagLst>
</file>

<file path=ppt/tags/tag351.xml><?xml version="1.0" encoding="utf-8"?>
<p:tagLst xmlns:p="http://schemas.openxmlformats.org/presentationml/2006/main">
  <p:tag name="KSO_WM_BEAUTIFY_FLAG" val="#fgm#"/>
  <p:tag name="KSO_WM_DIAGRAM_GROUP_CODE" val="1"/>
  <p:tag name="KSO_WM_FIGMA_FLAG" val="#fgm#"/>
  <p:tag name="KSO_WM_UNIT_INDEX" val="1_1_1"/>
  <p:tag name="KSO_WM_UNIT_TYPE" val="l_h_f"/>
</p:tagLst>
</file>

<file path=ppt/tags/tag352.xml><?xml version="1.0" encoding="utf-8"?>
<p:tagLst xmlns:p="http://schemas.openxmlformats.org/presentationml/2006/main">
  <p:tag name="KSO_WM_FIGMA_DECORATION_INDEX" val="19"/>
  <p:tag name="$PH_EXT" val="2"/>
  <p:tag name="KSO_WM_BEAUTIFY_FLAG" val="#fgm#"/>
  <p:tag name="KSO_WM_DIAGRAM_GROUP_CODE" val="1"/>
  <p:tag name="KSO_WM_FIGMA_FLAG" val="#fgm#"/>
  <p:tag name="KSO_WM_SYNC_SLIDE_TEXT" val="1"/>
  <p:tag name="KSO_WM_UNIT_INDEX" val="1_2_1"/>
  <p:tag name="KSO_WM_UNIT_TYPE" val="l_h_i"/>
</p:tagLst>
</file>

<file path=ppt/tags/tag353.xml><?xml version="1.0" encoding="utf-8"?>
<p:tagLst xmlns:p="http://schemas.openxmlformats.org/presentationml/2006/main">
  <p:tag name="KSO_WM_BEAUTIFY_FLAG" val="#fgm#"/>
  <p:tag name="KSO_WM_DIAGRAM_GROUP_CODE" val="1"/>
  <p:tag name="KSO_WM_FIGMA_FLAG" val="#fgm#"/>
  <p:tag name="KSO_WM_UNIT_INDEX" val="1_2_1"/>
  <p:tag name="KSO_WM_UNIT_TYPE" val="l_h_a"/>
</p:tagLst>
</file>

<file path=ppt/tags/tag354.xml><?xml version="1.0" encoding="utf-8"?>
<p:tagLst xmlns:p="http://schemas.openxmlformats.org/presentationml/2006/main">
  <p:tag name="KSO_WM_BEAUTIFY_FLAG" val="#fgm#"/>
  <p:tag name="KSO_WM_DIAGRAM_GROUP_CODE" val="1"/>
  <p:tag name="KSO_WM_FIGMA_FLAG" val="#fgm#"/>
  <p:tag name="KSO_WM_UNIT_INDEX" val="1_2_1"/>
  <p:tag name="KSO_WM_UNIT_TYPE" val="l_h_f"/>
</p:tagLst>
</file>

<file path=ppt/tags/tag355.xml><?xml version="1.0" encoding="utf-8"?>
<p:tagLst xmlns:p="http://schemas.openxmlformats.org/presentationml/2006/main">
  <p:tag name="KSO_WM_FIGMA_DECORATION_INDEX" val="19"/>
  <p:tag name="$PH_EXT" val="2"/>
  <p:tag name="KSO_WM_BEAUTIFY_FLAG" val="#fgm#"/>
  <p:tag name="KSO_WM_DIAGRAM_GROUP_CODE" val="1"/>
  <p:tag name="KSO_WM_FIGMA_FLAG" val="#fgm#"/>
  <p:tag name="KSO_WM_SYNC_SLIDE_TEXT" val="1"/>
  <p:tag name="KSO_WM_UNIT_INDEX" val="1_3_1"/>
  <p:tag name="KSO_WM_UNIT_TYPE" val="l_h_i"/>
</p:tagLst>
</file>

<file path=ppt/tags/tag356.xml><?xml version="1.0" encoding="utf-8"?>
<p:tagLst xmlns:p="http://schemas.openxmlformats.org/presentationml/2006/main">
  <p:tag name="KSO_WM_BEAUTIFY_FLAG" val="#fgm#"/>
  <p:tag name="KSO_WM_DIAGRAM_GROUP_CODE" val="1"/>
  <p:tag name="KSO_WM_FIGMA_FLAG" val="#fgm#"/>
  <p:tag name="KSO_WM_UNIT_INDEX" val="1_3_1"/>
  <p:tag name="KSO_WM_UNIT_TYPE" val="l_h_a"/>
</p:tagLst>
</file>

<file path=ppt/tags/tag357.xml><?xml version="1.0" encoding="utf-8"?>
<p:tagLst xmlns:p="http://schemas.openxmlformats.org/presentationml/2006/main">
  <p:tag name="KSO_WM_BEAUTIFY_FLAG" val="#fgm#"/>
  <p:tag name="KSO_WM_DIAGRAM_GROUP_CODE" val="1"/>
  <p:tag name="KSO_WM_FIGMA_FLAG" val="#fgm#"/>
  <p:tag name="KSO_WM_UNIT_INDEX" val="1_3_1"/>
  <p:tag name="KSO_WM_UNIT_TYPE" val="l_h_f"/>
</p:tagLst>
</file>

<file path=ppt/tags/tag358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**"/>
  <p:tag name="KSO_WM_UNIT_LAYERLEVEL" val="1"/>
  <p:tag name="KSO_WM_TAG_VERSION" val="3.0"/>
  <p:tag name="KSO_WM_BEAUTIFY_FLAG" val="#wm#"/>
  <p:tag name="KSO_WM_UNIT_ISNUMDGMTITLE" val="0"/>
  <p:tag name="KSO_WM_UNIT_NOCLEAR" val="0"/>
  <p:tag name="KSO_WM_TEMPLATE_INDEX" val="40490145"/>
  <p:tag name="KSO_WM_TEMPLATE_CATEGORY" val="custom"/>
</p:tagLst>
</file>

<file path=ppt/tags/tag359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**"/>
  <p:tag name="KSO_WM_UNIT_LAYERLEVEL" val="1"/>
  <p:tag name="KSO_WM_TAG_VERSION" val="3.0"/>
  <p:tag name="KSO_WM_BEAUTIFY_FLAG" val="#wm#"/>
  <p:tag name="KSO_WM_UNIT_ISNUMDGMTITLE" val="0"/>
  <p:tag name="KSO_WM_UNIT_NOCLEAR" val="0"/>
  <p:tag name="KSO_WM_TEMPLATE_INDEX" val="40490145"/>
  <p:tag name="KSO_WM_TEMPLATE_CATEGORY" val="custom"/>
</p:tagLst>
</file>

<file path=ppt/tags/tag360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**"/>
  <p:tag name="KSO_WM_UNIT_LAYERLEVEL" val="1"/>
  <p:tag name="KSO_WM_TAG_VERSION" val="3.0"/>
  <p:tag name="KSO_WM_BEAUTIFY_FLAG" val="#wm#"/>
  <p:tag name="KSO_WM_UNIT_ISNUMDGMTITLE" val="0"/>
  <p:tag name="KSO_WM_UNIT_NOCLEAR" val="0"/>
  <p:tag name="KSO_WM_TEMPLATE_INDEX" val="40490145"/>
  <p:tag name="KSO_WM_TEMPLATE_CATEGORY" val="custom"/>
</p:tagLst>
</file>

<file path=ppt/tags/tag361.xml><?xml version="1.0" encoding="utf-8"?>
<p:tagLst xmlns:p="http://schemas.openxmlformats.org/presentationml/2006/main">
  <p:tag name="KSO_WM_BEAUTIFY_FLAG" val="#fgm#"/>
  <p:tag name="KSO_WM_FIGMA_FLAG" val="#fgm#"/>
  <p:tag name="KSO_WM_UNIT_INDEX" val="1"/>
  <p:tag name="KSO_WM_UNIT_TYPE" val="a"/>
  <p:tag name="KSO_WM_LAYOUT_CHECK_HASH" val="79c9188b337f311eed0f5faaaf423cf021d24bec"/>
  <p:tag name="KSO_WM_NEWLAYOUT_GROUP_ID" val="layout_10012"/>
  <p:tag name="KSO_WM_NEWLAYOUT_ID" val="slide_ed19c0db6ed585c4"/>
</p:tagLst>
</file>

<file path=ppt/tags/tag362.xml><?xml version="1.0" encoding="utf-8"?>
<p:tagLst xmlns:p="http://schemas.openxmlformats.org/presentationml/2006/main">
  <p:tag name="KSO_WM_BEAUTIFY_FLAG" val="#fgm#"/>
  <p:tag name="KSO_WM_FIGMA_FLAG" val="#fgm#"/>
  <p:tag name="KSO_WM_UNIT_INDEX" val="1"/>
  <p:tag name="KSO_WM_UNIT_TYPE" val="d"/>
</p:tagLst>
</file>

<file path=ppt/tags/tag363.xml><?xml version="1.0" encoding="utf-8"?>
<p:tagLst xmlns:p="http://schemas.openxmlformats.org/presentationml/2006/main">
  <p:tag name="KSO_WM_BEAUTIFY_FLAG" val="#fgm#"/>
  <p:tag name="KSO_WM_DIAGRAM_GROUP_CODE" val="1"/>
  <p:tag name="KSO_WM_FIGMA_FLAG" val="#fgm#"/>
  <p:tag name="KSO_WM_UNIT_INDEX" val="1_1_1"/>
  <p:tag name="KSO_WM_UNIT_TYPE" val="l_h_a"/>
</p:tagLst>
</file>

<file path=ppt/tags/tag364.xml><?xml version="1.0" encoding="utf-8"?>
<p:tagLst xmlns:p="http://schemas.openxmlformats.org/presentationml/2006/main">
  <p:tag name="KSO_WM_BEAUTIFY_FLAG" val="#fgm#"/>
  <p:tag name="KSO_WM_DIAGRAM_GROUP_CODE" val="1"/>
  <p:tag name="KSO_WM_FIGMA_FLAG" val="#fgm#"/>
  <p:tag name="KSO_WM_UNIT_INDEX" val="1_1_1"/>
  <p:tag name="KSO_WM_UNIT_TYPE" val="l_h_f"/>
</p:tagLst>
</file>

<file path=ppt/tags/tag365.xml><?xml version="1.0" encoding="utf-8"?>
<p:tagLst xmlns:p="http://schemas.openxmlformats.org/presentationml/2006/main">
  <p:tag name="KSO_WM_BEAUTIFY_FLAG" val="#fgm#"/>
  <p:tag name="KSO_WM_DIAGRAM_GROUP_CODE" val="1"/>
  <p:tag name="KSO_WM_FIGMA_FLAG" val="#fgm#"/>
  <p:tag name="KSO_WM_UNIT_INDEX" val="1_2_1"/>
  <p:tag name="KSO_WM_UNIT_TYPE" val="l_h_a"/>
</p:tagLst>
</file>

<file path=ppt/tags/tag366.xml><?xml version="1.0" encoding="utf-8"?>
<p:tagLst xmlns:p="http://schemas.openxmlformats.org/presentationml/2006/main">
  <p:tag name="KSO_WM_BEAUTIFY_FLAG" val="#fgm#"/>
  <p:tag name="KSO_WM_DIAGRAM_GROUP_CODE" val="1"/>
  <p:tag name="KSO_WM_FIGMA_FLAG" val="#fgm#"/>
  <p:tag name="KSO_WM_UNIT_INDEX" val="1_2_1"/>
  <p:tag name="KSO_WM_UNIT_TYPE" val="l_h_f"/>
</p:tagLst>
</file>

<file path=ppt/tags/tag367.xml><?xml version="1.0" encoding="utf-8"?>
<p:tagLst xmlns:p="http://schemas.openxmlformats.org/presentationml/2006/main">
  <p:tag name="KSO_WM_BEAUTIFY_FLAG" val="#fgm#"/>
  <p:tag name="KSO_WM_DIAGRAM_GROUP_CODE" val="1"/>
  <p:tag name="KSO_WM_FIGMA_FLAG" val="#fgm#"/>
  <p:tag name="KSO_WM_UNIT_INDEX" val="1_3_1"/>
  <p:tag name="KSO_WM_UNIT_TYPE" val="l_h_a"/>
</p:tagLst>
</file>

<file path=ppt/tags/tag368.xml><?xml version="1.0" encoding="utf-8"?>
<p:tagLst xmlns:p="http://schemas.openxmlformats.org/presentationml/2006/main">
  <p:tag name="KSO_WM_BEAUTIFY_FLAG" val="#fgm#"/>
  <p:tag name="KSO_WM_DIAGRAM_GROUP_CODE" val="1"/>
  <p:tag name="KSO_WM_FIGMA_FLAG" val="#fgm#"/>
  <p:tag name="KSO_WM_UNIT_INDEX" val="1_3_1"/>
  <p:tag name="KSO_WM_UNIT_TYPE" val="l_h_f"/>
</p:tagLst>
</file>

<file path=ppt/tags/tag369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**"/>
  <p:tag name="KSO_WM_UNIT_LAYERLEVEL" val="1"/>
  <p:tag name="KSO_WM_TAG_VERSION" val="3.0"/>
  <p:tag name="KSO_WM_BEAUTIFY_FLAG" val="#wm#"/>
  <p:tag name="KSO_WM_UNIT_ISNUMDGMTITLE" val="0"/>
  <p:tag name="KSO_WM_UNIT_NOCLEAR" val="0"/>
  <p:tag name="KSO_WM_TEMPLATE_INDEX" val="40490145"/>
  <p:tag name="KSO_WM_TEMPLATE_CATEGORY" val="custom"/>
</p:tagLst>
</file>

<file path=ppt/tags/tag370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**"/>
  <p:tag name="KSO_WM_UNIT_LAYERLEVEL" val="1"/>
  <p:tag name="KSO_WM_TAG_VERSION" val="3.0"/>
  <p:tag name="KSO_WM_BEAUTIFY_FLAG" val="#wm#"/>
  <p:tag name="KSO_WM_UNIT_ISNUMDGMTITLE" val="0"/>
  <p:tag name="KSO_WM_UNIT_NOCLEAR" val="0"/>
  <p:tag name="KSO_WM_TEMPLATE_INDEX" val="40490145"/>
  <p:tag name="KSO_WM_TEMPLATE_CATEGORY" val="custom"/>
</p:tagLst>
</file>

<file path=ppt/tags/tag371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**"/>
  <p:tag name="KSO_WM_UNIT_LAYERLEVEL" val="1"/>
  <p:tag name="KSO_WM_TAG_VERSION" val="3.0"/>
  <p:tag name="KSO_WM_BEAUTIFY_FLAG" val="#wm#"/>
  <p:tag name="KSO_WM_UNIT_ISNUMDGMTITLE" val="0"/>
  <p:tag name="KSO_WM_UNIT_NOCLEAR" val="0"/>
  <p:tag name="KSO_WM_TEMPLATE_INDEX" val="40490145"/>
  <p:tag name="KSO_WM_TEMPLATE_CATEGORY" val="custom"/>
</p:tagLst>
</file>

<file path=ppt/tags/tag372.xml><?xml version="1.0" encoding="utf-8"?>
<p:tagLst xmlns:p="http://schemas.openxmlformats.org/presentationml/2006/main">
  <p:tag name="KSO_WM_BEAUTIFY_FLAG" val="#fgm#"/>
  <p:tag name="KSO_WM_FIGMA_FLAG" val="#fgm#"/>
  <p:tag name="KSO_WM_UNIT_INDEX" val="1"/>
  <p:tag name="KSO_WM_UNIT_TYPE" val="a"/>
  <p:tag name="KSO_WM_LAYOUT_CHECK_HASH" val="8f5f5b3f06fc84094b5c8eb641ad65dd3c46b4de"/>
  <p:tag name="KSO_WM_NEWLAYOUT_GROUP_ID" val="layout_26"/>
  <p:tag name="KSO_WM_NEWLAYOUT_ID" val="slide_351695b9d561403a"/>
</p:tagLst>
</file>

<file path=ppt/tags/tag373.xml><?xml version="1.0" encoding="utf-8"?>
<p:tagLst xmlns:p="http://schemas.openxmlformats.org/presentationml/2006/main">
  <p:tag name="KSO_WM_FIGMA_DECORATION_INDEX" val="18"/>
  <p:tag name="$PH_EXT" val="2"/>
  <p:tag name="KSO_WM_BEAUTIFY_FLAG" val="#fgm#"/>
  <p:tag name="KSO_WM_DIAGRAM_GROUP_CODE" val="1"/>
  <p:tag name="KSO_WM_FIGMA_FLAG" val="#fgm#"/>
  <p:tag name="KSO_WM_SHAPE_BGTYPE" val="lt1"/>
  <p:tag name="KSO_WM_SHAPE_BRIGHT_DATA" val="[{&quot;dk1&quot;:-60,&quot;dk2&quot;:-50,&quot;lt1&quot;:90,&quot;lt2&quot;:100},{&quot;dk1&quot;:-60,&quot;dk2&quot;:-50,&quot;lt1&quot;:90,&quot;lt2&quot;:100}]"/>
  <p:tag name="KSO_WM_SHAPE_UPDATE_BRIGHT" val="1"/>
  <p:tag name="KSO_WM_SYNC_SLIDE_TEXT" val="1"/>
  <p:tag name="KSO_WM_UNIT_INDEX" val="1_1_1"/>
  <p:tag name="KSO_WM_UNIT_TYPE" val="l_h_i"/>
</p:tagLst>
</file>

<file path=ppt/tags/tag374.xml><?xml version="1.0" encoding="utf-8"?>
<p:tagLst xmlns:p="http://schemas.openxmlformats.org/presentationml/2006/main">
  <p:tag name="KSO_WM_BEAUTIFY_FLAG" val="#fgm#"/>
  <p:tag name="KSO_WM_DIAGRAM_GROUP_CODE" val="1"/>
  <p:tag name="KSO_WM_FIGMA_FLAG" val="#fgm#"/>
  <p:tag name="KSO_WM_UNIT_INDEX" val="1_1_1"/>
  <p:tag name="KSO_WM_UNIT_TYPE" val="l_h_d"/>
</p:tagLst>
</file>

<file path=ppt/tags/tag375.xml><?xml version="1.0" encoding="utf-8"?>
<p:tagLst xmlns:p="http://schemas.openxmlformats.org/presentationml/2006/main">
  <p:tag name="KSO_WM_BEAUTIFY_FLAG" val="#fgm#"/>
  <p:tag name="KSO_WM_DIAGRAM_GROUP_CODE" val="1"/>
  <p:tag name="KSO_WM_FIGMA_FLAG" val="#fgm#"/>
  <p:tag name="KSO_WM_UNIT_INDEX" val="1_1_1"/>
  <p:tag name="KSO_WM_UNIT_TYPE" val="l_h_a"/>
</p:tagLst>
</file>

<file path=ppt/tags/tag376.xml><?xml version="1.0" encoding="utf-8"?>
<p:tagLst xmlns:p="http://schemas.openxmlformats.org/presentationml/2006/main">
  <p:tag name="KSO_WM_BEAUTIFY_FLAG" val="#fgm#"/>
  <p:tag name="KSO_WM_DIAGRAM_GROUP_CODE" val="1"/>
  <p:tag name="KSO_WM_FIGMA_FLAG" val="#fgm#"/>
  <p:tag name="KSO_WM_UNIT_INDEX" val="1_1_1"/>
  <p:tag name="KSO_WM_UNIT_TYPE" val="l_h_f"/>
</p:tagLst>
</file>

<file path=ppt/tags/tag377.xml><?xml version="1.0" encoding="utf-8"?>
<p:tagLst xmlns:p="http://schemas.openxmlformats.org/presentationml/2006/main">
  <p:tag name="KSO_WM_FIGMA_DECORATION_INDEX" val="18"/>
  <p:tag name="$PH_EXT" val="2"/>
  <p:tag name="KSO_WM_BEAUTIFY_FLAG" val="#fgm#"/>
  <p:tag name="KSO_WM_DIAGRAM_GROUP_CODE" val="1"/>
  <p:tag name="KSO_WM_FIGMA_FLAG" val="#fgm#"/>
  <p:tag name="KSO_WM_SHAPE_BGTYPE" val="lt1"/>
  <p:tag name="KSO_WM_SHAPE_BRIGHT_DATA" val="[{&quot;dk1&quot;:-60,&quot;dk2&quot;:-50,&quot;lt1&quot;:90,&quot;lt2&quot;:100},{&quot;dk1&quot;:-60,&quot;dk2&quot;:-50,&quot;lt1&quot;:90,&quot;lt2&quot;:100}]"/>
  <p:tag name="KSO_WM_SHAPE_UPDATE_BRIGHT" val="1"/>
  <p:tag name="KSO_WM_SYNC_SLIDE_TEXT" val="1"/>
  <p:tag name="KSO_WM_UNIT_INDEX" val="1_2_1"/>
  <p:tag name="KSO_WM_UNIT_TYPE" val="l_h_i"/>
</p:tagLst>
</file>

<file path=ppt/tags/tag378.xml><?xml version="1.0" encoding="utf-8"?>
<p:tagLst xmlns:p="http://schemas.openxmlformats.org/presentationml/2006/main">
  <p:tag name="KSO_WM_BEAUTIFY_FLAG" val="#fgm#"/>
  <p:tag name="KSO_WM_DIAGRAM_GROUP_CODE" val="1"/>
  <p:tag name="KSO_WM_FIGMA_FLAG" val="#fgm#"/>
  <p:tag name="KSO_WM_UNIT_INDEX" val="1_2_1"/>
  <p:tag name="KSO_WM_UNIT_TYPE" val="l_h_d"/>
</p:tagLst>
</file>

<file path=ppt/tags/tag379.xml><?xml version="1.0" encoding="utf-8"?>
<p:tagLst xmlns:p="http://schemas.openxmlformats.org/presentationml/2006/main">
  <p:tag name="KSO_WM_BEAUTIFY_FLAG" val="#fgm#"/>
  <p:tag name="KSO_WM_DIAGRAM_GROUP_CODE" val="1"/>
  <p:tag name="KSO_WM_FIGMA_FLAG" val="#fgm#"/>
  <p:tag name="KSO_WM_UNIT_INDEX" val="1_2_1"/>
  <p:tag name="KSO_WM_UNIT_TYPE" val="l_h_a"/>
</p:tagLst>
</file>

<file path=ppt/tags/tag380.xml><?xml version="1.0" encoding="utf-8"?>
<p:tagLst xmlns:p="http://schemas.openxmlformats.org/presentationml/2006/main">
  <p:tag name="KSO_WM_BEAUTIFY_FLAG" val="#fgm#"/>
  <p:tag name="KSO_WM_DIAGRAM_GROUP_CODE" val="1"/>
  <p:tag name="KSO_WM_FIGMA_FLAG" val="#fgm#"/>
  <p:tag name="KSO_WM_UNIT_INDEX" val="1_2_1"/>
  <p:tag name="KSO_WM_UNIT_TYPE" val="l_h_f"/>
</p:tagLst>
</file>

<file path=ppt/tags/tag381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**"/>
  <p:tag name="KSO_WM_UNIT_LAYERLEVEL" val="1"/>
  <p:tag name="KSO_WM_TAG_VERSION" val="3.0"/>
  <p:tag name="KSO_WM_BEAUTIFY_FLAG" val="#wm#"/>
  <p:tag name="KSO_WM_UNIT_ISNUMDGMTITLE" val="0"/>
  <p:tag name="KSO_WM_UNIT_NOCLEAR" val="0"/>
  <p:tag name="KSO_WM_TEMPLATE_INDEX" val="40490145"/>
  <p:tag name="KSO_WM_TEMPLATE_CATEGORY" val="custom"/>
</p:tagLst>
</file>

<file path=ppt/tags/tag382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**"/>
  <p:tag name="KSO_WM_UNIT_LAYERLEVEL" val="1"/>
  <p:tag name="KSO_WM_TAG_VERSION" val="3.0"/>
  <p:tag name="KSO_WM_BEAUTIFY_FLAG" val="#wm#"/>
  <p:tag name="KSO_WM_UNIT_ISNUMDGMTITLE" val="0"/>
  <p:tag name="KSO_WM_UNIT_NOCLEAR" val="0"/>
  <p:tag name="KSO_WM_TEMPLATE_INDEX" val="40490145"/>
  <p:tag name="KSO_WM_TEMPLATE_CATEGORY" val="custom"/>
</p:tagLst>
</file>

<file path=ppt/tags/tag383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**"/>
  <p:tag name="KSO_WM_UNIT_LAYERLEVEL" val="1"/>
  <p:tag name="KSO_WM_TAG_VERSION" val="3.0"/>
  <p:tag name="KSO_WM_BEAUTIFY_FLAG" val="#wm#"/>
  <p:tag name="KSO_WM_UNIT_ISNUMDGMTITLE" val="0"/>
  <p:tag name="KSO_WM_UNIT_NOCLEAR" val="0"/>
  <p:tag name="KSO_WM_TEMPLATE_INDEX" val="40490145"/>
  <p:tag name="KSO_WM_TEMPLATE_CATEGORY" val="custom"/>
</p:tagLst>
</file>

<file path=ppt/tags/tag384.xml><?xml version="1.0" encoding="utf-8"?>
<p:tagLst xmlns:p="http://schemas.openxmlformats.org/presentationml/2006/main">
  <p:tag name="KSO_WM_BEAUTIFY_FLAG" val="#fgm#"/>
  <p:tag name="KSO_WM_FIGMA_FLAG" val="#fgm#"/>
  <p:tag name="KSO_WM_UNIT_INDEX" val="1"/>
  <p:tag name="KSO_WM_UNIT_TYPE" val="a"/>
  <p:tag name="KSO_WM_LAYOUT_CHECK_HASH" val="18627595a5bc365c05a6d7d75706523ec43afd06"/>
  <p:tag name="KSO_WM_NEWLAYOUT_GROUP_ID" val="layout_30"/>
  <p:tag name="KSO_WM_NEWLAYOUT_ID" val="slide_97e71a9c1fd50a82"/>
</p:tagLst>
</file>

<file path=ppt/tags/tag385.xml><?xml version="1.0" encoding="utf-8"?>
<p:tagLst xmlns:p="http://schemas.openxmlformats.org/presentationml/2006/main">
  <p:tag name="KSO_WM_BEAUTIFY_FLAG" val="#fgm#"/>
  <p:tag name="KSO_WM_FIGMA_FLAG" val="#fgm#"/>
  <p:tag name="KSO_WM_UNIT_INDEX" val="1"/>
  <p:tag name="KSO_WM_UNIT_TYPE" val="d"/>
</p:tagLst>
</file>

<file path=ppt/tags/tag386.xml><?xml version="1.0" encoding="utf-8"?>
<p:tagLst xmlns:p="http://schemas.openxmlformats.org/presentationml/2006/main">
  <p:tag name="KSO_WM_FIGMA_DECORATION_INDEX" val="19"/>
  <p:tag name="$PH_EXT" val="2"/>
  <p:tag name="KSO_WM_BEAUTIFY_FLAG" val="#fgm#"/>
  <p:tag name="KSO_WM_DIAGRAM_GROUP_CODE" val="1"/>
  <p:tag name="KSO_WM_FIGMA_FLAG" val="#fgm#"/>
  <p:tag name="KSO_WM_SYNC_SLIDE_TEXT" val="1"/>
  <p:tag name="KSO_WM_UNIT_INDEX" val="1_1_1"/>
  <p:tag name="KSO_WM_UNIT_TYPE" val="l_h_i"/>
</p:tagLst>
</file>

<file path=ppt/tags/tag387.xml><?xml version="1.0" encoding="utf-8"?>
<p:tagLst xmlns:p="http://schemas.openxmlformats.org/presentationml/2006/main">
  <p:tag name="KSO_WM_BEAUTIFY_FLAG" val="#fgm#"/>
  <p:tag name="KSO_WM_DIAGRAM_GROUP_CODE" val="1"/>
  <p:tag name="KSO_WM_FIGMA_FLAG" val="#fgm#"/>
  <p:tag name="KSO_WM_UNIT_INDEX" val="1_1_1"/>
  <p:tag name="KSO_WM_UNIT_TYPE" val="l_h_a"/>
</p:tagLst>
</file>

<file path=ppt/tags/tag388.xml><?xml version="1.0" encoding="utf-8"?>
<p:tagLst xmlns:p="http://schemas.openxmlformats.org/presentationml/2006/main">
  <p:tag name="KSO_WM_BEAUTIFY_FLAG" val="#fgm#"/>
  <p:tag name="KSO_WM_DIAGRAM_GROUP_CODE" val="1"/>
  <p:tag name="KSO_WM_FIGMA_FLAG" val="#fgm#"/>
  <p:tag name="KSO_WM_UNIT_INDEX" val="1_1_1"/>
  <p:tag name="KSO_WM_UNIT_TYPE" val="l_h_f"/>
</p:tagLst>
</file>

<file path=ppt/tags/tag389.xml><?xml version="1.0" encoding="utf-8"?>
<p:tagLst xmlns:p="http://schemas.openxmlformats.org/presentationml/2006/main">
  <p:tag name="KSO_WM_FIGMA_DECORATION_INDEX" val="19"/>
  <p:tag name="$PH_EXT" val="2"/>
  <p:tag name="KSO_WM_BEAUTIFY_FLAG" val="#fgm#"/>
  <p:tag name="KSO_WM_DIAGRAM_GROUP_CODE" val="1"/>
  <p:tag name="KSO_WM_FIGMA_FLAG" val="#fgm#"/>
  <p:tag name="KSO_WM_SYNC_SLIDE_TEXT" val="1"/>
  <p:tag name="KSO_WM_UNIT_INDEX" val="1_2_1"/>
  <p:tag name="KSO_WM_UNIT_TYPE" val="l_h_i"/>
</p:tagLst>
</file>

<file path=ppt/tags/tag390.xml><?xml version="1.0" encoding="utf-8"?>
<p:tagLst xmlns:p="http://schemas.openxmlformats.org/presentationml/2006/main">
  <p:tag name="KSO_WM_BEAUTIFY_FLAG" val="#fgm#"/>
  <p:tag name="KSO_WM_DIAGRAM_GROUP_CODE" val="1"/>
  <p:tag name="KSO_WM_FIGMA_FLAG" val="#fgm#"/>
  <p:tag name="KSO_WM_UNIT_INDEX" val="1_2_1"/>
  <p:tag name="KSO_WM_UNIT_TYPE" val="l_h_a"/>
</p:tagLst>
</file>

<file path=ppt/tags/tag391.xml><?xml version="1.0" encoding="utf-8"?>
<p:tagLst xmlns:p="http://schemas.openxmlformats.org/presentationml/2006/main">
  <p:tag name="KSO_WM_BEAUTIFY_FLAG" val="#fgm#"/>
  <p:tag name="KSO_WM_DIAGRAM_GROUP_CODE" val="1"/>
  <p:tag name="KSO_WM_FIGMA_FLAG" val="#fgm#"/>
  <p:tag name="KSO_WM_UNIT_INDEX" val="1_2_1"/>
  <p:tag name="KSO_WM_UNIT_TYPE" val="l_h_f"/>
</p:tagLst>
</file>

<file path=ppt/tags/tag392.xml><?xml version="1.0" encoding="utf-8"?>
<p:tagLst xmlns:p="http://schemas.openxmlformats.org/presentationml/2006/main">
  <p:tag name="KSO_WM_FIGMA_DECORATION_INDEX" val="19"/>
  <p:tag name="$PH_EXT" val="2"/>
  <p:tag name="KSO_WM_BEAUTIFY_FLAG" val="#fgm#"/>
  <p:tag name="KSO_WM_DIAGRAM_GROUP_CODE" val="1"/>
  <p:tag name="KSO_WM_FIGMA_FLAG" val="#fgm#"/>
  <p:tag name="KSO_WM_SYNC_SLIDE_TEXT" val="1"/>
  <p:tag name="KSO_WM_UNIT_INDEX" val="1_3_1"/>
  <p:tag name="KSO_WM_UNIT_TYPE" val="l_h_i"/>
</p:tagLst>
</file>

<file path=ppt/tags/tag393.xml><?xml version="1.0" encoding="utf-8"?>
<p:tagLst xmlns:p="http://schemas.openxmlformats.org/presentationml/2006/main">
  <p:tag name="KSO_WM_BEAUTIFY_FLAG" val="#fgm#"/>
  <p:tag name="KSO_WM_DIAGRAM_GROUP_CODE" val="1"/>
  <p:tag name="KSO_WM_FIGMA_FLAG" val="#fgm#"/>
  <p:tag name="KSO_WM_UNIT_INDEX" val="1_3_1"/>
  <p:tag name="KSO_WM_UNIT_TYPE" val="l_h_a"/>
</p:tagLst>
</file>

<file path=ppt/tags/tag394.xml><?xml version="1.0" encoding="utf-8"?>
<p:tagLst xmlns:p="http://schemas.openxmlformats.org/presentationml/2006/main">
  <p:tag name="KSO_WM_BEAUTIFY_FLAG" val="#fgm#"/>
  <p:tag name="KSO_WM_DIAGRAM_GROUP_CODE" val="1"/>
  <p:tag name="KSO_WM_FIGMA_FLAG" val="#fgm#"/>
  <p:tag name="KSO_WM_UNIT_INDEX" val="1_3_1"/>
  <p:tag name="KSO_WM_UNIT_TYPE" val="l_h_f"/>
</p:tagLst>
</file>

<file path=ppt/tags/tag395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**"/>
  <p:tag name="KSO_WM_UNIT_LAYERLEVEL" val="1"/>
  <p:tag name="KSO_WM_TAG_VERSION" val="3.0"/>
  <p:tag name="KSO_WM_BEAUTIFY_FLAG" val="#wm#"/>
  <p:tag name="KSO_WM_UNIT_ISNUMDGMTITLE" val="0"/>
  <p:tag name="KSO_WM_UNIT_NOCLEAR" val="0"/>
  <p:tag name="KSO_WM_TEMPLATE_INDEX" val="40490145"/>
  <p:tag name="KSO_WM_TEMPLATE_CATEGORY" val="custom"/>
</p:tagLst>
</file>

<file path=ppt/tags/tag396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**"/>
  <p:tag name="KSO_WM_UNIT_LAYERLEVEL" val="1"/>
  <p:tag name="KSO_WM_TAG_VERSION" val="3.0"/>
  <p:tag name="KSO_WM_BEAUTIFY_FLAG" val="#wm#"/>
  <p:tag name="KSO_WM_UNIT_ISNUMDGMTITLE" val="0"/>
  <p:tag name="KSO_WM_UNIT_NOCLEAR" val="0"/>
  <p:tag name="KSO_WM_TEMPLATE_INDEX" val="40490145"/>
  <p:tag name="KSO_WM_TEMPLATE_CATEGORY" val="custom"/>
</p:tagLst>
</file>

<file path=ppt/tags/tag397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**"/>
  <p:tag name="KSO_WM_UNIT_LAYERLEVEL" val="1"/>
  <p:tag name="KSO_WM_TAG_VERSION" val="3.0"/>
  <p:tag name="KSO_WM_BEAUTIFY_FLAG" val="#wm#"/>
  <p:tag name="KSO_WM_UNIT_ISNUMDGMTITLE" val="0"/>
  <p:tag name="KSO_WM_UNIT_NOCLEAR" val="0"/>
  <p:tag name="KSO_WM_TEMPLATE_INDEX" val="40490145"/>
  <p:tag name="KSO_WM_TEMPLATE_CATEGORY" val="custom"/>
</p:tagLst>
</file>

<file path=ppt/tags/tag398.xml><?xml version="1.0" encoding="utf-8"?>
<p:tagLst xmlns:p="http://schemas.openxmlformats.org/presentationml/2006/main">
  <p:tag name="KSO_WM_BEAUTIFY_FLAG" val="#fgm#"/>
  <p:tag name="KSO_WM_FIGMA_FLAG" val="#fgm#"/>
  <p:tag name="KSO_WM_UNIT_INDEX" val="1"/>
  <p:tag name="KSO_WM_UNIT_TYPE" val="a"/>
  <p:tag name="KSO_WM_LAYOUT_CHECK_HASH" val="e0a3156424237e399d8ce91d08569897418062fc"/>
  <p:tag name="KSO_WM_NEWLAYOUT_GROUP_ID" val="layout_48"/>
  <p:tag name="KSO_WM_NEWLAYOUT_ID" val="slide_f40f4095b76ee3a8"/>
</p:tagLst>
</file>

<file path=ppt/tags/tag399.xml><?xml version="1.0" encoding="utf-8"?>
<p:tagLst xmlns:p="http://schemas.openxmlformats.org/presentationml/2006/main">
  <p:tag name="KSO_WM_FIGMA_DECORATION_INDEX" val="18"/>
  <p:tag name="$PH_EXT" val="2"/>
  <p:tag name="KSO_WM_BEAUTIFY_FLAG" val="#fgm#"/>
  <p:tag name="KSO_WM_DIAGRAM_GROUP_CODE" val="1"/>
  <p:tag name="KSO_WM_FIGMA_FLAG" val="#fgm#"/>
  <p:tag name="KSO_WM_SHAPE_BGTYPE" val="lt1"/>
  <p:tag name="KSO_WM_SHAPE_BRIGHT_DATA" val="[{&quot;dk1&quot;:-60,&quot;dk2&quot;:-50,&quot;lt1&quot;:90,&quot;lt2&quot;:100},{&quot;dk1&quot;:-60,&quot;dk2&quot;:-50,&quot;lt1&quot;:90,&quot;lt2&quot;:100}]"/>
  <p:tag name="KSO_WM_SHAPE_UPDATE_BRIGHT" val="1"/>
  <p:tag name="KSO_WM_SYNC_SLIDE_TEXT" val="1"/>
  <p:tag name="KSO_WM_UNIT_INDEX" val="1_1_1"/>
  <p:tag name="KSO_WM_UNIT_TYPE" val="l_h_i"/>
</p:tagLst>
</file>

<file path=ppt/tags/tag400.xml><?xml version="1.0" encoding="utf-8"?>
<p:tagLst xmlns:p="http://schemas.openxmlformats.org/presentationml/2006/main">
  <p:tag name="KSO_WM_BEAUTIFY_FLAG" val="#fgm#"/>
  <p:tag name="KSO_WM_DIAGRAM_GROUP_CODE" val="1"/>
  <p:tag name="KSO_WM_FIGMA_FLAG" val="#fgm#"/>
  <p:tag name="KSO_WM_UNIT_INDEX" val="1_1_1"/>
  <p:tag name="KSO_WM_UNIT_TYPE" val="l_h_d"/>
</p:tagLst>
</file>

<file path=ppt/tags/tag401.xml><?xml version="1.0" encoding="utf-8"?>
<p:tagLst xmlns:p="http://schemas.openxmlformats.org/presentationml/2006/main">
  <p:tag name="KSO_WM_BEAUTIFY_FLAG" val="#fgm#"/>
  <p:tag name="KSO_WM_DIAGRAM_GROUP_CODE" val="1"/>
  <p:tag name="KSO_WM_FIGMA_FLAG" val="#fgm#"/>
  <p:tag name="KSO_WM_UNIT_INDEX" val="1_1_1"/>
  <p:tag name="KSO_WM_UNIT_TYPE" val="l_h_a"/>
</p:tagLst>
</file>

<file path=ppt/tags/tag402.xml><?xml version="1.0" encoding="utf-8"?>
<p:tagLst xmlns:p="http://schemas.openxmlformats.org/presentationml/2006/main">
  <p:tag name="KSO_WM_BEAUTIFY_FLAG" val="#fgm#"/>
  <p:tag name="KSO_WM_DIAGRAM_GROUP_CODE" val="1"/>
  <p:tag name="KSO_WM_FIGMA_FLAG" val="#fgm#"/>
  <p:tag name="KSO_WM_UNIT_INDEX" val="1_1_1"/>
  <p:tag name="KSO_WM_UNIT_TYPE" val="l_h_f"/>
</p:tagLst>
</file>

<file path=ppt/tags/tag403.xml><?xml version="1.0" encoding="utf-8"?>
<p:tagLst xmlns:p="http://schemas.openxmlformats.org/presentationml/2006/main">
  <p:tag name="KSO_WM_FIGMA_DECORATION_INDEX" val="18"/>
  <p:tag name="$PH_EXT" val="2"/>
  <p:tag name="KSO_WM_BEAUTIFY_FLAG" val="#fgm#"/>
  <p:tag name="KSO_WM_DIAGRAM_GROUP_CODE" val="1"/>
  <p:tag name="KSO_WM_FIGMA_FLAG" val="#fgm#"/>
  <p:tag name="KSO_WM_SHAPE_BGTYPE" val="lt1"/>
  <p:tag name="KSO_WM_SHAPE_BRIGHT_DATA" val="[{&quot;dk1&quot;:-60,&quot;dk2&quot;:-50,&quot;lt1&quot;:90,&quot;lt2&quot;:100},{&quot;dk1&quot;:-60,&quot;dk2&quot;:-50,&quot;lt1&quot;:90,&quot;lt2&quot;:100}]"/>
  <p:tag name="KSO_WM_SHAPE_UPDATE_BRIGHT" val="1"/>
  <p:tag name="KSO_WM_SYNC_SLIDE_TEXT" val="1"/>
  <p:tag name="KSO_WM_UNIT_INDEX" val="1_2_1"/>
  <p:tag name="KSO_WM_UNIT_TYPE" val="l_h_i"/>
</p:tagLst>
</file>

<file path=ppt/tags/tag404.xml><?xml version="1.0" encoding="utf-8"?>
<p:tagLst xmlns:p="http://schemas.openxmlformats.org/presentationml/2006/main">
  <p:tag name="KSO_WM_BEAUTIFY_FLAG" val="#fgm#"/>
  <p:tag name="KSO_WM_DIAGRAM_GROUP_CODE" val="1"/>
  <p:tag name="KSO_WM_FIGMA_FLAG" val="#fgm#"/>
  <p:tag name="KSO_WM_UNIT_INDEX" val="1_2_1"/>
  <p:tag name="KSO_WM_UNIT_TYPE" val="l_h_d"/>
</p:tagLst>
</file>

<file path=ppt/tags/tag405.xml><?xml version="1.0" encoding="utf-8"?>
<p:tagLst xmlns:p="http://schemas.openxmlformats.org/presentationml/2006/main">
  <p:tag name="KSO_WM_BEAUTIFY_FLAG" val="#fgm#"/>
  <p:tag name="KSO_WM_DIAGRAM_GROUP_CODE" val="1"/>
  <p:tag name="KSO_WM_FIGMA_FLAG" val="#fgm#"/>
  <p:tag name="KSO_WM_UNIT_INDEX" val="1_2_1"/>
  <p:tag name="KSO_WM_UNIT_TYPE" val="l_h_a"/>
</p:tagLst>
</file>

<file path=ppt/tags/tag406.xml><?xml version="1.0" encoding="utf-8"?>
<p:tagLst xmlns:p="http://schemas.openxmlformats.org/presentationml/2006/main">
  <p:tag name="KSO_WM_BEAUTIFY_FLAG" val="#fgm#"/>
  <p:tag name="KSO_WM_DIAGRAM_GROUP_CODE" val="1"/>
  <p:tag name="KSO_WM_FIGMA_FLAG" val="#fgm#"/>
  <p:tag name="KSO_WM_UNIT_INDEX" val="1_2_1"/>
  <p:tag name="KSO_WM_UNIT_TYPE" val="l_h_f"/>
</p:tagLst>
</file>

<file path=ppt/tags/tag407.xml><?xml version="1.0" encoding="utf-8"?>
<p:tagLst xmlns:p="http://schemas.openxmlformats.org/presentationml/2006/main">
  <p:tag name="KSO_WM_FIGMA_DECORATION_INDEX" val="18"/>
  <p:tag name="$PH_EXT" val="2"/>
  <p:tag name="KSO_WM_BEAUTIFY_FLAG" val="#fgm#"/>
  <p:tag name="KSO_WM_DIAGRAM_GROUP_CODE" val="1"/>
  <p:tag name="KSO_WM_FIGMA_FLAG" val="#fgm#"/>
  <p:tag name="KSO_WM_SHAPE_BGTYPE" val="lt1"/>
  <p:tag name="KSO_WM_SHAPE_BRIGHT_DATA" val="[{&quot;dk1&quot;:-60,&quot;dk2&quot;:-50,&quot;lt1&quot;:90,&quot;lt2&quot;:100},{&quot;dk1&quot;:-60,&quot;dk2&quot;:-50,&quot;lt1&quot;:90,&quot;lt2&quot;:100}]"/>
  <p:tag name="KSO_WM_SHAPE_UPDATE_BRIGHT" val="1"/>
  <p:tag name="KSO_WM_SYNC_SLIDE_TEXT" val="1"/>
  <p:tag name="KSO_WM_UNIT_INDEX" val="1_3_1"/>
  <p:tag name="KSO_WM_UNIT_TYPE" val="l_h_i"/>
</p:tagLst>
</file>

<file path=ppt/tags/tag408.xml><?xml version="1.0" encoding="utf-8"?>
<p:tagLst xmlns:p="http://schemas.openxmlformats.org/presentationml/2006/main">
  <p:tag name="KSO_WM_BEAUTIFY_FLAG" val="#fgm#"/>
  <p:tag name="KSO_WM_DIAGRAM_GROUP_CODE" val="1"/>
  <p:tag name="KSO_WM_FIGMA_FLAG" val="#fgm#"/>
  <p:tag name="KSO_WM_UNIT_INDEX" val="1_3_1"/>
  <p:tag name="KSO_WM_UNIT_TYPE" val="l_h_d"/>
</p:tagLst>
</file>

<file path=ppt/tags/tag409.xml><?xml version="1.0" encoding="utf-8"?>
<p:tagLst xmlns:p="http://schemas.openxmlformats.org/presentationml/2006/main">
  <p:tag name="KSO_WM_BEAUTIFY_FLAG" val="#fgm#"/>
  <p:tag name="KSO_WM_DIAGRAM_GROUP_CODE" val="1"/>
  <p:tag name="KSO_WM_FIGMA_FLAG" val="#fgm#"/>
  <p:tag name="KSO_WM_UNIT_INDEX" val="1_3_1"/>
  <p:tag name="KSO_WM_UNIT_TYPE" val="l_h_a"/>
</p:tagLst>
</file>

<file path=ppt/tags/tag410.xml><?xml version="1.0" encoding="utf-8"?>
<p:tagLst xmlns:p="http://schemas.openxmlformats.org/presentationml/2006/main">
  <p:tag name="KSO_WM_BEAUTIFY_FLAG" val="#fgm#"/>
  <p:tag name="KSO_WM_DIAGRAM_GROUP_CODE" val="1"/>
  <p:tag name="KSO_WM_FIGMA_FLAG" val="#fgm#"/>
  <p:tag name="KSO_WM_UNIT_INDEX" val="1_3_1"/>
  <p:tag name="KSO_WM_UNIT_TYPE" val="l_h_f"/>
</p:tagLst>
</file>

<file path=ppt/tags/tag411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**"/>
  <p:tag name="KSO_WM_UNIT_LAYERLEVEL" val="1"/>
  <p:tag name="KSO_WM_TAG_VERSION" val="3.0"/>
  <p:tag name="KSO_WM_BEAUTIFY_FLAG" val="#wm#"/>
  <p:tag name="KSO_WM_UNIT_ISNUMDGMTITLE" val="0"/>
  <p:tag name="KSO_WM_UNIT_NOCLEAR" val="0"/>
  <p:tag name="KSO_WM_TEMPLATE_INDEX" val="40490145"/>
  <p:tag name="KSO_WM_TEMPLATE_CATEGORY" val="custom"/>
</p:tagLst>
</file>

<file path=ppt/tags/tag412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**"/>
  <p:tag name="KSO_WM_UNIT_LAYERLEVEL" val="1"/>
  <p:tag name="KSO_WM_TAG_VERSION" val="3.0"/>
  <p:tag name="KSO_WM_BEAUTIFY_FLAG" val="#wm#"/>
  <p:tag name="KSO_WM_UNIT_ISNUMDGMTITLE" val="0"/>
  <p:tag name="KSO_WM_UNIT_NOCLEAR" val="0"/>
  <p:tag name="KSO_WM_TEMPLATE_INDEX" val="40490145"/>
  <p:tag name="KSO_WM_TEMPLATE_CATEGORY" val="custom"/>
</p:tagLst>
</file>

<file path=ppt/tags/tag413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**"/>
  <p:tag name="KSO_WM_UNIT_LAYERLEVEL" val="1"/>
  <p:tag name="KSO_WM_TAG_VERSION" val="3.0"/>
  <p:tag name="KSO_WM_BEAUTIFY_FLAG" val="#wm#"/>
  <p:tag name="KSO_WM_UNIT_ISNUMDGMTITLE" val="0"/>
  <p:tag name="KSO_WM_UNIT_NOCLEAR" val="0"/>
  <p:tag name="KSO_WM_TEMPLATE_INDEX" val="40490145"/>
  <p:tag name="KSO_WM_TEMPLATE_CATEGORY" val="custom"/>
</p:tagLst>
</file>

<file path=ppt/tags/tag414.xml><?xml version="1.0" encoding="utf-8"?>
<p:tagLst xmlns:p="http://schemas.openxmlformats.org/presentationml/2006/main">
  <p:tag name="KSO_WM_BEAUTIFY_FLAG" val="#fgm#"/>
  <p:tag name="KSO_WM_FIGMA_FLAG" val="#fgm#"/>
  <p:tag name="KSO_WM_UNIT_INDEX" val="1"/>
  <p:tag name="KSO_WM_UNIT_TEXT_TYPE" val="1"/>
  <p:tag name="KSO_WM_UNIT_TYPE" val="b"/>
</p:tagLst>
</file>

<file path=ppt/tags/tag415.xml><?xml version="1.0" encoding="utf-8"?>
<p:tagLst xmlns:p="http://schemas.openxmlformats.org/presentationml/2006/main">
  <p:tag name="KSO_WM_BEAUTIFY_FLAG" val="#fgm#"/>
  <p:tag name="KSO_WM_FIGMA_FLAG" val="#fgm#"/>
  <p:tag name="KSO_WM_UNIT_INDEX" val="1"/>
  <p:tag name="KSO_WM_UNIT_TEXT_TYPE" val="1"/>
  <p:tag name="KSO_WM_UNIT_TYPE" val="a"/>
  <p:tag name="KSO_WM_LAYOUT_CHECK_HASH" val="a9ca1fa38b5856d89a7e0d9765476b4f3279f937"/>
  <p:tag name="KSO_WM_NEWLAYOUT_GROUP_ID" val="layout_1-5"/>
  <p:tag name="KSO_WM_NEWLAYOUT_ID" val="slide_61223ae7a7f7aefc"/>
</p:tagLst>
</file>

<file path=ppt/tags/tag416.xml><?xml version="1.0" encoding="utf-8"?>
<p:tagLst xmlns:p="http://schemas.openxmlformats.org/presentationml/2006/main">
  <p:tag name="KSO_WM_BEAUTIFY_FLAG" val="#fgm#"/>
  <p:tag name="KSO_WM_DIAGRAM_GROUP_CODE" val="1"/>
  <p:tag name="KSO_WM_FIGMA_FLAG" val="#fgm#"/>
  <p:tag name="KSO_WM_UNIT_INDEX" val="1_1_1"/>
  <p:tag name="KSO_WM_UNIT_SUBTYPE" val="d"/>
  <p:tag name="KSO_WM_UNIT_TYPE" val="l_h_i"/>
</p:tagLst>
</file>

<file path=ppt/tags/tag417.xml><?xml version="1.0" encoding="utf-8"?>
<p:tagLst xmlns:p="http://schemas.openxmlformats.org/presentationml/2006/main">
  <p:tag name="KSO_WM_FIGMA_DECORATION_INDEX" val="25"/>
  <p:tag name="$PH_EXT" val="2"/>
  <p:tag name="KSO_WM_BEAUTIFY_FLAG" val="#fgm#"/>
  <p:tag name="KSO_WM_DIAGRAM_GROUP_CODE" val="1"/>
  <p:tag name="KSO_WM_FIGMA_FLAG" val="#fgm#"/>
  <p:tag name="KSO_WM_SYNC_SLIDE_TEXT" val="1"/>
  <p:tag name="KSO_WM_UNIT_INDEX" val="1_1_2"/>
  <p:tag name="KSO_WM_UNIT_TYPE" val="l_h_i"/>
</p:tagLst>
</file>

<file path=ppt/tags/tag418.xml><?xml version="1.0" encoding="utf-8"?>
<p:tagLst xmlns:p="http://schemas.openxmlformats.org/presentationml/2006/main">
  <p:tag name="KSO_WM_BEAUTIFY_FLAG" val="#fgm#"/>
  <p:tag name="KSO_WM_DIAGRAM_GROUP_CODE" val="1"/>
  <p:tag name="KSO_WM_FIGMA_FLAG" val="#fgm#"/>
  <p:tag name="KSO_WM_UNIT_INDEX" val="1_1_1"/>
  <p:tag name="KSO_WM_UNIT_TYPE" val="l_h_a"/>
</p:tagLst>
</file>

<file path=ppt/tags/tag419.xml><?xml version="1.0" encoding="utf-8"?>
<p:tagLst xmlns:p="http://schemas.openxmlformats.org/presentationml/2006/main">
  <p:tag name="KSO_WM_BEAUTIFY_FLAG" val="#fgm#"/>
  <p:tag name="KSO_WM_DIAGRAM_GROUP_CODE" val="1"/>
  <p:tag name="KSO_WM_FIGMA_FLAG" val="#fgm#"/>
  <p:tag name="KSO_WM_UNIT_INDEX" val="1_2_1"/>
  <p:tag name="KSO_WM_UNIT_SUBTYPE" val="d"/>
  <p:tag name="KSO_WM_UNIT_TYPE" val="l_h_i"/>
</p:tagLst>
</file>

<file path=ppt/tags/tag420.xml><?xml version="1.0" encoding="utf-8"?>
<p:tagLst xmlns:p="http://schemas.openxmlformats.org/presentationml/2006/main">
  <p:tag name="KSO_WM_FIGMA_DECORATION_INDEX" val="25"/>
  <p:tag name="$PH_EXT" val="2"/>
  <p:tag name="KSO_WM_BEAUTIFY_FLAG" val="#fgm#"/>
  <p:tag name="KSO_WM_DIAGRAM_GROUP_CODE" val="1"/>
  <p:tag name="KSO_WM_FIGMA_FLAG" val="#fgm#"/>
  <p:tag name="KSO_WM_SYNC_SLIDE_TEXT" val="1"/>
  <p:tag name="KSO_WM_UNIT_INDEX" val="1_2_2"/>
  <p:tag name="KSO_WM_UNIT_TYPE" val="l_h_i"/>
</p:tagLst>
</file>

<file path=ppt/tags/tag421.xml><?xml version="1.0" encoding="utf-8"?>
<p:tagLst xmlns:p="http://schemas.openxmlformats.org/presentationml/2006/main">
  <p:tag name="KSO_WM_BEAUTIFY_FLAG" val="#fgm#"/>
  <p:tag name="KSO_WM_DIAGRAM_GROUP_CODE" val="1"/>
  <p:tag name="KSO_WM_FIGMA_FLAG" val="#fgm#"/>
  <p:tag name="KSO_WM_UNIT_INDEX" val="1_2_1"/>
  <p:tag name="KSO_WM_UNIT_TYPE" val="l_h_a"/>
</p:tagLst>
</file>

<file path=ppt/tags/tag422.xml><?xml version="1.0" encoding="utf-8"?>
<p:tagLst xmlns:p="http://schemas.openxmlformats.org/presentationml/2006/main">
  <p:tag name="KSO_WM_BEAUTIFY_FLAG" val="#fgm#"/>
  <p:tag name="KSO_WM_DIAGRAM_GROUP_CODE" val="1"/>
  <p:tag name="KSO_WM_FIGMA_FLAG" val="#fgm#"/>
  <p:tag name="KSO_WM_UNIT_INDEX" val="1_3_1"/>
  <p:tag name="KSO_WM_UNIT_SUBTYPE" val="d"/>
  <p:tag name="KSO_WM_UNIT_TYPE" val="l_h_i"/>
</p:tagLst>
</file>

<file path=ppt/tags/tag423.xml><?xml version="1.0" encoding="utf-8"?>
<p:tagLst xmlns:p="http://schemas.openxmlformats.org/presentationml/2006/main">
  <p:tag name="KSO_WM_FIGMA_DECORATION_INDEX" val="25"/>
  <p:tag name="$PH_EXT" val="2"/>
  <p:tag name="KSO_WM_BEAUTIFY_FLAG" val="#fgm#"/>
  <p:tag name="KSO_WM_DIAGRAM_GROUP_CODE" val="1"/>
  <p:tag name="KSO_WM_FIGMA_FLAG" val="#fgm#"/>
  <p:tag name="KSO_WM_SYNC_SLIDE_TEXT" val="1"/>
  <p:tag name="KSO_WM_UNIT_INDEX" val="1_3_2"/>
  <p:tag name="KSO_WM_UNIT_TYPE" val="l_h_i"/>
</p:tagLst>
</file>

<file path=ppt/tags/tag424.xml><?xml version="1.0" encoding="utf-8"?>
<p:tagLst xmlns:p="http://schemas.openxmlformats.org/presentationml/2006/main">
  <p:tag name="KSO_WM_BEAUTIFY_FLAG" val="#fgm#"/>
  <p:tag name="KSO_WM_DIAGRAM_GROUP_CODE" val="1"/>
  <p:tag name="KSO_WM_FIGMA_FLAG" val="#fgm#"/>
  <p:tag name="KSO_WM_UNIT_INDEX" val="1_3_1"/>
  <p:tag name="KSO_WM_UNIT_TYPE" val="l_h_a"/>
</p:tagLst>
</file>

<file path=ppt/tags/tag425.xml><?xml version="1.0" encoding="utf-8"?>
<p:tagLst xmlns:p="http://schemas.openxmlformats.org/presentationml/2006/main">
  <p:tag name="KSO_WM_BEAUTIFY_FLAG" val="#fgm#"/>
  <p:tag name="KSO_WM_DIAGRAM_GROUP_CODE" val="1"/>
  <p:tag name="KSO_WM_FIGMA_FLAG" val="#fgm#"/>
  <p:tag name="KSO_WM_UNIT_INDEX" val="1_4_1"/>
  <p:tag name="KSO_WM_UNIT_SUBTYPE" val="d"/>
  <p:tag name="KSO_WM_UNIT_TYPE" val="l_h_i"/>
</p:tagLst>
</file>

<file path=ppt/tags/tag426.xml><?xml version="1.0" encoding="utf-8"?>
<p:tagLst xmlns:p="http://schemas.openxmlformats.org/presentationml/2006/main">
  <p:tag name="KSO_WM_FIGMA_DECORATION_INDEX" val="25"/>
  <p:tag name="$PH_EXT" val="2"/>
  <p:tag name="KSO_WM_BEAUTIFY_FLAG" val="#fgm#"/>
  <p:tag name="KSO_WM_DIAGRAM_GROUP_CODE" val="1"/>
  <p:tag name="KSO_WM_FIGMA_FLAG" val="#fgm#"/>
  <p:tag name="KSO_WM_SYNC_SLIDE_TEXT" val="1"/>
  <p:tag name="KSO_WM_UNIT_INDEX" val="1_4_2"/>
  <p:tag name="KSO_WM_UNIT_TYPE" val="l_h_i"/>
</p:tagLst>
</file>

<file path=ppt/tags/tag427.xml><?xml version="1.0" encoding="utf-8"?>
<p:tagLst xmlns:p="http://schemas.openxmlformats.org/presentationml/2006/main">
  <p:tag name="KSO_WM_BEAUTIFY_FLAG" val="#fgm#"/>
  <p:tag name="KSO_WM_DIAGRAM_GROUP_CODE" val="1"/>
  <p:tag name="KSO_WM_FIGMA_FLAG" val="#fgm#"/>
  <p:tag name="KSO_WM_UNIT_INDEX" val="1_4_1"/>
  <p:tag name="KSO_WM_UNIT_TYPE" val="l_h_a"/>
</p:tagLst>
</file>

<file path=ppt/tags/tag428.xml><?xml version="1.0" encoding="utf-8"?>
<p:tagLst xmlns:p="http://schemas.openxmlformats.org/presentationml/2006/main">
  <p:tag name="KSO_WM_UNIT_SUBTYPE" val="a"/>
  <p:tag name="KSO_WM_UNIT_NOCLEAR" val="0"/>
  <p:tag name="KSO_WM_UNIT_VALUE" val="60"/>
  <p:tag name="KSO_WM_UNIT_HIGHLIGHT" val="0"/>
  <p:tag name="KSO_WM_UNIT_COMPATIBLE" val="0"/>
  <p:tag name="KSO_WM_UNIT_DIAGRAM_ISNUMVISUAL" val="0"/>
  <p:tag name="KSO_WM_UNIT_DIAGRAM_ISREFERUNIT" val="0"/>
  <p:tag name="KSO_WM_UNIT_TYPE" val="f"/>
  <p:tag name="KSO_WM_UNIT_INDEX" val="1"/>
  <p:tag name="KSO_WM_UNIT_ID" val="_1*f*1"/>
  <p:tag name="KSO_WM_UNIT_LAYERLEVEL" val="1"/>
  <p:tag name="KSO_WM_TAG_VERSION" val="3.0"/>
  <p:tag name="KSO_WM_BEAUTIFY_FLAG" val="#wm#"/>
  <p:tag name="KSO_WM_UNIT_PRESET_TEXT" val="单击此处编辑母版文本样式&#10;第二级&#10;第三级&#10;第四级&#10;第五级"/>
  <p:tag name="KSO_WM_UNIT_ISNUMDGMTITLE" val="0"/>
  <p:tag name="KSO_WM_TEMPLATE_INDEX" val="40490145"/>
  <p:tag name="KSO_WM_TEMPLATE_CATEGORY" val="custom"/>
</p:tagLst>
</file>

<file path=ppt/tags/tag429.xml><?xml version="1.0" encoding="utf-8"?>
<p:tagLst xmlns:p="http://schemas.openxmlformats.org/presentationml/2006/main">
  <p:tag name="KSO_WM_UNIT_ISCONTENTSTITLE" val="0"/>
  <p:tag name="KSO_WM_UNIT_ISNUMDGMTITLE" val="0"/>
  <p:tag name="KSO_WM_UNIT_NOCLEAR" val="0"/>
  <p:tag name="KSO_WM_UNIT_VALUE" val="10"/>
  <p:tag name="KSO_WM_UNIT_HIGHLIGHT" val="0"/>
  <p:tag name="KSO_WM_UNIT_COMPATIBLE" val="0"/>
  <p:tag name="KSO_WM_UNIT_DIAGRAM_ISNUMVISUAL" val="0"/>
  <p:tag name="KSO_WM_UNIT_DIAGRAM_ISREFERUNIT" val="0"/>
  <p:tag name="KSO_WM_UNIT_TYPE" val="a"/>
  <p:tag name="KSO_WM_UNIT_INDEX" val="1"/>
  <p:tag name="KSO_WM_UNIT_ID" val="_1*a*1"/>
  <p:tag name="KSO_WM_UNIT_LAYERLEVEL" val="1"/>
  <p:tag name="KSO_WM_TAG_VERSION" val="3.0"/>
  <p:tag name="KSO_WM_BEAUTIFY_FLAG" val="#wm#"/>
  <p:tag name="KSO_WM_UNIT_CONTENT_GROUP_TYPE" val="titlestyle"/>
  <p:tag name="KSO_WM_UNIT_PRESET_TEXT" val="单击此处添加标题"/>
  <p:tag name="KSO_WM_TEMPLATE_INDEX" val="40490145"/>
  <p:tag name="KSO_WM_TEMPLATE_CATEGORY" val="custom"/>
</p:tagLst>
</file>

<file path=ppt/tags/tag430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**"/>
  <p:tag name="KSO_WM_UNIT_LAYERLEVEL" val="1"/>
  <p:tag name="KSO_WM_TAG_VERSION" val="3.0"/>
  <p:tag name="KSO_WM_BEAUTIFY_FLAG" val="#wm#"/>
  <p:tag name="KSO_WM_UNIT_ISNUMDGMTITLE" val="0"/>
  <p:tag name="KSO_WM_UNIT_NOCLEAR" val="0"/>
  <p:tag name="KSO_WM_TEMPLATE_INDEX" val="40490145"/>
  <p:tag name="KSO_WM_TEMPLATE_CATEGORY" val="custom"/>
</p:tagLst>
</file>

<file path=ppt/tags/tag431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**"/>
  <p:tag name="KSO_WM_UNIT_LAYERLEVEL" val="1"/>
  <p:tag name="KSO_WM_TAG_VERSION" val="3.0"/>
  <p:tag name="KSO_WM_BEAUTIFY_FLAG" val="#wm#"/>
  <p:tag name="KSO_WM_UNIT_ISNUMDGMTITLE" val="0"/>
  <p:tag name="KSO_WM_UNIT_NOCLEAR" val="0"/>
  <p:tag name="KSO_WM_TEMPLATE_INDEX" val="40490145"/>
  <p:tag name="KSO_WM_TEMPLATE_CATEGORY" val="custom"/>
</p:tagLst>
</file>

<file path=ppt/tags/tag432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**"/>
  <p:tag name="KSO_WM_UNIT_LAYERLEVEL" val="1"/>
  <p:tag name="KSO_WM_TAG_VERSION" val="3.0"/>
  <p:tag name="KSO_WM_BEAUTIFY_FLAG" val="#wm#"/>
  <p:tag name="KSO_WM_UNIT_ISNUMDGMTITLE" val="0"/>
  <p:tag name="KSO_WM_UNIT_NOCLEAR" val="0"/>
  <p:tag name="KSO_WM_TEMPLATE_INDEX" val="40490145"/>
  <p:tag name="KSO_WM_TEMPLATE_CATEGORY" val="custom"/>
</p:tagLst>
</file>

<file path=ppt/tags/tag433.xml><?xml version="1.0" encoding="utf-8"?>
<p:tagLst xmlns:p="http://schemas.openxmlformats.org/presentationml/2006/main">
  <p:tag name="KSO_WM_UNIT_ISCONTENTSTITLE" val="1"/>
  <p:tag name="KSO_WM_UNIT_ISNUMDGMTITLE" val="0"/>
  <p:tag name="KSO_WM_UNIT_PRESET_TEXT" val="CONTENT"/>
  <p:tag name="KSO_WM_UNIT_NOCLEAR" val="0"/>
  <p:tag name="KSO_WM_UNIT_VALUE" val="10"/>
  <p:tag name="KSO_WM_UNIT_HIGHLIGHT" val="0"/>
  <p:tag name="KSO_WM_UNIT_COMPATIBLE" val="0"/>
  <p:tag name="KSO_WM_UNIT_DIAGRAM_ISNUMVISUAL" val="0"/>
  <p:tag name="KSO_WM_UNIT_DIAGRAM_ISREFERUNIT" val="0"/>
  <p:tag name="KSO_WM_UNIT_TYPE" val="a"/>
  <p:tag name="KSO_WM_UNIT_INDEX" val="1"/>
  <p:tag name="KSO_WM_UNIT_ID" val="_2*a*1"/>
  <p:tag name="KSO_WM_UNIT_LAYERLEVEL" val="1"/>
  <p:tag name="KSO_WM_TAG_VERSION" val="3.0"/>
  <p:tag name="KSO_WM_BEAUTIFY_FLAG" val="#wm#"/>
  <p:tag name="KSO_WM_TEMPLATE_INDEX" val="40490145"/>
  <p:tag name="KSO_WM_TEMPLATE_CATEGORY" val="custom"/>
</p:tagLst>
</file>

<file path=ppt/tags/tag434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2**"/>
  <p:tag name="KSO_WM_UNIT_LAYERLEVEL" val="1"/>
  <p:tag name="KSO_WM_TAG_VERSION" val="3.0"/>
  <p:tag name="KSO_WM_BEAUTIFY_FLAG" val="#wm#"/>
  <p:tag name="KSO_WM_UNIT_ISNUMDGMTITLE" val="0"/>
  <p:tag name="KSO_WM_UNIT_NOCLEAR" val="0"/>
  <p:tag name="KSO_WM_TEMPLATE_INDEX" val="40490145"/>
  <p:tag name="KSO_WM_TEMPLATE_CATEGORY" val="custom"/>
</p:tagLst>
</file>

<file path=ppt/tags/tag435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2**"/>
  <p:tag name="KSO_WM_UNIT_LAYERLEVEL" val="1"/>
  <p:tag name="KSO_WM_TAG_VERSION" val="3.0"/>
  <p:tag name="KSO_WM_BEAUTIFY_FLAG" val="#wm#"/>
  <p:tag name="KSO_WM_UNIT_ISNUMDGMTITLE" val="0"/>
  <p:tag name="KSO_WM_UNIT_NOCLEAR" val="0"/>
  <p:tag name="KSO_WM_TEMPLATE_INDEX" val="40490145"/>
  <p:tag name="KSO_WM_TEMPLATE_CATEGORY" val="custom"/>
</p:tagLst>
</file>

<file path=ppt/tags/tag436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2**"/>
  <p:tag name="KSO_WM_UNIT_LAYERLEVEL" val="1"/>
  <p:tag name="KSO_WM_TAG_VERSION" val="3.0"/>
  <p:tag name="KSO_WM_BEAUTIFY_FLAG" val="#wm#"/>
  <p:tag name="KSO_WM_UNIT_ISNUMDGMTITLE" val="0"/>
  <p:tag name="KSO_WM_UNIT_NOCLEAR" val="0"/>
  <p:tag name="KSO_WM_TEMPLATE_INDEX" val="40490145"/>
  <p:tag name="KSO_WM_TEMPLATE_CATEGORY" val="custom"/>
</p:tagLst>
</file>

<file path=ppt/tags/tag437.xml><?xml version="1.0" encoding="utf-8"?>
<p:tagLst xmlns:p="http://schemas.openxmlformats.org/presentationml/2006/main">
  <p:tag name="KSO_WM_UNIT_SUBTYPE" val="a"/>
  <p:tag name="KSO_WM_UNIT_NOCLEAR" val="0"/>
  <p:tag name="KSO_WM_UNIT_VALUE" val="60"/>
  <p:tag name="KSO_WM_UNIT_HIGHLIGHT" val="0"/>
  <p:tag name="KSO_WM_UNIT_COMPATIBLE" val="0"/>
  <p:tag name="KSO_WM_UNIT_DIAGRAM_ISNUMVISUAL" val="0"/>
  <p:tag name="KSO_WM_UNIT_DIAGRAM_ISREFERUNIT" val="0"/>
  <p:tag name="KSO_WM_UNIT_TYPE" val="f"/>
  <p:tag name="KSO_WM_UNIT_INDEX" val="1"/>
  <p:tag name="KSO_WM_UNIT_ID" val="_3*f*1"/>
  <p:tag name="KSO_WM_UNIT_LAYERLEVEL" val="1"/>
  <p:tag name="KSO_WM_TAG_VERSION" val="3.0"/>
  <p:tag name="KSO_WM_BEAUTIFY_FLAG" val="#wm#"/>
  <p:tag name="KSO_WM_UNIT_PRESET_TEXT" val="单击此处添加文本具体内容，简明扼要的阐述您的观点。根据需要可酌情增减文字，以便观者准确的理解您传达的思想。单击此处添加文本具体内容，简明扼要的阐述您的观点。根据需要可酌情增减文字，以便观者准确的理解您传达的思想。单击此处添加文本具体内容，简明扼要的阐述您的观点。"/>
  <p:tag name="KSO_WM_UNIT_ISNUMDGMTITLE" val="0"/>
  <p:tag name="KSO_WM_TEMPLATE_INDEX" val="40490145"/>
  <p:tag name="KSO_WM_TEMPLATE_CATEGORY" val="custom"/>
</p:tagLst>
</file>

<file path=ppt/tags/tag438.xml><?xml version="1.0" encoding="utf-8"?>
<p:tagLst xmlns:p="http://schemas.openxmlformats.org/presentationml/2006/main">
  <p:tag name="KSO_WM_UNIT_SUBTYPE" val="a"/>
  <p:tag name="KSO_WM_UNIT_NOCLEAR" val="0"/>
  <p:tag name="KSO_WM_UNIT_VALUE" val="60"/>
  <p:tag name="KSO_WM_UNIT_HIGHLIGHT" val="0"/>
  <p:tag name="KSO_WM_UNIT_COMPATIBLE" val="0"/>
  <p:tag name="KSO_WM_UNIT_DIAGRAM_ISNUMVISUAL" val="0"/>
  <p:tag name="KSO_WM_UNIT_DIAGRAM_ISREFERUNIT" val="0"/>
  <p:tag name="KSO_WM_UNIT_TYPE" val="f"/>
  <p:tag name="KSO_WM_UNIT_INDEX" val="2"/>
  <p:tag name="KSO_WM_UNIT_ID" val="_3*f*2"/>
  <p:tag name="KSO_WM_UNIT_LAYERLEVEL" val="1"/>
  <p:tag name="KSO_WM_TAG_VERSION" val="3.0"/>
  <p:tag name="KSO_WM_BEAUTIFY_FLAG" val="#wm#"/>
  <p:tag name="KSO_WM_UNIT_PRESET_TEXT" val="单击此处添加文本具体内容，简明扼要的阐述您的观点。根据需要可酌情增减文字，以便观者准确的理解您传达的思想。单击此处添加文本具体内容，简明扼要的阐述您的观点。根据需要可酌情增减文字，以便观者准确的理解您传达的思想。单击此处添加文本具体内容，简明扼要的阐述您的观点。"/>
  <p:tag name="KSO_WM_UNIT_ISNUMDGMTITLE" val="0"/>
  <p:tag name="KSO_WM_TEMPLATE_INDEX" val="40490145"/>
  <p:tag name="KSO_WM_TEMPLATE_CATEGORY" val="custom"/>
</p:tagLst>
</file>

<file path=ppt/tags/tag439.xml><?xml version="1.0" encoding="utf-8"?>
<p:tagLst xmlns:p="http://schemas.openxmlformats.org/presentationml/2006/main">
  <p:tag name="KSO_WM_UNIT_ISCONTENTSTITLE" val="0"/>
  <p:tag name="KSO_WM_UNIT_ISNUMDGMTITLE" val="0"/>
  <p:tag name="KSO_WM_UNIT_NOCLEAR" val="0"/>
  <p:tag name="KSO_WM_UNIT_VALUE" val="10"/>
  <p:tag name="KSO_WM_UNIT_HIGHLIGHT" val="0"/>
  <p:tag name="KSO_WM_UNIT_COMPATIBLE" val="0"/>
  <p:tag name="KSO_WM_UNIT_DIAGRAM_ISNUMVISUAL" val="0"/>
  <p:tag name="KSO_WM_UNIT_DIAGRAM_ISREFERUNIT" val="0"/>
  <p:tag name="KSO_WM_UNIT_TYPE" val="a"/>
  <p:tag name="KSO_WM_UNIT_INDEX" val="1"/>
  <p:tag name="KSO_WM_UNIT_ID" val="_3*a*1"/>
  <p:tag name="KSO_WM_UNIT_LAYERLEVEL" val="1"/>
  <p:tag name="KSO_WM_TAG_VERSION" val="3.0"/>
  <p:tag name="KSO_WM_BEAUTIFY_FLAG" val="#wm#"/>
  <p:tag name="KSO_WM_UNIT_CONTENT_GROUP_TYPE" val="titlestyle"/>
  <p:tag name="KSO_WM_UNIT_PRESET_TEXT" val="单击此处添加标题"/>
  <p:tag name="KSO_WM_TEMPLATE_INDEX" val="40490145"/>
  <p:tag name="KSO_WM_TEMPLATE_CATEGORY" val="custom"/>
</p:tagLst>
</file>

<file path=ppt/tags/tag440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3**"/>
  <p:tag name="KSO_WM_UNIT_LAYERLEVEL" val="1"/>
  <p:tag name="KSO_WM_TAG_VERSION" val="3.0"/>
  <p:tag name="KSO_WM_BEAUTIFY_FLAG" val="#wm#"/>
  <p:tag name="KSO_WM_UNIT_ISNUMDGMTITLE" val="0"/>
  <p:tag name="KSO_WM_UNIT_NOCLEAR" val="0"/>
  <p:tag name="KSO_WM_TEMPLATE_INDEX" val="40490145"/>
  <p:tag name="KSO_WM_TEMPLATE_CATEGORY" val="custom"/>
</p:tagLst>
</file>

<file path=ppt/tags/tag441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3**"/>
  <p:tag name="KSO_WM_UNIT_LAYERLEVEL" val="1"/>
  <p:tag name="KSO_WM_TAG_VERSION" val="3.0"/>
  <p:tag name="KSO_WM_BEAUTIFY_FLAG" val="#wm#"/>
  <p:tag name="KSO_WM_UNIT_ISNUMDGMTITLE" val="0"/>
  <p:tag name="KSO_WM_UNIT_NOCLEAR" val="0"/>
  <p:tag name="KSO_WM_TEMPLATE_INDEX" val="40490145"/>
  <p:tag name="KSO_WM_TEMPLATE_CATEGORY" val="custom"/>
</p:tagLst>
</file>

<file path=ppt/tags/tag442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3**"/>
  <p:tag name="KSO_WM_UNIT_LAYERLEVEL" val="1"/>
  <p:tag name="KSO_WM_TAG_VERSION" val="3.0"/>
  <p:tag name="KSO_WM_BEAUTIFY_FLAG" val="#wm#"/>
  <p:tag name="KSO_WM_UNIT_ISNUMDGMTITLE" val="0"/>
  <p:tag name="KSO_WM_UNIT_NOCLEAR" val="0"/>
  <p:tag name="KSO_WM_TEMPLATE_INDEX" val="40490145"/>
  <p:tag name="KSO_WM_TEMPLATE_CATEGORY" val="custom"/>
</p:tagLst>
</file>

<file path=ppt/tags/tag443.xml><?xml version="1.0" encoding="utf-8"?>
<p:tagLst xmlns:p="http://schemas.openxmlformats.org/presentationml/2006/main">
  <p:tag name="KSO_WM_UNIT_SUBTYPE" val="a"/>
  <p:tag name="KSO_WM_UNIT_NOCLEAR" val="0"/>
  <p:tag name="KSO_WM_UNIT_VALUE" val="60"/>
  <p:tag name="KSO_WM_UNIT_HIGHLIGHT" val="0"/>
  <p:tag name="KSO_WM_UNIT_COMPATIBLE" val="0"/>
  <p:tag name="KSO_WM_UNIT_DIAGRAM_ISNUMVISUAL" val="0"/>
  <p:tag name="KSO_WM_UNIT_DIAGRAM_ISREFERUNIT" val="0"/>
  <p:tag name="KSO_WM_UNIT_TYPE" val="h_f"/>
  <p:tag name="KSO_WM_UNIT_INDEX" val="2_1"/>
  <p:tag name="KSO_WM_UNIT_ID" val="_4*h_f*2_1"/>
  <p:tag name="KSO_WM_UNIT_LAYERLEVEL" val="1_1"/>
  <p:tag name="KSO_WM_TAG_VERSION" val="3.0"/>
  <p:tag name="KSO_WM_BEAUTIFY_FLAG" val="#wm#"/>
  <p:tag name="KSO_WM_UNIT_PRESET_TEXT" val="单击此处添加文本具体内容，简明扼要的阐述您的观点。根据需要可酌情增减文字，以便观者准确的理解您传达的思想。单击此处添加文本具体内容，简明扼要的阐述您的观点。根据需要可酌情增减文字，以便观者准确的理解您传达的思想。单击此处添加文本具体内容，简明扼要的阐述您的观点。"/>
  <p:tag name="KSO_WM_UNIT_ISNUMDGMTITLE" val="0"/>
  <p:tag name="KSO_WM_TEMPLATE_INDEX" val="40490145"/>
  <p:tag name="KSO_WM_TEMPLATE_CATEGORY" val="custom"/>
</p:tagLst>
</file>

<file path=ppt/tags/tag444.xml><?xml version="1.0" encoding="utf-8"?>
<p:tagLst xmlns:p="http://schemas.openxmlformats.org/presentationml/2006/main">
  <p:tag name="KSO_WM_UNIT_ISCONTENTSTITLE" val="0"/>
  <p:tag name="KSO_WM_UNIT_ISNUMDGMTITLE" val="0"/>
  <p:tag name="KSO_WM_UNIT_NOCLEAR" val="0"/>
  <p:tag name="KSO_WM_UNIT_VALUE" val="10"/>
  <p:tag name="KSO_WM_UNIT_HIGHLIGHT" val="0"/>
  <p:tag name="KSO_WM_UNIT_COMPATIBLE" val="0"/>
  <p:tag name="KSO_WM_UNIT_DIAGRAM_ISNUMVISUAL" val="0"/>
  <p:tag name="KSO_WM_UNIT_DIAGRAM_ISREFERUNIT" val="0"/>
  <p:tag name="KSO_WM_UNIT_TYPE" val="h_a"/>
  <p:tag name="KSO_WM_UNIT_INDEX" val="2_1"/>
  <p:tag name="KSO_WM_UNIT_ID" val="_4*h_a*2_1"/>
  <p:tag name="KSO_WM_UNIT_LAYERLEVEL" val="1_1"/>
  <p:tag name="KSO_WM_TAG_VERSION" val="3.0"/>
  <p:tag name="KSO_WM_BEAUTIFY_FLAG" val="#wm#"/>
  <p:tag name="KSO_WM_UNIT_PRESET_TEXT" val="单击此处添加标题"/>
  <p:tag name="KSO_WM_TEMPLATE_INDEX" val="40490145"/>
  <p:tag name="KSO_WM_TEMPLATE_CATEGORY" val="custom"/>
</p:tagLst>
</file>

<file path=ppt/tags/tag445.xml><?xml version="1.0" encoding="utf-8"?>
<p:tagLst xmlns:p="http://schemas.openxmlformats.org/presentationml/2006/main">
  <p:tag name="KSO_WM_UNIT_SUBTYPE" val="a"/>
  <p:tag name="KSO_WM_UNIT_NOCLEAR" val="0"/>
  <p:tag name="KSO_WM_UNIT_VALUE" val="60"/>
  <p:tag name="KSO_WM_UNIT_HIGHLIGHT" val="0"/>
  <p:tag name="KSO_WM_UNIT_COMPATIBLE" val="0"/>
  <p:tag name="KSO_WM_UNIT_DIAGRAM_ISNUMVISUAL" val="0"/>
  <p:tag name="KSO_WM_UNIT_DIAGRAM_ISREFERUNIT" val="0"/>
  <p:tag name="KSO_WM_UNIT_TYPE" val="h_f"/>
  <p:tag name="KSO_WM_UNIT_INDEX" val="1_1"/>
  <p:tag name="KSO_WM_UNIT_ID" val="_4*h_f*1_1"/>
  <p:tag name="KSO_WM_UNIT_LAYERLEVEL" val="1_1"/>
  <p:tag name="KSO_WM_TAG_VERSION" val="3.0"/>
  <p:tag name="KSO_WM_BEAUTIFY_FLAG" val="#wm#"/>
  <p:tag name="KSO_WM_UNIT_PRESET_TEXT" val="单击此处添加文本具体内容，简明扼要的阐述您的观点。根据需要可酌情增减文字，以便观者准确的理解您传达的思想。单击此处添加文本具体内容，简明扼要的阐述您的观点。根据需要可酌情增减文字，以便观者准确的理解您传达的思想。单击此处添加文本具体内容，简明扼要的阐述您的观点。"/>
  <p:tag name="KSO_WM_UNIT_ISNUMDGMTITLE" val="0"/>
  <p:tag name="KSO_WM_TEMPLATE_INDEX" val="40490145"/>
  <p:tag name="KSO_WM_TEMPLATE_CATEGORY" val="custom"/>
</p:tagLst>
</file>

<file path=ppt/tags/tag446.xml><?xml version="1.0" encoding="utf-8"?>
<p:tagLst xmlns:p="http://schemas.openxmlformats.org/presentationml/2006/main">
  <p:tag name="KSO_WM_UNIT_ISCONTENTSTITLE" val="0"/>
  <p:tag name="KSO_WM_UNIT_ISNUMDGMTITLE" val="0"/>
  <p:tag name="KSO_WM_UNIT_NOCLEAR" val="0"/>
  <p:tag name="KSO_WM_UNIT_VALUE" val="10"/>
  <p:tag name="KSO_WM_UNIT_HIGHLIGHT" val="0"/>
  <p:tag name="KSO_WM_UNIT_COMPATIBLE" val="0"/>
  <p:tag name="KSO_WM_UNIT_DIAGRAM_ISNUMVISUAL" val="0"/>
  <p:tag name="KSO_WM_UNIT_DIAGRAM_ISREFERUNIT" val="0"/>
  <p:tag name="KSO_WM_UNIT_TYPE" val="h_a"/>
  <p:tag name="KSO_WM_UNIT_INDEX" val="1_1"/>
  <p:tag name="KSO_WM_UNIT_ID" val="_4*h_a*1_1"/>
  <p:tag name="KSO_WM_UNIT_LAYERLEVEL" val="1_1"/>
  <p:tag name="KSO_WM_TAG_VERSION" val="3.0"/>
  <p:tag name="KSO_WM_BEAUTIFY_FLAG" val="#wm#"/>
  <p:tag name="KSO_WM_UNIT_PRESET_TEXT" val="单击此处添加标题"/>
  <p:tag name="KSO_WM_TEMPLATE_INDEX" val="40490145"/>
  <p:tag name="KSO_WM_TEMPLATE_CATEGORY" val="custom"/>
</p:tagLst>
</file>

<file path=ppt/tags/tag447.xml><?xml version="1.0" encoding="utf-8"?>
<p:tagLst xmlns:p="http://schemas.openxmlformats.org/presentationml/2006/main">
  <p:tag name="KSO_WM_UNIT_ISCONTENTSTITLE" val="0"/>
  <p:tag name="KSO_WM_UNIT_ISNUMDGMTITLE" val="0"/>
  <p:tag name="KSO_WM_UNIT_NOCLEAR" val="0"/>
  <p:tag name="KSO_WM_UNIT_VALUE" val="10"/>
  <p:tag name="KSO_WM_UNIT_HIGHLIGHT" val="0"/>
  <p:tag name="KSO_WM_UNIT_COMPATIBLE" val="0"/>
  <p:tag name="KSO_WM_UNIT_DIAGRAM_ISNUMVISUAL" val="0"/>
  <p:tag name="KSO_WM_UNIT_DIAGRAM_ISREFERUNIT" val="0"/>
  <p:tag name="KSO_WM_UNIT_TYPE" val="a"/>
  <p:tag name="KSO_WM_UNIT_INDEX" val="1"/>
  <p:tag name="KSO_WM_UNIT_ID" val="_4*a*1"/>
  <p:tag name="KSO_WM_UNIT_LAYERLEVEL" val="1"/>
  <p:tag name="KSO_WM_TAG_VERSION" val="3.0"/>
  <p:tag name="KSO_WM_BEAUTIFY_FLAG" val="#wm#"/>
  <p:tag name="KSO_WM_UNIT_CONTENT_GROUP_TYPE" val="titlestyle"/>
  <p:tag name="KSO_WM_UNIT_PRESET_TEXT" val="单击此处添加标题"/>
  <p:tag name="KSO_WM_TEMPLATE_INDEX" val="40490145"/>
  <p:tag name="KSO_WM_TEMPLATE_CATEGORY" val="custom"/>
</p:tagLst>
</file>

<file path=ppt/tags/tag448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4**"/>
  <p:tag name="KSO_WM_UNIT_LAYERLEVEL" val="1"/>
  <p:tag name="KSO_WM_TAG_VERSION" val="3.0"/>
  <p:tag name="KSO_WM_BEAUTIFY_FLAG" val="#wm#"/>
  <p:tag name="KSO_WM_UNIT_ISNUMDGMTITLE" val="0"/>
  <p:tag name="KSO_WM_UNIT_NOCLEAR" val="0"/>
  <p:tag name="KSO_WM_TEMPLATE_INDEX" val="40490145"/>
  <p:tag name="KSO_WM_TEMPLATE_CATEGORY" val="custom"/>
</p:tagLst>
</file>

<file path=ppt/tags/tag449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4**"/>
  <p:tag name="KSO_WM_UNIT_LAYERLEVEL" val="1"/>
  <p:tag name="KSO_WM_TAG_VERSION" val="3.0"/>
  <p:tag name="KSO_WM_BEAUTIFY_FLAG" val="#wm#"/>
  <p:tag name="KSO_WM_UNIT_ISNUMDGMTITLE" val="0"/>
  <p:tag name="KSO_WM_UNIT_NOCLEAR" val="0"/>
  <p:tag name="KSO_WM_TEMPLATE_INDEX" val="40490145"/>
  <p:tag name="KSO_WM_TEMPLATE_CATEGORY" val="custom"/>
</p:tagLst>
</file>

<file path=ppt/tags/tag450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4**"/>
  <p:tag name="KSO_WM_UNIT_LAYERLEVEL" val="1"/>
  <p:tag name="KSO_WM_TAG_VERSION" val="3.0"/>
  <p:tag name="KSO_WM_BEAUTIFY_FLAG" val="#wm#"/>
  <p:tag name="KSO_WM_UNIT_ISNUMDGMTITLE" val="0"/>
  <p:tag name="KSO_WM_UNIT_NOCLEAR" val="0"/>
  <p:tag name="KSO_WM_TEMPLATE_INDEX" val="40490145"/>
  <p:tag name="KSO_WM_TEMPLATE_CATEGORY" val="custom"/>
</p:tagLst>
</file>

<file path=ppt/tags/tag451.xml><?xml version="1.0" encoding="utf-8"?>
<p:tagLst xmlns:p="http://schemas.openxmlformats.org/presentationml/2006/main">
  <p:tag name="KSO_WM_UNIT_ISCONTENTSTITLE" val="0"/>
  <p:tag name="KSO_WM_UNIT_ISNUMDGMTITLE" val="0"/>
  <p:tag name="KSO_WM_UNIT_NOCLEAR" val="0"/>
  <p:tag name="KSO_WM_UNIT_VALUE" val="10"/>
  <p:tag name="KSO_WM_UNIT_HIGHLIGHT" val="0"/>
  <p:tag name="KSO_WM_UNIT_COMPATIBLE" val="0"/>
  <p:tag name="KSO_WM_UNIT_DIAGRAM_ISNUMVISUAL" val="0"/>
  <p:tag name="KSO_WM_UNIT_DIAGRAM_ISREFERUNIT" val="0"/>
  <p:tag name="KSO_WM_UNIT_TYPE" val="a"/>
  <p:tag name="KSO_WM_UNIT_INDEX" val="1"/>
  <p:tag name="KSO_WM_UNIT_ID" val="_5*a*1"/>
  <p:tag name="KSO_WM_UNIT_LAYERLEVEL" val="1"/>
  <p:tag name="KSO_WM_TAG_VERSION" val="3.0"/>
  <p:tag name="KSO_WM_BEAUTIFY_FLAG" val="#wm#"/>
  <p:tag name="KSO_WM_UNIT_CONTENT_GROUP_TYPE" val="titlestyle"/>
  <p:tag name="KSO_WM_UNIT_PRESET_TEXT" val="单击此处添加标题"/>
  <p:tag name="KSO_WM_TEMPLATE_INDEX" val="40490145"/>
  <p:tag name="KSO_WM_TEMPLATE_CATEGORY" val="custom"/>
</p:tagLst>
</file>

<file path=ppt/tags/tag452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5**"/>
  <p:tag name="KSO_WM_UNIT_LAYERLEVEL" val="1"/>
  <p:tag name="KSO_WM_TAG_VERSION" val="3.0"/>
  <p:tag name="KSO_WM_BEAUTIFY_FLAG" val="#wm#"/>
  <p:tag name="KSO_WM_UNIT_ISNUMDGMTITLE" val="0"/>
  <p:tag name="KSO_WM_UNIT_NOCLEAR" val="0"/>
  <p:tag name="KSO_WM_TEMPLATE_INDEX" val="40490145"/>
  <p:tag name="KSO_WM_TEMPLATE_CATEGORY" val="custom"/>
</p:tagLst>
</file>

<file path=ppt/tags/tag453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5**"/>
  <p:tag name="KSO_WM_UNIT_LAYERLEVEL" val="1"/>
  <p:tag name="KSO_WM_TAG_VERSION" val="3.0"/>
  <p:tag name="KSO_WM_BEAUTIFY_FLAG" val="#wm#"/>
  <p:tag name="KSO_WM_UNIT_ISNUMDGMTITLE" val="0"/>
  <p:tag name="KSO_WM_UNIT_NOCLEAR" val="0"/>
  <p:tag name="KSO_WM_TEMPLATE_INDEX" val="40490145"/>
  <p:tag name="KSO_WM_TEMPLATE_CATEGORY" val="custom"/>
</p:tagLst>
</file>

<file path=ppt/tags/tag454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5**"/>
  <p:tag name="KSO_WM_UNIT_LAYERLEVEL" val="1"/>
  <p:tag name="KSO_WM_TAG_VERSION" val="3.0"/>
  <p:tag name="KSO_WM_BEAUTIFY_FLAG" val="#wm#"/>
  <p:tag name="KSO_WM_UNIT_ISNUMDGMTITLE" val="0"/>
  <p:tag name="KSO_WM_UNIT_NOCLEAR" val="0"/>
  <p:tag name="KSO_WM_TEMPLATE_INDEX" val="40490145"/>
  <p:tag name="KSO_WM_TEMPLATE_CATEGORY" val="custom"/>
</p:tagLst>
</file>

<file path=ppt/tags/tag455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6**"/>
  <p:tag name="KSO_WM_UNIT_LAYERLEVEL" val="1"/>
  <p:tag name="KSO_WM_TAG_VERSION" val="3.0"/>
  <p:tag name="KSO_WM_BEAUTIFY_FLAG" val="#wm#"/>
  <p:tag name="KSO_WM_UNIT_ISNUMDGMTITLE" val="0"/>
  <p:tag name="KSO_WM_UNIT_NOCLEAR" val="0"/>
  <p:tag name="KSO_WM_TEMPLATE_INDEX" val="40490145"/>
  <p:tag name="KSO_WM_TEMPLATE_CATEGORY" val="custom"/>
</p:tagLst>
</file>

<file path=ppt/tags/tag456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6**"/>
  <p:tag name="KSO_WM_UNIT_LAYERLEVEL" val="1"/>
  <p:tag name="KSO_WM_TAG_VERSION" val="3.0"/>
  <p:tag name="KSO_WM_BEAUTIFY_FLAG" val="#wm#"/>
  <p:tag name="KSO_WM_UNIT_ISNUMDGMTITLE" val="0"/>
  <p:tag name="KSO_WM_UNIT_NOCLEAR" val="0"/>
  <p:tag name="KSO_WM_TEMPLATE_INDEX" val="40490145"/>
  <p:tag name="KSO_WM_TEMPLATE_CATEGORY" val="custom"/>
</p:tagLst>
</file>

<file path=ppt/tags/tag457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6**"/>
  <p:tag name="KSO_WM_UNIT_LAYERLEVEL" val="1"/>
  <p:tag name="KSO_WM_TAG_VERSION" val="3.0"/>
  <p:tag name="KSO_WM_BEAUTIFY_FLAG" val="#wm#"/>
  <p:tag name="KSO_WM_UNIT_ISNUMDGMTITLE" val="0"/>
  <p:tag name="KSO_WM_UNIT_NOCLEAR" val="0"/>
  <p:tag name="KSO_WM_TEMPLATE_INDEX" val="40490145"/>
  <p:tag name="KSO_WM_TEMPLATE_CATEGORY" val="custom"/>
</p:tagLst>
</file>

<file path=ppt/tags/tag458.xml><?xml version="1.0" encoding="utf-8"?>
<p:tagLst xmlns:p="http://schemas.openxmlformats.org/presentationml/2006/main">
  <p:tag name="KSO_WM_UNIT_SUBTYPE" val="a"/>
  <p:tag name="KSO_WM_UNIT_NOCLEAR" val="0"/>
  <p:tag name="KSO_WM_UNIT_VALUE" val="60"/>
  <p:tag name="KSO_WM_UNIT_HIGHLIGHT" val="0"/>
  <p:tag name="KSO_WM_UNIT_COMPATIBLE" val="0"/>
  <p:tag name="KSO_WM_UNIT_DIAGRAM_ISNUMVISUAL" val="0"/>
  <p:tag name="KSO_WM_UNIT_DIAGRAM_ISREFERUNIT" val="0"/>
  <p:tag name="KSO_WM_UNIT_TYPE" val="f"/>
  <p:tag name="KSO_WM_UNIT_INDEX" val="1"/>
  <p:tag name="KSO_WM_UNIT_ID" val="_7*f*1"/>
  <p:tag name="KSO_WM_UNIT_LAYERLEVEL" val="1"/>
  <p:tag name="KSO_WM_TAG_VERSION" val="3.0"/>
  <p:tag name="KSO_WM_BEAUTIFY_FLAG" val="#wm#"/>
  <p:tag name="KSO_WM_UNIT_PRESET_TEXT" val="单击此处添加文本具体内容，简明扼要的阐述您的观点。根据需要可酌情增减文字，以便观者准确的理解您传达的思想。单击此处添加文本具体内容，简明扼要的阐述您的观点。根据需要可酌情增减文字，以便观者准确的理解您传达的思想。单击此处添加文本具体内容，简明扼要的阐述您的观点。根据需要可酌情增减文字，以便观者准确的理解您传达的思想。单击此处添加文本具体内容，简明扼要的阐述您的观点。根据需要可酌情增减文字，以便观者准确的理解您传达的思想。单击此处添加文本具体内容，简明扼要的阐述您的观点。根据需要可酌情增减文字，以便观者准确的理解您传达的思想。单击此处添加文本具体内容，简明扼要的阐述您的观点。根据需要可酌情增减文字，以便观者准确的理解您传达的思想。单击此处添加文本具体内容，简明扼要的阐述您的观点。根据需要可酌情增减文字，以便观者准确的理解您传达的思想。单击此处添加文本具体内容，简明扼要的阐述您的观点。根据需要可酌情增减文字，以便观者准确的理解您传达的思想。单击此处添加文本具体内容，简明扼要的阐述您的观点。"/>
  <p:tag name="KSO_WM_UNIT_ISNUMDGMTITLE" val="0"/>
  <p:tag name="KSO_WM_TEMPLATE_INDEX" val="40490145"/>
  <p:tag name="KSO_WM_TEMPLATE_CATEGORY" val="custom"/>
</p:tagLst>
</file>

<file path=ppt/tags/tag459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7**"/>
  <p:tag name="KSO_WM_UNIT_LAYERLEVEL" val="1"/>
  <p:tag name="KSO_WM_TAG_VERSION" val="3.0"/>
  <p:tag name="KSO_WM_BEAUTIFY_FLAG" val="#wm#"/>
  <p:tag name="KSO_WM_UNIT_ISNUMDGMTITLE" val="0"/>
  <p:tag name="KSO_WM_UNIT_NOCLEAR" val="0"/>
  <p:tag name="KSO_WM_TEMPLATE_INDEX" val="40490145"/>
  <p:tag name="KSO_WM_TEMPLATE_CATEGORY" val="custom"/>
</p:tagLst>
</file>

<file path=ppt/tags/tag460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7**"/>
  <p:tag name="KSO_WM_UNIT_LAYERLEVEL" val="1"/>
  <p:tag name="KSO_WM_TAG_VERSION" val="3.0"/>
  <p:tag name="KSO_WM_BEAUTIFY_FLAG" val="#wm#"/>
  <p:tag name="KSO_WM_UNIT_ISNUMDGMTITLE" val="0"/>
  <p:tag name="KSO_WM_UNIT_NOCLEAR" val="0"/>
  <p:tag name="KSO_WM_TEMPLATE_INDEX" val="40490145"/>
  <p:tag name="KSO_WM_TEMPLATE_CATEGORY" val="custom"/>
</p:tagLst>
</file>

<file path=ppt/tags/tag461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7**"/>
  <p:tag name="KSO_WM_UNIT_LAYERLEVEL" val="1"/>
  <p:tag name="KSO_WM_TAG_VERSION" val="3.0"/>
  <p:tag name="KSO_WM_BEAUTIFY_FLAG" val="#wm#"/>
  <p:tag name="KSO_WM_UNIT_ISNUMDGMTITLE" val="0"/>
  <p:tag name="KSO_WM_UNIT_NOCLEAR" val="0"/>
  <p:tag name="KSO_WM_TEMPLATE_INDEX" val="40490145"/>
  <p:tag name="KSO_WM_TEMPLATE_CATEGORY" val="custom"/>
</p:tagLst>
</file>

<file path=ppt/tags/tag462.xml><?xml version="1.0" encoding="utf-8"?>
<p:tagLst xmlns:p="http://schemas.openxmlformats.org/presentationml/2006/main">
  <p:tag name="KSO_WM_UNIT_ISCONTENTSTITLE" val="0"/>
  <p:tag name="KSO_WM_UNIT_ISNUMDGMTITLE" val="0"/>
  <p:tag name="KSO_WM_UNIT_NOCLEAR" val="0"/>
  <p:tag name="KSO_WM_UNIT_VALUE" val="17"/>
  <p:tag name="KSO_WM_UNIT_HIGHLIGHT" val="0"/>
  <p:tag name="KSO_WM_UNIT_COMPATIBLE" val="0"/>
  <p:tag name="KSO_WM_UNIT_DIAGRAM_ISNUMVISUAL" val="0"/>
  <p:tag name="KSO_WM_UNIT_DIAGRAM_ISREFERUNIT" val="0"/>
  <p:tag name="KSO_WM_UNIT_TYPE" val="b"/>
  <p:tag name="KSO_WM_UNIT_INDEX" val="1"/>
  <p:tag name="KSO_WM_UNIT_ID" val="_8*b*1"/>
  <p:tag name="KSO_WM_UNIT_LAYERLEVEL" val="1"/>
  <p:tag name="KSO_WM_TAG_VERSION" val="3.0"/>
  <p:tag name="KSO_WM_BEAUTIFY_FLAG" val="#wm#"/>
  <p:tag name="KSO_WM_UNIT_CONTENT_GROUP_TYPE" val="titlestyle"/>
  <p:tag name="KSO_WM_UNIT_PRESET_TEXT" val="单击此处添加副标题"/>
  <p:tag name="KSO_WM_TEMPLATE_INDEX" val="40490145"/>
  <p:tag name="KSO_WM_TEMPLATE_CATEGORY" val="custom"/>
</p:tagLst>
</file>

<file path=ppt/tags/tag463.xml><?xml version="1.0" encoding="utf-8"?>
<p:tagLst xmlns:p="http://schemas.openxmlformats.org/presentationml/2006/main">
  <p:tag name="KSO_WM_UNIT_ISCONTENTSTITLE" val="0"/>
  <p:tag name="KSO_WM_UNIT_ISNUMDGMTITLE" val="0"/>
  <p:tag name="KSO_WM_UNIT_NOCLEAR" val="0"/>
  <p:tag name="KSO_WM_UNIT_VALUE" val="10"/>
  <p:tag name="KSO_WM_UNIT_HIGHLIGHT" val="0"/>
  <p:tag name="KSO_WM_UNIT_COMPATIBLE" val="0"/>
  <p:tag name="KSO_WM_UNIT_DIAGRAM_ISNUMVISUAL" val="0"/>
  <p:tag name="KSO_WM_UNIT_DIAGRAM_ISREFERUNIT" val="0"/>
  <p:tag name="KSO_WM_UNIT_TYPE" val="a"/>
  <p:tag name="KSO_WM_UNIT_INDEX" val="1"/>
  <p:tag name="KSO_WM_UNIT_ID" val="_8*a*1"/>
  <p:tag name="KSO_WM_UNIT_LAYERLEVEL" val="1"/>
  <p:tag name="KSO_WM_TAG_VERSION" val="3.0"/>
  <p:tag name="KSO_WM_BEAUTIFY_FLAG" val="#wm#"/>
  <p:tag name="KSO_WM_UNIT_CONTENT_GROUP_TYPE" val="titlestyle"/>
  <p:tag name="KSO_WM_UNIT_PRESET_TEXT" val="单击此处添加标题"/>
  <p:tag name="KSO_WM_TEMPLATE_INDEX" val="40490145"/>
  <p:tag name="KSO_WM_TEMPLATE_CATEGORY" val="custom"/>
</p:tagLst>
</file>

<file path=ppt/tags/tag464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8**"/>
  <p:tag name="KSO_WM_UNIT_LAYERLEVEL" val="1"/>
  <p:tag name="KSO_WM_TAG_VERSION" val="3.0"/>
  <p:tag name="KSO_WM_BEAUTIFY_FLAG" val="#wm#"/>
  <p:tag name="KSO_WM_UNIT_ISNUMDGMTITLE" val="0"/>
  <p:tag name="KSO_WM_UNIT_NOCLEAR" val="0"/>
  <p:tag name="KSO_WM_TEMPLATE_INDEX" val="40490145"/>
  <p:tag name="KSO_WM_TEMPLATE_CATEGORY" val="custom"/>
</p:tagLst>
</file>

<file path=ppt/tags/tag465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8**"/>
  <p:tag name="KSO_WM_UNIT_LAYERLEVEL" val="1"/>
  <p:tag name="KSO_WM_TAG_VERSION" val="3.0"/>
  <p:tag name="KSO_WM_BEAUTIFY_FLAG" val="#wm#"/>
  <p:tag name="KSO_WM_UNIT_ISNUMDGMTITLE" val="0"/>
  <p:tag name="KSO_WM_UNIT_NOCLEAR" val="0"/>
  <p:tag name="KSO_WM_TEMPLATE_INDEX" val="40490145"/>
  <p:tag name="KSO_WM_TEMPLATE_CATEGORY" val="custom"/>
</p:tagLst>
</file>

<file path=ppt/tags/tag466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8**"/>
  <p:tag name="KSO_WM_UNIT_LAYERLEVEL" val="1"/>
  <p:tag name="KSO_WM_TAG_VERSION" val="3.0"/>
  <p:tag name="KSO_WM_BEAUTIFY_FLAG" val="#wm#"/>
  <p:tag name="KSO_WM_UNIT_ISNUMDGMTITLE" val="0"/>
  <p:tag name="KSO_WM_UNIT_NOCLEAR" val="0"/>
  <p:tag name="KSO_WM_TEMPLATE_INDEX" val="40490145"/>
  <p:tag name="KSO_WM_TEMPLATE_CATEGORY" val="custom"/>
</p:tagLst>
</file>

<file path=ppt/tags/tag467.xml><?xml version="1.0" encoding="utf-8"?>
<p:tagLst xmlns:p="http://schemas.openxmlformats.org/presentationml/2006/main">
  <p:tag name="KSO_WM_BEAUTIFY_FLAG" val="#wm#"/>
  <p:tag name="KSO_WM_UNIT_HIGHLIGHT" val="0"/>
  <p:tag name="KSO_WM_UNIT_COMPATIBLE" val="0"/>
  <p:tag name="KSO_WM_UNIT_DIAGRAM_ISNUMVISUAL" val="0"/>
  <p:tag name="KSO_WM_UNIT_DIAGRAM_ISREFERUNIT" val="0"/>
  <p:tag name="KSO_WM_UNIT_TYPE" val="i"/>
  <p:tag name="KSO_WM_UNIT_INDEX" val="2"/>
  <p:tag name="KSO_WM_UNIT_ID" val="_9*i*2"/>
  <p:tag name="KSO_WM_UNIT_LAYERLEVEL" val="1"/>
  <p:tag name="KSO_WM_TAG_VERSION" val="3.0"/>
  <p:tag name="KSO_WM_UNIT_ISNUMDGMTITLE" val="0"/>
  <p:tag name="KSO_WM_UNIT_NOCLEAR" val="0"/>
  <p:tag name="KSO_WM_TEMPLATE_INDEX" val="40490145"/>
  <p:tag name="KSO_WM_TEMPLATE_CATEGORY" val="custom"/>
</p:tagLst>
</file>

<file path=ppt/tags/tag468.xml><?xml version="1.0" encoding="utf-8"?>
<p:tagLst xmlns:p="http://schemas.openxmlformats.org/presentationml/2006/main">
  <p:tag name="KSO_WM_BEAUTIFY_FLAG" val="#wm#"/>
  <p:tag name="KSO_WM_UNIT_HIGHLIGHT" val="0"/>
  <p:tag name="KSO_WM_UNIT_COMPATIBLE" val="0"/>
  <p:tag name="KSO_WM_UNIT_DIAGRAM_ISNUMVISUAL" val="0"/>
  <p:tag name="KSO_WM_UNIT_DIAGRAM_ISREFERUNIT" val="0"/>
  <p:tag name="KSO_WM_UNIT_TYPE" val="i"/>
  <p:tag name="KSO_WM_UNIT_INDEX" val="3"/>
  <p:tag name="KSO_WM_UNIT_ID" val="_9*i*3"/>
  <p:tag name="KSO_WM_UNIT_LAYERLEVEL" val="1"/>
  <p:tag name="KSO_WM_TAG_VERSION" val="3.0"/>
  <p:tag name="KSO_WM_UNIT_ISNUMDGMTITLE" val="0"/>
  <p:tag name="KSO_WM_UNIT_NOCLEAR" val="0"/>
  <p:tag name="KSO_WM_TEMPLATE_INDEX" val="40490145"/>
  <p:tag name="KSO_WM_TEMPLATE_CATEGORY" val="custom"/>
</p:tagLst>
</file>

<file path=ppt/tags/tag469.xml><?xml version="1.0" encoding="utf-8"?>
<p:tagLst xmlns:p="http://schemas.openxmlformats.org/presentationml/2006/main">
  <p:tag name="KSO_WM_BEAUTIFY_FLAG" val="#wm#"/>
  <p:tag name="KSO_WM_UNIT_HIGHLIGHT" val="0"/>
  <p:tag name="KSO_WM_UNIT_COMPATIBLE" val="0"/>
  <p:tag name="KSO_WM_UNIT_DIAGRAM_ISNUMVISUAL" val="0"/>
  <p:tag name="KSO_WM_UNIT_DIAGRAM_ISREFERUNIT" val="0"/>
  <p:tag name="KSO_WM_UNIT_TYPE" val="i"/>
  <p:tag name="KSO_WM_UNIT_INDEX" val="4"/>
  <p:tag name="KSO_WM_UNIT_ID" val="_9*i*4"/>
  <p:tag name="KSO_WM_UNIT_LAYERLEVEL" val="1"/>
  <p:tag name="KSO_WM_TAG_VERSION" val="3.0"/>
  <p:tag name="KSO_WM_UNIT_CONTENT_GROUP_TYPE" val="contentchip"/>
  <p:tag name="KSO_WM_UNIT_ISNUMDGMTITLE" val="0"/>
  <p:tag name="KSO_WM_UNIT_NOCLEAR" val="0"/>
  <p:tag name="KSO_WM_TEMPLATE_INDEX" val="40490145"/>
  <p:tag name="KSO_WM_TEMPLATE_CATEGORY" val="custom"/>
</p:tagLst>
</file>

<file path=ppt/tags/tag470.xml><?xml version="1.0" encoding="utf-8"?>
<p:tagLst xmlns:p="http://schemas.openxmlformats.org/presentationml/2006/main">
  <p:tag name="KSO_WM_BEAUTIFY_FLAG" val="#wm#"/>
  <p:tag name="KSO_WM_UNIT_HIGHLIGHT" val="0"/>
  <p:tag name="KSO_WM_UNIT_COMPATIBLE" val="0"/>
  <p:tag name="KSO_WM_UNIT_DIAGRAM_ISNUMVISUAL" val="0"/>
  <p:tag name="KSO_WM_UNIT_DIAGRAM_ISREFERUNIT" val="0"/>
  <p:tag name="KSO_WM_UNIT_TYPE" val="i"/>
  <p:tag name="KSO_WM_UNIT_INDEX" val="5"/>
  <p:tag name="KSO_WM_UNIT_ID" val="_9*i*5"/>
  <p:tag name="KSO_WM_UNIT_LAYERLEVEL" val="1"/>
  <p:tag name="KSO_WM_TAG_VERSION" val="3.0"/>
  <p:tag name="KSO_WM_UNIT_CONTENT_GROUP_TYPE" val="contentchip"/>
  <p:tag name="KSO_WM_UNIT_ISNUMDGMTITLE" val="0"/>
  <p:tag name="KSO_WM_UNIT_NOCLEAR" val="0"/>
  <p:tag name="KSO_WM_TEMPLATE_INDEX" val="40490145"/>
  <p:tag name="KSO_WM_TEMPLATE_CATEGORY" val="custom"/>
</p:tagLst>
</file>

<file path=ppt/tags/tag471.xml><?xml version="1.0" encoding="utf-8"?>
<p:tagLst xmlns:p="http://schemas.openxmlformats.org/presentationml/2006/main">
  <p:tag name="KSO_WM_BEAUTIFY_FLAG" val="#wm#"/>
  <p:tag name="KSO_WM_UNIT_HIGHLIGHT" val="0"/>
  <p:tag name="KSO_WM_UNIT_COMPATIBLE" val="0"/>
  <p:tag name="KSO_WM_UNIT_DIAGRAM_ISNUMVISUAL" val="0"/>
  <p:tag name="KSO_WM_UNIT_DIAGRAM_ISREFERUNIT" val="0"/>
  <p:tag name="KSO_WM_UNIT_TYPE" val="i"/>
  <p:tag name="KSO_WM_UNIT_INDEX" val="6"/>
  <p:tag name="KSO_WM_UNIT_ID" val="_9*i*6"/>
  <p:tag name="KSO_WM_UNIT_LAYERLEVEL" val="1"/>
  <p:tag name="KSO_WM_TAG_VERSION" val="3.0"/>
  <p:tag name="KSO_WM_UNIT_ISNUMDGMTITLE" val="0"/>
  <p:tag name="KSO_WM_UNIT_NOCLEAR" val="0"/>
  <p:tag name="KSO_WM_TEMPLATE_INDEX" val="40490145"/>
  <p:tag name="KSO_WM_TEMPLATE_CATEGORY" val="custom"/>
</p:tagLst>
</file>

<file path=ppt/tags/tag472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9**"/>
  <p:tag name="KSO_WM_UNIT_LAYERLEVEL" val="1"/>
  <p:tag name="KSO_WM_TAG_VERSION" val="3.0"/>
  <p:tag name="KSO_WM_BEAUTIFY_FLAG" val="#wm#"/>
  <p:tag name="KSO_WM_UNIT_ISNUMDGMTITLE" val="0"/>
  <p:tag name="KSO_WM_UNIT_NOCLEAR" val="0"/>
  <p:tag name="KSO_WM_TEMPLATE_INDEX" val="40490145"/>
  <p:tag name="KSO_WM_TEMPLATE_CATEGORY" val="custom"/>
</p:tagLst>
</file>

<file path=ppt/tags/tag473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9**"/>
  <p:tag name="KSO_WM_UNIT_LAYERLEVEL" val="1"/>
  <p:tag name="KSO_WM_TAG_VERSION" val="3.0"/>
  <p:tag name="KSO_WM_BEAUTIFY_FLAG" val="#wm#"/>
  <p:tag name="KSO_WM_UNIT_ISNUMDGMTITLE" val="0"/>
  <p:tag name="KSO_WM_UNIT_NOCLEAR" val="0"/>
  <p:tag name="KSO_WM_TEMPLATE_INDEX" val="40490145"/>
  <p:tag name="KSO_WM_TEMPLATE_CATEGORY" val="custom"/>
</p:tagLst>
</file>

<file path=ppt/tags/tag474.xml><?xml version="1.0" encoding="utf-8"?>
<p:tagLst xmlns:p="http://schemas.openxmlformats.org/presentationml/2006/main">
  <p:tag name="KSO_WM_BEAUTIFY_FLAG" val="#wm#"/>
  <p:tag name="KSO_WM_UNIT_INDEX" val="1"/>
  <p:tag name="KSO_WM_UNIT_SUBTYPE" val="c"/>
  <p:tag name="KSO_WM_UNIT_TEXT_TYPE" val="1"/>
  <p:tag name="KSO_WM_UNIT_TYPE" val="f"/>
  <p:tag name="KSO_WM_FIGMA_FLAG" val="#fgm#"/>
  <p:tag name="KSO_WM_UNIT_ID" val="_9*f*1"/>
  <p:tag name="KSO_WM_TAG_VERSION" val="3.0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LAYERLEVEL" val="1"/>
  <p:tag name="KSO_WM_TEMPLATE_INDEX" val="40490145"/>
  <p:tag name="KSO_WM_TEMPLATE_CATEGORY" val="custom"/>
</p:tagLst>
</file>

<file path=ppt/tags/tag475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9**"/>
  <p:tag name="KSO_WM_UNIT_LAYERLEVEL" val="1"/>
  <p:tag name="KSO_WM_TAG_VERSION" val="3.0"/>
  <p:tag name="KSO_WM_BEAUTIFY_FLAG" val="#wm#"/>
  <p:tag name="KSO_WM_UNIT_ISNUMDGMTITLE" val="0"/>
  <p:tag name="KSO_WM_UNIT_NOCLEAR" val="0"/>
  <p:tag name="KSO_WM_TEMPLATE_INDEX" val="40490145"/>
  <p:tag name="KSO_WM_TEMPLATE_CATEGORY" val="custom"/>
</p:tagLst>
</file>

<file path=ppt/tags/tag476.xml><?xml version="1.0" encoding="utf-8"?>
<p:tagLst xmlns:p="http://schemas.openxmlformats.org/presentationml/2006/main">
  <p:tag name="KSO_WM_UNIT_ISCONTENTSTITLE" val="0"/>
  <p:tag name="KSO_WM_BEAUTIFY_FLAG" val="#wm#"/>
  <p:tag name="KSO_WM_UNIT_INDEX" val="1"/>
  <p:tag name="KSO_WM_UNIT_TEXT_TYPE" val="1"/>
  <p:tag name="KSO_WM_UNIT_TYPE" val="a"/>
  <p:tag name="KSO_WM_LAYOUT_CHECK_HASH" val="5fec47325e2d8a9024d63d6ca9d322673e22fe4a"/>
  <p:tag name="KSO_WM_NEWLAYOUT_ID" val="473"/>
  <p:tag name="KSO_WM_FIGMA_FLAG" val="#fgm#"/>
  <p:tag name="KSO_WM_UNIT_ID" val="_9*a*1"/>
  <p:tag name="KSO_WM_TAG_VERSION" val="3.0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LAYERLEVEL" val="1"/>
  <p:tag name="KSO_WM_TEMPLATE_INDEX" val="40490145"/>
  <p:tag name="KSO_WM_TEMPLATE_CATEGORY" val="custom"/>
</p:tagLst>
</file>

<file path=ppt/tags/tag477.xml><?xml version="1.0" encoding="utf-8"?>
<p:tagLst xmlns:p="http://schemas.openxmlformats.org/presentationml/2006/main">
  <p:tag name="KSO_WM_UNIT_ISCONTENTSTITLE" val="0"/>
  <p:tag name="KSO_WM_BEAUTIFY_FLAG" val="#wm#"/>
  <p:tag name="KSO_WM_UNIT_INDEX" val="2"/>
  <p:tag name="KSO_WM_UNIT_SUBTYPE" val="b"/>
  <p:tag name="KSO_WM_UNIT_TEXT_TYPE" val="1"/>
  <p:tag name="KSO_WM_UNIT_TYPE" val="f"/>
  <p:tag name="KSO_WM_FIGMA_FLAG" val="#fgm#"/>
  <p:tag name="KSO_WM_UNIT_ID" val="_9*f*2"/>
  <p:tag name="KSO_WM_TAG_VERSION" val="3.0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LAYERLEVEL" val="1"/>
  <p:tag name="KSO_WM_TEMPLATE_INDEX" val="40490145"/>
  <p:tag name="KSO_WM_TEMPLATE_CATEGORY" val="custom"/>
</p:tagLst>
</file>

<file path=ppt/tags/tag478.xml><?xml version="1.0" encoding="utf-8"?>
<p:tagLst xmlns:p="http://schemas.openxmlformats.org/presentationml/2006/main">
  <p:tag name="KSO_WM_BEAUTIFY_FLAG" val="#wm#"/>
  <p:tag name="KSO_WM_UNIT_HIGHLIGHT" val="0"/>
  <p:tag name="KSO_WM_UNIT_COMPATIBLE" val="0"/>
  <p:tag name="KSO_WM_UNIT_DIAGRAM_ISNUMVISUAL" val="0"/>
  <p:tag name="KSO_WM_UNIT_DIAGRAM_ISREFERUNIT" val="0"/>
  <p:tag name="KSO_WM_UNIT_ID" val="_10*i*2"/>
  <p:tag name="KSO_WM_UNIT_LAYERLEVEL" val="1"/>
  <p:tag name="KSO_WM_TAG_VERSION" val="3.0"/>
  <p:tag name="KSO_WM_UNIT_TYPE" val="i"/>
  <p:tag name="KSO_WM_UNIT_INDEX" val="2"/>
  <p:tag name="KSO_WM_UNIT_ISNUMDGMTITLE" val="0"/>
  <p:tag name="KSO_WM_UNIT_NOCLEAR" val="0"/>
  <p:tag name="KSO_WM_TEMPLATE_INDEX" val="40490145"/>
  <p:tag name="KSO_WM_TEMPLATE_CATEGORY" val="custom"/>
</p:tagLst>
</file>

<file path=ppt/tags/tag479.xml><?xml version="1.0" encoding="utf-8"?>
<p:tagLst xmlns:p="http://schemas.openxmlformats.org/presentationml/2006/main">
  <p:tag name="KSO_WM_BEAUTIFY_FLAG" val="#wm#"/>
  <p:tag name="KSO_WM_UNIT_HIGHLIGHT" val="0"/>
  <p:tag name="KSO_WM_UNIT_COMPATIBLE" val="0"/>
  <p:tag name="KSO_WM_UNIT_DIAGRAM_ISNUMVISUAL" val="0"/>
  <p:tag name="KSO_WM_UNIT_DIAGRAM_ISREFERUNIT" val="0"/>
  <p:tag name="KSO_WM_UNIT_ID" val="_10*i*3"/>
  <p:tag name="KSO_WM_UNIT_LAYERLEVEL" val="1"/>
  <p:tag name="KSO_WM_TAG_VERSION" val="3.0"/>
  <p:tag name="KSO_WM_UNIT_TYPE" val="i"/>
  <p:tag name="KSO_WM_UNIT_INDEX" val="3"/>
  <p:tag name="KSO_WM_UNIT_ISNUMDGMTITLE" val="0"/>
  <p:tag name="KSO_WM_UNIT_NOCLEAR" val="0"/>
  <p:tag name="KSO_WM_TEMPLATE_INDEX" val="40490145"/>
  <p:tag name="KSO_WM_TEMPLATE_CATEGORY" val="custom"/>
</p:tagLst>
</file>

<file path=ppt/tags/tag480.xml><?xml version="1.0" encoding="utf-8"?>
<p:tagLst xmlns:p="http://schemas.openxmlformats.org/presentationml/2006/main">
  <p:tag name="KSO_WM_BEAUTIFY_FLAG" val="#wm#"/>
  <p:tag name="KSO_WM_UNIT_HIGHLIGHT" val="0"/>
  <p:tag name="KSO_WM_UNIT_COMPATIBLE" val="0"/>
  <p:tag name="KSO_WM_UNIT_DIAGRAM_ISNUMVISUAL" val="0"/>
  <p:tag name="KSO_WM_UNIT_DIAGRAM_ISREFERUNIT" val="0"/>
  <p:tag name="KSO_WM_UNIT_ID" val="_10*i*4"/>
  <p:tag name="KSO_WM_UNIT_LAYERLEVEL" val="1"/>
  <p:tag name="KSO_WM_TAG_VERSION" val="3.0"/>
  <p:tag name="KSO_WM_UNIT_TYPE" val="i"/>
  <p:tag name="KSO_WM_UNIT_INDEX" val="4"/>
  <p:tag name="KSO_WM_UNIT_CONTENT_GROUP_TYPE" val="contentchip"/>
  <p:tag name="KSO_WM_UNIT_ISNUMDGMTITLE" val="0"/>
  <p:tag name="KSO_WM_UNIT_NOCLEAR" val="0"/>
  <p:tag name="KSO_WM_TEMPLATE_INDEX" val="40490145"/>
  <p:tag name="KSO_WM_TEMPLATE_CATEGORY" val="custom"/>
</p:tagLst>
</file>

<file path=ppt/tags/tag481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0**"/>
  <p:tag name="KSO_WM_UNIT_LAYERLEVEL" val="1"/>
  <p:tag name="KSO_WM_TAG_VERSION" val="3.0"/>
  <p:tag name="KSO_WM_BEAUTIFY_FLAG" val="#wm#"/>
  <p:tag name="KSO_WM_UNIT_ISNUMDGMTITLE" val="0"/>
  <p:tag name="KSO_WM_UNIT_NOCLEAR" val="0"/>
  <p:tag name="KSO_WM_TEMPLATE_INDEX" val="40490145"/>
  <p:tag name="KSO_WM_TEMPLATE_CATEGORY" val="custom"/>
</p:tagLst>
</file>

<file path=ppt/tags/tag482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0**"/>
  <p:tag name="KSO_WM_UNIT_LAYERLEVEL" val="1"/>
  <p:tag name="KSO_WM_TAG_VERSION" val="3.0"/>
  <p:tag name="KSO_WM_BEAUTIFY_FLAG" val="#wm#"/>
  <p:tag name="KSO_WM_UNIT_ISNUMDGMTITLE" val="0"/>
  <p:tag name="KSO_WM_UNIT_NOCLEAR" val="0"/>
  <p:tag name="KSO_WM_TEMPLATE_INDEX" val="40490145"/>
  <p:tag name="KSO_WM_TEMPLATE_CATEGORY" val="custom"/>
</p:tagLst>
</file>

<file path=ppt/tags/tag483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0**"/>
  <p:tag name="KSO_WM_UNIT_LAYERLEVEL" val="1"/>
  <p:tag name="KSO_WM_TAG_VERSION" val="3.0"/>
  <p:tag name="KSO_WM_BEAUTIFY_FLAG" val="#wm#"/>
  <p:tag name="KSO_WM_UNIT_ISNUMDGMTITLE" val="0"/>
  <p:tag name="KSO_WM_UNIT_NOCLEAR" val="0"/>
  <p:tag name="KSO_WM_TEMPLATE_INDEX" val="40490145"/>
  <p:tag name="KSO_WM_TEMPLATE_CATEGORY" val="custom"/>
</p:tagLst>
</file>

<file path=ppt/tags/tag484.xml><?xml version="1.0" encoding="utf-8"?>
<p:tagLst xmlns:p="http://schemas.openxmlformats.org/presentationml/2006/main">
  <p:tag name="KSO_WM_UNIT_ISCONTENTSTITLE" val="0"/>
  <p:tag name="KSO_WM_BEAUTIFY_FLAG" val="#wm#"/>
  <p:tag name="KSO_WM_UNIT_INDEX" val="1"/>
  <p:tag name="KSO_WM_UNIT_TEXT_TYPE" val="1"/>
  <p:tag name="KSO_WM_UNIT_TYPE" val="a"/>
  <p:tag name="KSO_WM_LAYOUT_CHECK_HASH" val="a02b72f7ce60cfa211622395739e9331cea673b6"/>
  <p:tag name="KSO_WM_NEWLAYOUT_ID" val="478"/>
  <p:tag name="KSO_WM_FIGMA_FLAG" val="#fgm#"/>
  <p:tag name="KSO_WM_UNIT_ID" val="_10*a*1"/>
  <p:tag name="KSO_WM_TAG_VERSION" val="3.0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LAYERLEVEL" val="1"/>
  <p:tag name="KSO_WM_TEMPLATE_INDEX" val="40490145"/>
  <p:tag name="KSO_WM_TEMPLATE_CATEGORY" val="custom"/>
</p:tagLst>
</file>

<file path=ppt/tags/tag485.xml><?xml version="1.0" encoding="utf-8"?>
<p:tagLst xmlns:p="http://schemas.openxmlformats.org/presentationml/2006/main">
  <p:tag name="KSO_WM_UNIT_PRESET_TEXT" val="PART-01"/>
  <p:tag name="KSO_WM_BEAUTIFY_FLAG" val="#wm#"/>
  <p:tag name="KSO_WM_UNIT_INDEX" val="1"/>
  <p:tag name="KSO_WM_UNIT_TYPE" val="e"/>
  <p:tag name="KSO_WM_FIGMA_FLAG" val="#fgm#"/>
  <p:tag name="KSO_WM_UNIT_ID" val="_10*e*1"/>
  <p:tag name="KSO_WM_TAG_VERSION" val="3.0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LAYERLEVEL" val="1"/>
  <p:tag name="KSO_WM_TEMPLATE_INDEX" val="40490145"/>
  <p:tag name="KSO_WM_TEMPLATE_CATEGORY" val="custom"/>
</p:tagLst>
</file>

<file path=ppt/tags/tag486.xml><?xml version="1.0" encoding="utf-8"?>
<p:tagLst xmlns:p="http://schemas.openxmlformats.org/presentationml/2006/main">
  <p:tag name="KSO_WM_BEAUTIFY_FLAG" val="#wm#"/>
  <p:tag name="KSO_WM_UNIT_HIGHLIGHT" val="0"/>
  <p:tag name="KSO_WM_UNIT_COMPATIBLE" val="0"/>
  <p:tag name="KSO_WM_UNIT_DIAGRAM_ISNUMVISUAL" val="0"/>
  <p:tag name="KSO_WM_UNIT_DIAGRAM_ISREFERUNIT" val="0"/>
  <p:tag name="KSO_WM_UNIT_ID" val="_11*i*2"/>
  <p:tag name="KSO_WM_UNIT_LAYERLEVEL" val="1"/>
  <p:tag name="KSO_WM_TAG_VERSION" val="3.0"/>
  <p:tag name="KSO_WM_UNIT_TYPE" val="i"/>
  <p:tag name="KSO_WM_UNIT_INDEX" val="2"/>
  <p:tag name="KSO_WM_UNIT_ISNUMDGMTITLE" val="0"/>
  <p:tag name="KSO_WM_UNIT_NOCLEAR" val="0"/>
  <p:tag name="KSO_WM_TEMPLATE_INDEX" val="40490145"/>
  <p:tag name="KSO_WM_TEMPLATE_CATEGORY" val="custom"/>
</p:tagLst>
</file>

<file path=ppt/tags/tag487.xml><?xml version="1.0" encoding="utf-8"?>
<p:tagLst xmlns:p="http://schemas.openxmlformats.org/presentationml/2006/main">
  <p:tag name="KSO_WM_BEAUTIFY_FLAG" val="#wm#"/>
  <p:tag name="KSO_WM_UNIT_HIGHLIGHT" val="0"/>
  <p:tag name="KSO_WM_UNIT_COMPATIBLE" val="0"/>
  <p:tag name="KSO_WM_UNIT_DIAGRAM_ISNUMVISUAL" val="0"/>
  <p:tag name="KSO_WM_UNIT_DIAGRAM_ISREFERUNIT" val="0"/>
  <p:tag name="KSO_WM_UNIT_ID" val="_11*i*3"/>
  <p:tag name="KSO_WM_UNIT_LAYERLEVEL" val="1"/>
  <p:tag name="KSO_WM_TAG_VERSION" val="3.0"/>
  <p:tag name="KSO_WM_UNIT_TYPE" val="i"/>
  <p:tag name="KSO_WM_UNIT_INDEX" val="3"/>
  <p:tag name="KSO_WM_UNIT_ISNUMDGMTITLE" val="0"/>
  <p:tag name="KSO_WM_UNIT_NOCLEAR" val="0"/>
  <p:tag name="KSO_WM_TEMPLATE_INDEX" val="40490145"/>
  <p:tag name="KSO_WM_TEMPLATE_CATEGORY" val="custom"/>
</p:tagLst>
</file>

<file path=ppt/tags/tag488.xml><?xml version="1.0" encoding="utf-8"?>
<p:tagLst xmlns:p="http://schemas.openxmlformats.org/presentationml/2006/main">
  <p:tag name="KSO_WM_BEAUTIFY_FLAG" val="#wm#"/>
  <p:tag name="KSO_WM_UNIT_HIGHLIGHT" val="0"/>
  <p:tag name="KSO_WM_UNIT_COMPATIBLE" val="0"/>
  <p:tag name="KSO_WM_UNIT_DIAGRAM_ISNUMVISUAL" val="0"/>
  <p:tag name="KSO_WM_UNIT_DIAGRAM_ISREFERUNIT" val="0"/>
  <p:tag name="KSO_WM_UNIT_ID" val="_11*i*4"/>
  <p:tag name="KSO_WM_UNIT_LAYERLEVEL" val="1"/>
  <p:tag name="KSO_WM_TAG_VERSION" val="3.0"/>
  <p:tag name="KSO_WM_UNIT_TYPE" val="i"/>
  <p:tag name="KSO_WM_UNIT_INDEX" val="4"/>
  <p:tag name="KSO_WM_UNIT_CONTENT_GROUP_TYPE" val="contentchip"/>
  <p:tag name="KSO_WM_UNIT_ISNUMDGMTITLE" val="0"/>
  <p:tag name="KSO_WM_UNIT_NOCLEAR" val="0"/>
  <p:tag name="KSO_WM_TEMPLATE_INDEX" val="40490145"/>
  <p:tag name="KSO_WM_TEMPLATE_CATEGORY" val="custom"/>
</p:tagLst>
</file>

<file path=ppt/tags/tag489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1**"/>
  <p:tag name="KSO_WM_UNIT_LAYERLEVEL" val="1"/>
  <p:tag name="KSO_WM_TAG_VERSION" val="3.0"/>
  <p:tag name="KSO_WM_BEAUTIFY_FLAG" val="#wm#"/>
  <p:tag name="KSO_WM_UNIT_ISNUMDGMTITLE" val="0"/>
  <p:tag name="KSO_WM_UNIT_NOCLEAR" val="0"/>
  <p:tag name="KSO_WM_TEMPLATE_INDEX" val="40490145"/>
  <p:tag name="KSO_WM_TEMPLATE_CATEGORY" val="custom"/>
</p:tagLst>
</file>

<file path=ppt/tags/tag490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1**"/>
  <p:tag name="KSO_WM_UNIT_LAYERLEVEL" val="1"/>
  <p:tag name="KSO_WM_TAG_VERSION" val="3.0"/>
  <p:tag name="KSO_WM_BEAUTIFY_FLAG" val="#wm#"/>
  <p:tag name="KSO_WM_UNIT_ISNUMDGMTITLE" val="0"/>
  <p:tag name="KSO_WM_UNIT_NOCLEAR" val="0"/>
  <p:tag name="KSO_WM_TEMPLATE_INDEX" val="40490145"/>
  <p:tag name="KSO_WM_TEMPLATE_CATEGORY" val="custom"/>
</p:tagLst>
</file>

<file path=ppt/tags/tag491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1**"/>
  <p:tag name="KSO_WM_UNIT_LAYERLEVEL" val="1"/>
  <p:tag name="KSO_WM_TAG_VERSION" val="3.0"/>
  <p:tag name="KSO_WM_BEAUTIFY_FLAG" val="#wm#"/>
  <p:tag name="KSO_WM_UNIT_ISNUMDGMTITLE" val="0"/>
  <p:tag name="KSO_WM_UNIT_NOCLEAR" val="0"/>
  <p:tag name="KSO_WM_TEMPLATE_INDEX" val="40490145"/>
  <p:tag name="KSO_WM_TEMPLATE_CATEGORY" val="custom"/>
</p:tagLst>
</file>

<file path=ppt/tags/tag492.xml><?xml version="1.0" encoding="utf-8"?>
<p:tagLst xmlns:p="http://schemas.openxmlformats.org/presentationml/2006/main">
  <p:tag name="KSO_WM_BEAUTIFY_FLAG" val="#wm#"/>
  <p:tag name="KSO_WM_UNIT_HIGHLIGHT" val="0"/>
  <p:tag name="KSO_WM_UNIT_COMPATIBLE" val="0"/>
  <p:tag name="KSO_WM_UNIT_DIAGRAM_ISNUMVISUAL" val="0"/>
  <p:tag name="KSO_WM_UNIT_DIAGRAM_ISREFERUNIT" val="0"/>
  <p:tag name="KSO_WM_UNIT_TYPE" val="i"/>
  <p:tag name="KSO_WM_UNIT_INDEX" val="5"/>
  <p:tag name="KSO_WM_UNIT_ID" val="_11*i*5"/>
  <p:tag name="KSO_WM_UNIT_LAYERLEVEL" val="1"/>
  <p:tag name="KSO_WM_TAG_VERSION" val="3.0"/>
  <p:tag name="KSO_WM_UNIT_CONTENT_GROUP_TYPE" val="contentchip"/>
  <p:tag name="KSO_WM_UNIT_ISNUMDGMTITLE" val="0"/>
  <p:tag name="KSO_WM_UNIT_NOCLEAR" val="0"/>
  <p:tag name="KSO_WM_TEMPLATE_INDEX" val="40490145"/>
  <p:tag name="KSO_WM_TEMPLATE_CATEGORY" val="custom"/>
</p:tagLst>
</file>

<file path=ppt/tags/tag493.xml><?xml version="1.0" encoding="utf-8"?>
<p:tagLst xmlns:p="http://schemas.openxmlformats.org/presentationml/2006/main">
  <p:tag name="KSO_WM_BEAUTIFY_FLAG" val="#wm#"/>
  <p:tag name="KSO_WM_UNIT_HIGHLIGHT" val="0"/>
  <p:tag name="KSO_WM_UNIT_COMPATIBLE" val="0"/>
  <p:tag name="KSO_WM_UNIT_DIAGRAM_ISNUMVISUAL" val="0"/>
  <p:tag name="KSO_WM_UNIT_DIAGRAM_ISREFERUNIT" val="0"/>
  <p:tag name="KSO_WM_UNIT_TYPE" val="i"/>
  <p:tag name="KSO_WM_UNIT_INDEX" val="6"/>
  <p:tag name="KSO_WM_UNIT_ID" val="_11*i*6"/>
  <p:tag name="KSO_WM_UNIT_LAYERLEVEL" val="1"/>
  <p:tag name="KSO_WM_TAG_VERSION" val="3.0"/>
  <p:tag name="KSO_WM_UNIT_ISNUMDGMTITLE" val="0"/>
  <p:tag name="KSO_WM_UNIT_NOCLEAR" val="0"/>
  <p:tag name="KSO_WM_TEMPLATE_INDEX" val="40490145"/>
  <p:tag name="KSO_WM_TEMPLATE_CATEGORY" val="custom"/>
</p:tagLst>
</file>

<file path=ppt/tags/tag494.xml><?xml version="1.0" encoding="utf-8"?>
<p:tagLst xmlns:p="http://schemas.openxmlformats.org/presentationml/2006/main">
  <p:tag name="KSO_WM_BEAUTIFY_FLAG" val="#wm#"/>
  <p:tag name="KSO_WM_UNIT_INDEX" val="1"/>
  <p:tag name="KSO_WM_UNIT_TEXT_TYPE" val="1"/>
  <p:tag name="KSO_WM_UNIT_TYPE" val="b"/>
  <p:tag name="KSO_WM_FIGMA_FLAG" val="#fgm#"/>
  <p:tag name="KSO_WM_UNIT_ID" val="_11*b*1"/>
  <p:tag name="KSO_WM_TAG_VERSION" val="3.0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LAYERLEVEL" val="1"/>
  <p:tag name="KSO_WM_TEMPLATE_INDEX" val="40490145"/>
  <p:tag name="KSO_WM_TEMPLATE_CATEGORY" val="custom"/>
</p:tagLst>
</file>

<file path=ppt/tags/tag495.xml><?xml version="1.0" encoding="utf-8"?>
<p:tagLst xmlns:p="http://schemas.openxmlformats.org/presentationml/2006/main">
  <p:tag name="KSO_WM_UNIT_ISCONTENTSTITLE" val="0"/>
  <p:tag name="KSO_WM_BEAUTIFY_FLAG" val="#wm#"/>
  <p:tag name="KSO_WM_UNIT_INDEX" val="1"/>
  <p:tag name="KSO_WM_UNIT_TEXT_TYPE" val="1"/>
  <p:tag name="KSO_WM_UNIT_TYPE" val="a"/>
  <p:tag name="KSO_WM_LAYOUT_CHECK_HASH" val="a0dcb08627f650776d9f7c250fb581566293a3ff"/>
  <p:tag name="KSO_WM_NEWLAYOUT_ID" val="485"/>
  <p:tag name="KSO_WM_FIGMA_FLAG" val="#fgm#"/>
  <p:tag name="KSO_WM_UNIT_ID" val="_11*a*1"/>
  <p:tag name="KSO_WM_TAG_VERSION" val="3.0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LAYERLEVEL" val="1"/>
  <p:tag name="KSO_WM_TEMPLATE_INDEX" val="40490145"/>
  <p:tag name="KSO_WM_TEMPLATE_CATEGORY" val="custom"/>
</p:tagLst>
</file>

<file path=ppt/tags/tag496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**"/>
  <p:tag name="KSO_WM_UNIT_LAYERLEVEL" val="1"/>
  <p:tag name="KSO_WM_TAG_VERSION" val="3.0"/>
  <p:tag name="KSO_WM_BEAUTIFY_FLAG" val="#wm#"/>
  <p:tag name="KSO_WM_UNIT_ISNUMDGMTITLE" val="0"/>
  <p:tag name="KSO_WM_UNIT_NOCLEAR" val="0"/>
  <p:tag name="KSO_WM_TEMPLATE_INDEX" val="40490145"/>
  <p:tag name="KSO_WM_TEMPLATE_CATEGORY" val="custom"/>
</p:tagLst>
</file>

<file path=ppt/tags/tag497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**"/>
  <p:tag name="KSO_WM_UNIT_LAYERLEVEL" val="1"/>
  <p:tag name="KSO_WM_TAG_VERSION" val="3.0"/>
  <p:tag name="KSO_WM_BEAUTIFY_FLAG" val="#wm#"/>
  <p:tag name="KSO_WM_UNIT_ISNUMDGMTITLE" val="0"/>
  <p:tag name="KSO_WM_UNIT_NOCLEAR" val="0"/>
  <p:tag name="KSO_WM_TEMPLATE_INDEX" val="40490145"/>
  <p:tag name="KSO_WM_TEMPLATE_CATEGORY" val="custom"/>
</p:tagLst>
</file>

<file path=ppt/tags/tag498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**"/>
  <p:tag name="KSO_WM_UNIT_LAYERLEVEL" val="1"/>
  <p:tag name="KSO_WM_TAG_VERSION" val="3.0"/>
  <p:tag name="KSO_WM_BEAUTIFY_FLAG" val="#wm#"/>
  <p:tag name="KSO_WM_UNIT_ISNUMDGMTITLE" val="0"/>
  <p:tag name="KSO_WM_UNIT_NOCLEAR" val="0"/>
  <p:tag name="KSO_WM_TEMPLATE_INDEX" val="40490145"/>
  <p:tag name="KSO_WM_TEMPLATE_CATEGORY" val="custom"/>
</p:tagLst>
</file>

<file path=ppt/tags/tag499.xml><?xml version="1.0" encoding="utf-8"?>
<p:tagLst xmlns:p="http://schemas.openxmlformats.org/presentationml/2006/main">
  <p:tag name="KSO_WM_BEAUTIFY_FLAG" val="#fgm#"/>
  <p:tag name="KSO_WM_FIGMA_FLAG" val="#fgm#"/>
  <p:tag name="KSO_WM_UNIT_INDEX" val="1"/>
  <p:tag name="KSO_WM_UNIT_TEXT_TYPE" val="1"/>
  <p:tag name="KSO_WM_UNIT_TYPE" val="b"/>
</p:tagLst>
</file>

<file path=ppt/tags/tag500.xml><?xml version="1.0" encoding="utf-8"?>
<p:tagLst xmlns:p="http://schemas.openxmlformats.org/presentationml/2006/main">
  <p:tag name="KSO_WM_BEAUTIFY_FLAG" val="#fgm#"/>
  <p:tag name="KSO_WM_FIGMA_FLAG" val="#fgm#"/>
  <p:tag name="KSO_WM_UNIT_INDEX" val="1"/>
  <p:tag name="KSO_WM_UNIT_TEXT_TYPE" val="1"/>
  <p:tag name="KSO_WM_UNIT_TYPE" val="a"/>
  <p:tag name="KSO_WM_LAYOUT_CHECK_HASH" val="8be64ec3495902eb862ea1b4c5b44989e579d6eb"/>
  <p:tag name="KSO_WM_NEWLAYOUT_ID" val="1"/>
</p:tagLst>
</file>

<file path=ppt/tags/tag501.xml><?xml version="1.0" encoding="utf-8"?>
<p:tagLst xmlns:p="http://schemas.openxmlformats.org/presentationml/2006/main">
  <p:tag name="KSO_WM_BEAUTIFY_FLAG" val="#fgm#"/>
  <p:tag name="KSO_WM_DIAGRAM_GROUP_CODE" val="1"/>
  <p:tag name="KSO_WM_FIGMA_FLAG" val="#fgm#"/>
  <p:tag name="KSO_WM_UNIT_INDEX" val="1_1_1"/>
  <p:tag name="KSO_WM_UNIT_SUBTYPE" val="d"/>
  <p:tag name="KSO_WM_UNIT_TYPE" val="l_h_i"/>
</p:tagLst>
</file>

<file path=ppt/tags/tag502.xml><?xml version="1.0" encoding="utf-8"?>
<p:tagLst xmlns:p="http://schemas.openxmlformats.org/presentationml/2006/main">
  <p:tag name="KSO_WM_FIGMA_DECORATION_INDEX" val="25"/>
  <p:tag name="$PH_EXT" val="2"/>
  <p:tag name="KSO_WM_BEAUTIFY_FLAG" val="#fgm#"/>
  <p:tag name="KSO_WM_DIAGRAM_GROUP_CODE" val="1"/>
  <p:tag name="KSO_WM_FIGMA_FLAG" val="#fgm#"/>
  <p:tag name="KSO_WM_UNIT_INDEX" val="1_1_2"/>
  <p:tag name="KSO_WM_UNIT_TYPE" val="l_h_i"/>
</p:tagLst>
</file>

<file path=ppt/tags/tag503.xml><?xml version="1.0" encoding="utf-8"?>
<p:tagLst xmlns:p="http://schemas.openxmlformats.org/presentationml/2006/main">
  <p:tag name="KSO_WM_BEAUTIFY_FLAG" val="#fgm#"/>
  <p:tag name="KSO_WM_DIAGRAM_GROUP_CODE" val="1"/>
  <p:tag name="KSO_WM_FIGMA_FLAG" val="#fgm#"/>
  <p:tag name="KSO_WM_UNIT_INDEX" val="1_1_1"/>
  <p:tag name="KSO_WM_UNIT_TYPE" val="l_h_a"/>
</p:tagLst>
</file>

<file path=ppt/tags/tag504.xml><?xml version="1.0" encoding="utf-8"?>
<p:tagLst xmlns:p="http://schemas.openxmlformats.org/presentationml/2006/main">
  <p:tag name="KSO_WM_BEAUTIFY_FLAG" val="#fgm#"/>
  <p:tag name="KSO_WM_DIAGRAM_GROUP_CODE" val="1"/>
  <p:tag name="KSO_WM_FIGMA_FLAG" val="#fgm#"/>
  <p:tag name="KSO_WM_UNIT_INDEX" val="1_2_1"/>
  <p:tag name="KSO_WM_UNIT_SUBTYPE" val="d"/>
  <p:tag name="KSO_WM_UNIT_TYPE" val="l_h_i"/>
</p:tagLst>
</file>

<file path=ppt/tags/tag505.xml><?xml version="1.0" encoding="utf-8"?>
<p:tagLst xmlns:p="http://schemas.openxmlformats.org/presentationml/2006/main">
  <p:tag name="KSO_WM_FIGMA_DECORATION_INDEX" val="25"/>
  <p:tag name="$PH_EXT" val="2"/>
  <p:tag name="KSO_WM_BEAUTIFY_FLAG" val="#fgm#"/>
  <p:tag name="KSO_WM_DIAGRAM_GROUP_CODE" val="1"/>
  <p:tag name="KSO_WM_FIGMA_FLAG" val="#fgm#"/>
  <p:tag name="KSO_WM_UNIT_INDEX" val="1_2_2"/>
  <p:tag name="KSO_WM_UNIT_TYPE" val="l_h_i"/>
</p:tagLst>
</file>

<file path=ppt/tags/tag506.xml><?xml version="1.0" encoding="utf-8"?>
<p:tagLst xmlns:p="http://schemas.openxmlformats.org/presentationml/2006/main">
  <p:tag name="KSO_WM_BEAUTIFY_FLAG" val="#fgm#"/>
  <p:tag name="KSO_WM_DIAGRAM_GROUP_CODE" val="1"/>
  <p:tag name="KSO_WM_FIGMA_FLAG" val="#fgm#"/>
  <p:tag name="KSO_WM_UNIT_INDEX" val="1_2_1"/>
  <p:tag name="KSO_WM_UNIT_TYPE" val="l_h_a"/>
</p:tagLst>
</file>

<file path=ppt/tags/tag507.xml><?xml version="1.0" encoding="utf-8"?>
<p:tagLst xmlns:p="http://schemas.openxmlformats.org/presentationml/2006/main">
  <p:tag name="KSO_WM_BEAUTIFY_FLAG" val="#fgm#"/>
  <p:tag name="KSO_WM_DIAGRAM_GROUP_CODE" val="1"/>
  <p:tag name="KSO_WM_FIGMA_FLAG" val="#fgm#"/>
  <p:tag name="KSO_WM_UNIT_INDEX" val="1_3_1"/>
  <p:tag name="KSO_WM_UNIT_SUBTYPE" val="d"/>
  <p:tag name="KSO_WM_UNIT_TYPE" val="l_h_i"/>
</p:tagLst>
</file>

<file path=ppt/tags/tag508.xml><?xml version="1.0" encoding="utf-8"?>
<p:tagLst xmlns:p="http://schemas.openxmlformats.org/presentationml/2006/main">
  <p:tag name="KSO_WM_FIGMA_DECORATION_INDEX" val="25"/>
  <p:tag name="$PH_EXT" val="2"/>
  <p:tag name="KSO_WM_BEAUTIFY_FLAG" val="#fgm#"/>
  <p:tag name="KSO_WM_DIAGRAM_GROUP_CODE" val="1"/>
  <p:tag name="KSO_WM_FIGMA_FLAG" val="#fgm#"/>
  <p:tag name="KSO_WM_UNIT_INDEX" val="1_3_2"/>
  <p:tag name="KSO_WM_UNIT_TYPE" val="l_h_i"/>
</p:tagLst>
</file>

<file path=ppt/tags/tag509.xml><?xml version="1.0" encoding="utf-8"?>
<p:tagLst xmlns:p="http://schemas.openxmlformats.org/presentationml/2006/main">
  <p:tag name="KSO_WM_BEAUTIFY_FLAG" val="#fgm#"/>
  <p:tag name="KSO_WM_DIAGRAM_GROUP_CODE" val="1"/>
  <p:tag name="KSO_WM_FIGMA_FLAG" val="#fgm#"/>
  <p:tag name="KSO_WM_UNIT_INDEX" val="1_3_1"/>
  <p:tag name="KSO_WM_UNIT_TYPE" val="l_h_a"/>
</p:tagLst>
</file>

<file path=ppt/tags/tag510.xml><?xml version="1.0" encoding="utf-8"?>
<p:tagLst xmlns:p="http://schemas.openxmlformats.org/presentationml/2006/main">
  <p:tag name="KSO_WM_BEAUTIFY_FLAG" val="#fgm#"/>
  <p:tag name="KSO_WM_DIAGRAM_GROUP_CODE" val="1"/>
  <p:tag name="KSO_WM_FIGMA_FLAG" val="#fgm#"/>
  <p:tag name="KSO_WM_UNIT_INDEX" val="1_4_1"/>
  <p:tag name="KSO_WM_UNIT_SUBTYPE" val="d"/>
  <p:tag name="KSO_WM_UNIT_TYPE" val="l_h_i"/>
</p:tagLst>
</file>

<file path=ppt/tags/tag511.xml><?xml version="1.0" encoding="utf-8"?>
<p:tagLst xmlns:p="http://schemas.openxmlformats.org/presentationml/2006/main">
  <p:tag name="KSO_WM_FIGMA_DECORATION_INDEX" val="25"/>
  <p:tag name="$PH_EXT" val="2"/>
  <p:tag name="KSO_WM_BEAUTIFY_FLAG" val="#fgm#"/>
  <p:tag name="KSO_WM_DIAGRAM_GROUP_CODE" val="1"/>
  <p:tag name="KSO_WM_FIGMA_FLAG" val="#fgm#"/>
  <p:tag name="KSO_WM_UNIT_INDEX" val="1_4_2"/>
  <p:tag name="KSO_WM_UNIT_TYPE" val="l_h_i"/>
</p:tagLst>
</file>

<file path=ppt/tags/tag512.xml><?xml version="1.0" encoding="utf-8"?>
<p:tagLst xmlns:p="http://schemas.openxmlformats.org/presentationml/2006/main">
  <p:tag name="KSO_WM_BEAUTIFY_FLAG" val="#fgm#"/>
  <p:tag name="KSO_WM_DIAGRAM_GROUP_CODE" val="1"/>
  <p:tag name="KSO_WM_FIGMA_FLAG" val="#fgm#"/>
  <p:tag name="KSO_WM_UNIT_INDEX" val="1_4_1"/>
  <p:tag name="KSO_WM_UNIT_TYPE" val="l_h_a"/>
</p:tagLst>
</file>

<file path=ppt/tags/tag513.xml><?xml version="1.0" encoding="utf-8"?>
<p:tagLst xmlns:p="http://schemas.openxmlformats.org/presentationml/2006/main">
  <p:tag name="KSO_WM_BEAUTIFY_FLAG" val="#wm#"/>
  <p:tag name="KSO_WM_UNIT_HIGHLIGHT" val="0"/>
  <p:tag name="KSO_WM_UNIT_COMPATIBLE" val="0"/>
  <p:tag name="KSO_WM_UNIT_DIAGRAM_ISNUMVISUAL" val="0"/>
  <p:tag name="KSO_WM_UNIT_DIAGRAM_ISREFERUNIT" val="0"/>
  <p:tag name="KSO_WM_UNIT_ID" val="_0*i*1"/>
  <p:tag name="KSO_WM_UNIT_LAYERLEVEL" val="1"/>
  <p:tag name="KSO_WM_TAG_VERSION" val="3.0"/>
  <p:tag name="KSO_WM_UNIT_TYPE" val="i"/>
  <p:tag name="KSO_WM_UNIT_INDEX" val="1"/>
  <p:tag name="KSO_WM_UNIT_ISNUMDGMTITLE" val="0"/>
  <p:tag name="KSO_WM_UNIT_NOCLEAR" val="0"/>
  <p:tag name="KSO_WM_TEMPLATE_INDEX" val="40490145"/>
  <p:tag name="KSO_WM_TEMPLATE_CATEGORY" val="custom"/>
</p:tagLst>
</file>

<file path=ppt/tags/tag514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0**"/>
  <p:tag name="KSO_WM_UNIT_LAYERLEVEL" val="1"/>
  <p:tag name="KSO_WM_TAG_VERSION" val="3.0"/>
  <p:tag name="KSO_WM_BEAUTIFY_FLAG" val="#wm#"/>
  <p:tag name="KSO_WM_UNIT_ISNUMDGMTITLE" val="0"/>
  <p:tag name="KSO_WM_UNIT_NOCLEAR" val="0"/>
  <p:tag name="KSO_WM_TEMPLATE_INDEX" val="40490145"/>
  <p:tag name="KSO_WM_TEMPLATE_CATEGORY" val="custom"/>
</p:tagLst>
</file>

<file path=ppt/tags/tag515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0**"/>
  <p:tag name="KSO_WM_UNIT_LAYERLEVEL" val="1"/>
  <p:tag name="KSO_WM_TAG_VERSION" val="3.0"/>
  <p:tag name="KSO_WM_BEAUTIFY_FLAG" val="#wm#"/>
  <p:tag name="KSO_WM_UNIT_ISNUMDGMTITLE" val="0"/>
  <p:tag name="KSO_WM_UNIT_NOCLEAR" val="0"/>
  <p:tag name="KSO_WM_TEMPLATE_INDEX" val="40490145"/>
  <p:tag name="KSO_WM_TEMPLATE_CATEGORY" val="custom"/>
</p:tagLst>
</file>

<file path=ppt/tags/tag516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0**"/>
  <p:tag name="KSO_WM_UNIT_LAYERLEVEL" val="1"/>
  <p:tag name="KSO_WM_TAG_VERSION" val="3.0"/>
  <p:tag name="KSO_WM_BEAUTIFY_FLAG" val="#wm#"/>
  <p:tag name="KSO_WM_UNIT_ISNUMDGMTITLE" val="0"/>
  <p:tag name="KSO_WM_UNIT_NOCLEAR" val="0"/>
  <p:tag name="KSO_WM_TEMPLATE_INDEX" val="40490145"/>
  <p:tag name="KSO_WM_TEMPLATE_CATEGORY" val="custom"/>
</p:tagLst>
</file>

<file path=ppt/tags/tag517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0*f*1"/>
  <p:tag name="KSO_WM_UNIT_LAYERLEVEL" val="1"/>
  <p:tag name="KSO_WM_TAG_VERSION" val="3.0"/>
  <p:tag name="KSO_WM_BEAUTIFY_FLAG" val="#wm#"/>
  <p:tag name="KSO_WM_UNIT_SUBTYPE" val="a"/>
  <p:tag name="KSO_WM_UNIT_PRESET_TEXT" val="单击此处编辑母版文本样式&#10;二级&#10;三级&#10;四级&#10;五级"/>
  <p:tag name="KSO_WM_UNIT_NOCLEAR" val="0"/>
  <p:tag name="KSO_WM_UNIT_TYPE" val="f"/>
  <p:tag name="KSO_WM_UNIT_INDEX" val="1"/>
  <p:tag name="KSO_WM_TEMPLATE_CATEGORY" val="custom"/>
  <p:tag name="KSO_WM_TEMPLATE_INDEX" val="40490145"/>
  <p:tag name="KSO_WM_UNIT_ISNUMDGMTITLE" val="0"/>
</p:tagLst>
</file>

<file path=ppt/tags/tag518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0*a*1"/>
  <p:tag name="KSO_WM_UNIT_LAYERLEVEL" val="1"/>
  <p:tag name="KSO_WM_TAG_VERSION" val="3.0"/>
  <p:tag name="KSO_WM_BEAUTIFY_FLAG" val="#wm#"/>
  <p:tag name="KSO_WM_UNIT_ISCONTENTSTITLE" val="0"/>
  <p:tag name="KSO_WM_UNIT_ISNUMDGMTITLE" val="0"/>
  <p:tag name="KSO_WM_UNIT_PRESET_TEXT" val="单击此处编辑母版标题样式"/>
  <p:tag name="KSO_WM_UNIT_NOCLEAR" val="0"/>
  <p:tag name="KSO_WM_UNIT_TYPE" val="a"/>
  <p:tag name="KSO_WM_UNIT_INDEX" val="1"/>
  <p:tag name="KSO_WM_TEMPLATE_CATEGORY" val="custom"/>
  <p:tag name="KSO_WM_TEMPLATE_INDEX" val="40490145"/>
</p:tagLst>
</file>

<file path=ppt/tags/tag519.xml><?xml version="1.0" encoding="utf-8"?>
<p:tagLst xmlns:p="http://schemas.openxmlformats.org/presentationml/2006/main">
  <p:tag name="KSO_WM_TEMPLATE_SUBCATEGORY" val="29"/>
  <p:tag name="KSO_WM_BEAUTIFY_FLAG" val="#wm#"/>
  <p:tag name="KSO_WM_TEMPLATE_SLIDE_ID" val="slide_7d1b418b74e2b859"/>
  <p:tag name="KSO_WM_TEMPLATE_THUMBS_INDEX" val="1、9"/>
  <p:tag name="KSO_WM_TEMPLATE_INDEX" val="40490145"/>
  <p:tag name="KSO_WM_TEMPLATE_CATEGORY" val="custom"/>
  <p:tag name="KSO_WM_TEMPLATE_MASTER_TYPE" val="0"/>
  <p:tag name="KSO_WM_TAG_VERSION" val="3.0"/>
</p:tagLst>
</file>

<file path=ppt/tags/tag520.xml><?xml version="1.0" encoding="utf-8"?>
<p:tagLst xmlns:p="http://schemas.openxmlformats.org/presentationml/2006/main">
  <p:tag name="KSO_WM_AITEMPLATE_STYLE_ID" val="69796633058"/>
</p:tagLst>
</file>

<file path=ppt/tags/tag521.xml><?xml version="1.0" encoding="utf-8"?>
<p:tagLst xmlns:p="http://schemas.openxmlformats.org/presentationml/2006/main">
  <p:tag name="KSO_WM_BEAUTIFY_FLAG" val="#wm#"/>
  <p:tag name="KSO_WM_UNIT_INDEX" val="1"/>
  <p:tag name="KSO_WM_UNIT_SUBTYPE" val="c"/>
  <p:tag name="KSO_WM_UNIT_TEXT_TYPE" val="1"/>
  <p:tag name="KSO_WM_UNIT_TYPE" val="f"/>
  <p:tag name="KSO_WM_UNIT_PRESET_TEXT" val="20XX YEAR"/>
  <p:tag name="KSO_WM_FIGMA_FLAG" val="#fgm#"/>
  <p:tag name="KSO_WM_UNIT_ID" val="_9*f*1"/>
  <p:tag name="KSO_WM_TAG_VERSION" val="3.0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LAYERLEVEL" val="1"/>
  <p:tag name="KSO_WM_TEMPLATE_INDEX" val="40490145"/>
  <p:tag name="KSO_WM_TEMPLATE_CATEGORY" val="custom"/>
</p:tagLst>
</file>

<file path=ppt/tags/tag522.xml><?xml version="1.0" encoding="utf-8"?>
<p:tagLst xmlns:p="http://schemas.openxmlformats.org/presentationml/2006/main">
  <p:tag name="KSO_WM_UNIT_ISCONTENTSTITLE" val="0"/>
  <p:tag name="KSO_WM_BEAUTIFY_FLAG" val="#wm#"/>
  <p:tag name="KSO_WM_UNIT_INDEX" val="1"/>
  <p:tag name="KSO_WM_UNIT_TEXT_TYPE" val="1"/>
  <p:tag name="KSO_WM_UNIT_TYPE" val="a"/>
  <p:tag name="KSO_WM_LAYOUT_CHECK_HASH" val="5fec47325e2d8a9024d63d6ca9d322673e22fe4a"/>
  <p:tag name="KSO_WM_NEWLAYOUT_ID" val="473"/>
  <p:tag name="KSO_WM_UNIT_PRESET_TEXT" val="单击此处添加文档标题"/>
  <p:tag name="KSO_WM_FIGMA_FLAG" val="#fgm#"/>
  <p:tag name="KSO_WM_UNIT_ID" val="_9*a*1"/>
  <p:tag name="KSO_WM_TAG_VERSION" val="3.0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LAYERLEVEL" val="1"/>
  <p:tag name="KSO_WM_TEMPLATE_INDEX" val="40490145"/>
  <p:tag name="KSO_WM_TEMPLATE_CATEGORY" val="custom"/>
</p:tagLst>
</file>

<file path=ppt/tags/tag523.xml><?xml version="1.0" encoding="utf-8"?>
<p:tagLst xmlns:p="http://schemas.openxmlformats.org/presentationml/2006/main">
  <p:tag name="KSO_WM_UNIT_ISCONTENTSTITLE" val="0"/>
  <p:tag name="KSO_WM_BEAUTIFY_FLAG" val="#wm#"/>
  <p:tag name="KSO_WM_UNIT_INDEX" val="2"/>
  <p:tag name="KSO_WM_UNIT_SUBTYPE" val="b"/>
  <p:tag name="KSO_WM_UNIT_TEXT_TYPE" val="1"/>
  <p:tag name="KSO_WM_UNIT_TYPE" val="f"/>
  <p:tag name="KSO_WM_UNIT_PRESET_TEXT" val="BY WPS"/>
  <p:tag name="KSO_WM_FIGMA_FLAG" val="#fgm#"/>
  <p:tag name="KSO_WM_UNIT_ID" val="_9*f*2"/>
  <p:tag name="KSO_WM_TAG_VERSION" val="3.0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LAYERLEVEL" val="1"/>
  <p:tag name="KSO_WM_TEMPLATE_INDEX" val="40490145"/>
  <p:tag name="KSO_WM_TEMPLATE_CATEGORY" val="custom"/>
</p:tagLst>
</file>

<file path=ppt/tags/tag524.xml><?xml version="1.0" encoding="utf-8"?>
<p:tagLst xmlns:p="http://schemas.openxmlformats.org/presentationml/2006/main">
  <p:tag name="KSO_WM_SLIDE_CONTENT_ORIENTATION" val="center"/>
  <p:tag name="KSO_WM_SLIDE_HAS_MASK" val="0"/>
  <p:tag name="KSO_WM_SLIDE_ITEM_CNT" val="0"/>
  <p:tag name="KSO_WM_SLIDE_TYPE" val="title"/>
  <p:tag name="KSO_WM_TEMPLATE_SUBCATEGORY" val="29"/>
  <p:tag name="KSO_WM_BEAUTIFY_FLAG" val="#wm#"/>
  <p:tag name="KSO_WM_TEMPLATE_SLIDE_ID" val="slide_7d1b418b74e2b859"/>
  <p:tag name="KSO_WM_TEMPLATE_THUMBS_INDEX" val="1、9"/>
  <p:tag name="KSO_WM_TEMPLATE_INDEX" val="40490145"/>
  <p:tag name="KSO_WM_TEMPLATE_CATEGORY" val="custom"/>
  <p:tag name="KSO_WM_SLIDE_INDEX" val="1"/>
  <p:tag name="KSO_WM_SLIDE_ID" val="custom40490145_1"/>
  <p:tag name="KSO_WM_TEMPLATE_MASTER_TYPE" val="0"/>
  <p:tag name="KSO_WM_SLIDE_LAYOUT" val="a_f"/>
  <p:tag name="KSO_WM_SLIDE_LAYOUT_CNT" val="1_2"/>
  <p:tag name="KSO_WM_TAG_VERSION" val="3.0"/>
</p:tagLst>
</file>

<file path=ppt/tags/tag525.xml><?xml version="1.0" encoding="utf-8"?>
<p:tagLst xmlns:p="http://schemas.openxmlformats.org/presentationml/2006/main">
  <p:tag name="KSO_WM_UNIT_ISCONTENTSTITLE" val="0"/>
  <p:tag name="KSO_WM_BEAUTIFY_FLAG" val="#wm#"/>
  <p:tag name="KSO_WM_UNIT_INDEX" val="1"/>
  <p:tag name="KSO_WM_UNIT_TEXT_TYPE" val="1"/>
  <p:tag name="KSO_WM_UNIT_TYPE" val="a"/>
  <p:tag name="KSO_WM_LAYOUT_CHECK_HASH" val="5fec47325e2d8a9024d63d6ca9d322673e22fe4a"/>
  <p:tag name="KSO_WM_NEWLAYOUT_ID" val="473"/>
  <p:tag name="KSO_WM_UNIT_PRESET_TEXT" val="单击此处添加文档标题"/>
  <p:tag name="KSO_WM_FIGMA_FLAG" val="#fgm#"/>
  <p:tag name="KSO_WM_UNIT_ID" val="_9*a*1"/>
  <p:tag name="KSO_WM_TAG_VERSION" val="3.0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LAYERLEVEL" val="1"/>
  <p:tag name="KSO_WM_TEMPLATE_INDEX" val="40490145"/>
  <p:tag name="KSO_WM_TEMPLATE_CATEGORY" val="custom"/>
</p:tagLst>
</file>

<file path=ppt/tags/tag526.xml><?xml version="1.0" encoding="utf-8"?>
<p:tagLst xmlns:p="http://schemas.openxmlformats.org/presentationml/2006/main">
  <p:tag name="KSO_WM_SLIDE_CONTENT_ORIENTATION" val="center"/>
  <p:tag name="KSO_WM_SLIDE_HAS_MASK" val="0"/>
  <p:tag name="KSO_WM_SLIDE_ITEM_CNT" val="0"/>
  <p:tag name="KSO_WM_SLIDE_TYPE" val="title"/>
  <p:tag name="KSO_WM_TEMPLATE_SUBCATEGORY" val="29"/>
  <p:tag name="KSO_WM_BEAUTIFY_FLAG" val="#wm#"/>
  <p:tag name="KSO_WM_TEMPLATE_SLIDE_ID" val="slide_7d1b418b74e2b859"/>
  <p:tag name="KSO_WM_TEMPLATE_THUMBS_INDEX" val="1、9"/>
  <p:tag name="KSO_WM_TEMPLATE_INDEX" val="40490145"/>
  <p:tag name="KSO_WM_TEMPLATE_CATEGORY" val="custom"/>
  <p:tag name="KSO_WM_SLIDE_INDEX" val="1"/>
  <p:tag name="KSO_WM_SLIDE_ID" val="custom40490145_1"/>
  <p:tag name="KSO_WM_TEMPLATE_MASTER_TYPE" val="0"/>
  <p:tag name="KSO_WM_SLIDE_LAYOUT" val="a_f"/>
  <p:tag name="KSO_WM_SLIDE_LAYOUT_CNT" val="1_2"/>
  <p:tag name="KSO_WM_TAG_VERSION" val="3.0"/>
</p:tagLst>
</file>

<file path=ppt/tags/tag527.xml><?xml version="1.0" encoding="utf-8"?>
<p:tagLst xmlns:p="http://schemas.openxmlformats.org/presentationml/2006/main">
  <p:tag name="KSO_WM_BEAUTIFY_FLAG" val="#fgm#"/>
  <p:tag name="KSO_WM_FIGMA_FLAG" val="#fgm#"/>
  <p:tag name="KSO_WM_UNIT_INDEX" val="1"/>
  <p:tag name="KSO_WM_UNIT_TEXT_TYPE" val="1"/>
  <p:tag name="KSO_WM_UNIT_TYPE" val="b"/>
</p:tagLst>
</file>

<file path=ppt/tags/tag528.xml><?xml version="1.0" encoding="utf-8"?>
<p:tagLst xmlns:p="http://schemas.openxmlformats.org/presentationml/2006/main">
  <p:tag name="KSO_WM_BEAUTIFY_FLAG" val="#fgm#"/>
  <p:tag name="KSO_WM_FIGMA_FLAG" val="#fgm#"/>
  <p:tag name="KSO_WM_UNIT_INDEX" val="1"/>
  <p:tag name="KSO_WM_UNIT_TEXT_TYPE" val="1"/>
  <p:tag name="KSO_WM_UNIT_TYPE" val="a"/>
  <p:tag name="KSO_WM_LAYOUT_CHECK_HASH" val="a9ca1fa38b5856d89a7e0d9765476b4f3279f937"/>
  <p:tag name="KSO_WM_NEWLAYOUT_GROUP_ID" val="layout_1-5"/>
  <p:tag name="KSO_WM_NEWLAYOUT_ID" val="slide_61223ae7a7f7aefc"/>
</p:tagLst>
</file>

<file path=ppt/tags/tag529.xml><?xml version="1.0" encoding="utf-8"?>
<p:tagLst xmlns:p="http://schemas.openxmlformats.org/presentationml/2006/main">
  <p:tag name="KSO_WM_BEAUTIFY_FLAG" val="#fgm#"/>
  <p:tag name="KSO_WM_DIAGRAM_GROUP_CODE" val="1"/>
  <p:tag name="KSO_WM_FIGMA_FLAG" val="#fgm#"/>
  <p:tag name="KSO_WM_UNIT_INDEX" val="1_1_1"/>
  <p:tag name="KSO_WM_UNIT_SUBTYPE" val="d"/>
  <p:tag name="KSO_WM_UNIT_TYPE" val="l_h_i"/>
  <p:tag name="KSO_WM_UNIT_PRESET_TEXT" val="01"/>
  <p:tag name="KSO_WM_SLIDE_FIGMA_DIAGRAM" val="1"/>
</p:tagLst>
</file>

<file path=ppt/tags/tag530.xml><?xml version="1.0" encoding="utf-8"?>
<p:tagLst xmlns:p="http://schemas.openxmlformats.org/presentationml/2006/main">
  <p:tag name="KSO_WM_FIGMA_DECORATION_INDEX" val="25"/>
  <p:tag name="$PH_EXT" val="2"/>
  <p:tag name="KSO_WM_BEAUTIFY_FLAG" val="#fgm#"/>
  <p:tag name="KSO_WM_DIAGRAM_GROUP_CODE" val="1"/>
  <p:tag name="KSO_WM_FIGMA_FLAG" val="#fgm#"/>
  <p:tag name="KSO_WM_SYNC_SLIDE_TEXT" val="1"/>
  <p:tag name="KSO_WM_UNIT_INDEX" val="1_1_2"/>
  <p:tag name="KSO_WM_UNIT_TYPE" val="l_h_i"/>
  <p:tag name="KSO_WM_UNIT_PRESET_TEXT" val=" "/>
  <p:tag name="KSO_WM_SLIDE_FIGMA_DIAGRAM" val="1"/>
</p:tagLst>
</file>

<file path=ppt/tags/tag531.xml><?xml version="1.0" encoding="utf-8"?>
<p:tagLst xmlns:p="http://schemas.openxmlformats.org/presentationml/2006/main">
  <p:tag name="KSO_WM_BEAUTIFY_FLAG" val="#fgm#"/>
  <p:tag name="KSO_WM_DIAGRAM_GROUP_CODE" val="1"/>
  <p:tag name="KSO_WM_FIGMA_FLAG" val="#fgm#"/>
  <p:tag name="KSO_WM_UNIT_INDEX" val="1_1_1"/>
  <p:tag name="KSO_WM_UNIT_TYPE" val="l_h_a"/>
  <p:tag name="KSO_WM_UNIT_PRESET_TEXT" val="单击此处添加项标题"/>
  <p:tag name="KSO_WM_SLIDE_FIGMA_DIAGRAM" val="1"/>
</p:tagLst>
</file>

<file path=ppt/tags/tag532.xml><?xml version="1.0" encoding="utf-8"?>
<p:tagLst xmlns:p="http://schemas.openxmlformats.org/presentationml/2006/main">
  <p:tag name="KSO_WM_BEAUTIFY_FLAG" val="#fgm#"/>
  <p:tag name="KSO_WM_DIAGRAM_GROUP_CODE" val="1"/>
  <p:tag name="KSO_WM_FIGMA_FLAG" val="#fgm#"/>
  <p:tag name="KSO_WM_UNIT_INDEX" val="1_2_1"/>
  <p:tag name="KSO_WM_UNIT_SUBTYPE" val="d"/>
  <p:tag name="KSO_WM_UNIT_TYPE" val="l_h_i"/>
  <p:tag name="KSO_WM_UNIT_PRESET_TEXT" val="02"/>
  <p:tag name="KSO_WM_SLIDE_FIGMA_DIAGRAM" val="1"/>
</p:tagLst>
</file>

<file path=ppt/tags/tag533.xml><?xml version="1.0" encoding="utf-8"?>
<p:tagLst xmlns:p="http://schemas.openxmlformats.org/presentationml/2006/main">
  <p:tag name="KSO_WM_FIGMA_DECORATION_INDEX" val="25"/>
  <p:tag name="$PH_EXT" val="2"/>
  <p:tag name="KSO_WM_BEAUTIFY_FLAG" val="#fgm#"/>
  <p:tag name="KSO_WM_DIAGRAM_GROUP_CODE" val="1"/>
  <p:tag name="KSO_WM_FIGMA_FLAG" val="#fgm#"/>
  <p:tag name="KSO_WM_SYNC_SLIDE_TEXT" val="1"/>
  <p:tag name="KSO_WM_UNIT_INDEX" val="1_2_2"/>
  <p:tag name="KSO_WM_UNIT_TYPE" val="l_h_i"/>
  <p:tag name="KSO_WM_UNIT_PRESET_TEXT" val=" "/>
  <p:tag name="KSO_WM_SLIDE_FIGMA_DIAGRAM" val="1"/>
</p:tagLst>
</file>

<file path=ppt/tags/tag534.xml><?xml version="1.0" encoding="utf-8"?>
<p:tagLst xmlns:p="http://schemas.openxmlformats.org/presentationml/2006/main">
  <p:tag name="KSO_WM_BEAUTIFY_FLAG" val="#fgm#"/>
  <p:tag name="KSO_WM_DIAGRAM_GROUP_CODE" val="1"/>
  <p:tag name="KSO_WM_FIGMA_FLAG" val="#fgm#"/>
  <p:tag name="KSO_WM_UNIT_INDEX" val="1_2_1"/>
  <p:tag name="KSO_WM_UNIT_TYPE" val="l_h_a"/>
  <p:tag name="KSO_WM_UNIT_PRESET_TEXT" val="单击此处添加项标题"/>
  <p:tag name="KSO_WM_SLIDE_FIGMA_DIAGRAM" val="1"/>
</p:tagLst>
</file>

<file path=ppt/tags/tag535.xml><?xml version="1.0" encoding="utf-8"?>
<p:tagLst xmlns:p="http://schemas.openxmlformats.org/presentationml/2006/main">
  <p:tag name="KSO_WM_BEAUTIFY_FLAG" val="#fgm#"/>
  <p:tag name="KSO_WM_DIAGRAM_GROUP_CODE" val="1"/>
  <p:tag name="KSO_WM_FIGMA_FLAG" val="#fgm#"/>
  <p:tag name="KSO_WM_UNIT_INDEX" val="1_3_1"/>
  <p:tag name="KSO_WM_UNIT_SUBTYPE" val="d"/>
  <p:tag name="KSO_WM_UNIT_TYPE" val="l_h_i"/>
  <p:tag name="KSO_WM_UNIT_PRESET_TEXT" val="03"/>
  <p:tag name="KSO_WM_SLIDE_FIGMA_DIAGRAM" val="1"/>
</p:tagLst>
</file>

<file path=ppt/tags/tag536.xml><?xml version="1.0" encoding="utf-8"?>
<p:tagLst xmlns:p="http://schemas.openxmlformats.org/presentationml/2006/main">
  <p:tag name="KSO_WM_FIGMA_DECORATION_INDEX" val="25"/>
  <p:tag name="$PH_EXT" val="2"/>
  <p:tag name="KSO_WM_BEAUTIFY_FLAG" val="#fgm#"/>
  <p:tag name="KSO_WM_DIAGRAM_GROUP_CODE" val="1"/>
  <p:tag name="KSO_WM_FIGMA_FLAG" val="#fgm#"/>
  <p:tag name="KSO_WM_SYNC_SLIDE_TEXT" val="1"/>
  <p:tag name="KSO_WM_UNIT_INDEX" val="1_3_2"/>
  <p:tag name="KSO_WM_UNIT_TYPE" val="l_h_i"/>
  <p:tag name="KSO_WM_UNIT_PRESET_TEXT" val=" "/>
  <p:tag name="KSO_WM_SLIDE_FIGMA_DIAGRAM" val="1"/>
</p:tagLst>
</file>

<file path=ppt/tags/tag537.xml><?xml version="1.0" encoding="utf-8"?>
<p:tagLst xmlns:p="http://schemas.openxmlformats.org/presentationml/2006/main">
  <p:tag name="KSO_WM_BEAUTIFY_FLAG" val="#fgm#"/>
  <p:tag name="KSO_WM_DIAGRAM_GROUP_CODE" val="1"/>
  <p:tag name="KSO_WM_FIGMA_FLAG" val="#fgm#"/>
  <p:tag name="KSO_WM_UNIT_INDEX" val="1_3_1"/>
  <p:tag name="KSO_WM_UNIT_TYPE" val="l_h_a"/>
  <p:tag name="KSO_WM_UNIT_PRESET_TEXT" val="单击此处添加项标题"/>
  <p:tag name="KSO_WM_SLIDE_FIGMA_DIAGRAM" val="1"/>
</p:tagLst>
</file>

<file path=ppt/tags/tag538.xml><?xml version="1.0" encoding="utf-8"?>
<p:tagLst xmlns:p="http://schemas.openxmlformats.org/presentationml/2006/main">
  <p:tag name="KSO_WM_BEAUTIFY_FLAG" val="#fgm#"/>
  <p:tag name="KSO_WM_DIAGRAM_GROUP_CODE" val="1"/>
  <p:tag name="KSO_WM_FIGMA_FLAG" val="#fgm#"/>
  <p:tag name="KSO_WM_UNIT_INDEX" val="1_4_1"/>
  <p:tag name="KSO_WM_UNIT_SUBTYPE" val="d"/>
  <p:tag name="KSO_WM_UNIT_TYPE" val="l_h_i"/>
  <p:tag name="KSO_WM_UNIT_PRESET_TEXT" val="04"/>
  <p:tag name="KSO_WM_SLIDE_FIGMA_DIAGRAM" val="1"/>
</p:tagLst>
</file>

<file path=ppt/tags/tag539.xml><?xml version="1.0" encoding="utf-8"?>
<p:tagLst xmlns:p="http://schemas.openxmlformats.org/presentationml/2006/main">
  <p:tag name="KSO_WM_FIGMA_DECORATION_INDEX" val="25"/>
  <p:tag name="$PH_EXT" val="2"/>
  <p:tag name="KSO_WM_BEAUTIFY_FLAG" val="#fgm#"/>
  <p:tag name="KSO_WM_DIAGRAM_GROUP_CODE" val="1"/>
  <p:tag name="KSO_WM_FIGMA_FLAG" val="#fgm#"/>
  <p:tag name="KSO_WM_SYNC_SLIDE_TEXT" val="1"/>
  <p:tag name="KSO_WM_UNIT_INDEX" val="1_4_2"/>
  <p:tag name="KSO_WM_UNIT_TYPE" val="l_h_i"/>
  <p:tag name="KSO_WM_UNIT_PRESET_TEXT" val=" "/>
  <p:tag name="KSO_WM_SLIDE_FIGMA_DIAGRAM" val="1"/>
</p:tagLst>
</file>

<file path=ppt/tags/tag540.xml><?xml version="1.0" encoding="utf-8"?>
<p:tagLst xmlns:p="http://schemas.openxmlformats.org/presentationml/2006/main">
  <p:tag name="KSO_WM_BEAUTIFY_FLAG" val="#fgm#"/>
  <p:tag name="KSO_WM_DIAGRAM_GROUP_CODE" val="1"/>
  <p:tag name="KSO_WM_FIGMA_FLAG" val="#fgm#"/>
  <p:tag name="KSO_WM_UNIT_INDEX" val="1_4_1"/>
  <p:tag name="KSO_WM_UNIT_TYPE" val="l_h_a"/>
  <p:tag name="KSO_WM_UNIT_PRESET_TEXT" val="单击此处添加项标题"/>
  <p:tag name="KSO_WM_SLIDE_FIGMA_DIAGRAM" val="1"/>
</p:tagLst>
</file>

<file path=ppt/tags/tag541.xml><?xml version="1.0" encoding="utf-8"?>
<p:tagLst xmlns:p="http://schemas.openxmlformats.org/presentationml/2006/main">
  <p:tag name="KSO_WM_SLIDE_CONTENT_ORIENTATION" val=""/>
  <p:tag name="KSO_WM_SLIDE_HAS_MASK" val="0"/>
  <p:tag name="KSO_WM_SLIDE_ITEM_CNT" val="4"/>
  <p:tag name="KSO_WM_SLIDE_TYPE" val="contents"/>
  <p:tag name="KSO_WM_TEMPLATE_SUBCATEGORY" val="29"/>
  <p:tag name="KSO_WM_BEAUTIFY_FLAG" val="#wm#"/>
  <p:tag name="KSO_WM_TEMPLATE_FIGMA_ID" val="69796633058"/>
  <p:tag name="KSO_WM_TEMPLATE_SLIDE_ID" val="slide_61223ae7a7f7aefc"/>
</p:tagLst>
</file>

<file path=ppt/tags/tag542.xml><?xml version="1.0" encoding="utf-8"?>
<p:tagLst xmlns:p="http://schemas.openxmlformats.org/presentationml/2006/main">
  <p:tag name="KSO_WM_UNIT_ISCONTENTSTITLE" val="0"/>
  <p:tag name="KSO_WM_BEAUTIFY_FLAG" val="#wm#"/>
  <p:tag name="KSO_WM_UNIT_INDEX" val="1"/>
  <p:tag name="KSO_WM_UNIT_TEXT_TYPE" val="1"/>
  <p:tag name="KSO_WM_UNIT_TYPE" val="a"/>
  <p:tag name="KSO_WM_LAYOUT_CHECK_HASH" val="a02b72f7ce60cfa211622395739e9331cea673b6"/>
  <p:tag name="KSO_WM_NEWLAYOUT_ID" val="478"/>
  <p:tag name="KSO_WM_UNIT_PRESET_TEXT" val="单击此处添加章节标题"/>
  <p:tag name="KSO_WM_FIGMA_FLAG" val="#fgm#"/>
  <p:tag name="KSO_WM_UNIT_ID" val="_10*a*1"/>
  <p:tag name="KSO_WM_TAG_VERSION" val="3.0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LAYERLEVEL" val="1"/>
  <p:tag name="KSO_WM_TEMPLATE_INDEX" val="40490145"/>
  <p:tag name="KSO_WM_TEMPLATE_CATEGORY" val="custom"/>
</p:tagLst>
</file>

<file path=ppt/tags/tag543.xml><?xml version="1.0" encoding="utf-8"?>
<p:tagLst xmlns:p="http://schemas.openxmlformats.org/presentationml/2006/main">
  <p:tag name="KSO_WM_UNIT_PRESET_TEXT" val="PART-01"/>
  <p:tag name="KSO_WM_BEAUTIFY_FLAG" val="#wm#"/>
  <p:tag name="KSO_WM_UNIT_INDEX" val="1"/>
  <p:tag name="KSO_WM_UNIT_TYPE" val="e"/>
  <p:tag name="KSO_WM_FIGMA_FLAG" val="#fgm#"/>
  <p:tag name="KSO_WM_UNIT_ID" val="_10*e*1"/>
  <p:tag name="KSO_WM_TAG_VERSION" val="3.0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LAYERLEVEL" val="1"/>
  <p:tag name="KSO_WM_TEMPLATE_INDEX" val="40490145"/>
  <p:tag name="KSO_WM_TEMPLATE_CATEGORY" val="custom"/>
</p:tagLst>
</file>

<file path=ppt/tags/tag544.xml><?xml version="1.0" encoding="utf-8"?>
<p:tagLst xmlns:p="http://schemas.openxmlformats.org/presentationml/2006/main">
  <p:tag name="KSO_WM_SLIDE_CONTENT_ORIENTATION" val="left"/>
  <p:tag name="KSO_WM_SLIDE_HAS_MASK" val="0"/>
  <p:tag name="KSO_WM_SLIDE_ITEM_CNT" val="0"/>
  <p:tag name="KSO_WM_SLIDE_TYPE" val="sectionTitle"/>
  <p:tag name="KSO_WM_TEMPLATE_SUBCATEGORY" val="29"/>
  <p:tag name="KSO_WM_BEAUTIFY_FLAG" val="#wm#"/>
  <p:tag name="KSO_WM_TEMPLATE_SLIDE_ID" val="slide_0e3ab8503af4c08e"/>
  <p:tag name="KSO_WM_TEMPLATE_INDEX" val="40490145"/>
  <p:tag name="KSO_WM_TEMPLATE_CATEGORY" val="custom"/>
  <p:tag name="KSO_WM_SLIDE_INDEX" val="3"/>
  <p:tag name="KSO_WM_SLIDE_ID" val="custom40490145_7"/>
  <p:tag name="KSO_WM_TEMPLATE_MASTER_TYPE" val="0"/>
  <p:tag name="KSO_WM_SLIDE_LAYOUT" val="a_e"/>
  <p:tag name="KSO_WM_SLIDE_LAYOUT_CNT" val="1_1"/>
  <p:tag name="KSO_WM_TAG_VERSION" val="3.0"/>
</p:tagLst>
</file>

<file path=ppt/tags/tag545.xml><?xml version="1.0" encoding="utf-8"?>
<p:tagLst xmlns:p="http://schemas.openxmlformats.org/presentationml/2006/main">
  <p:tag name="KSO_WM_BEAUTIFY_FLAG" val="#fgm#"/>
  <p:tag name="KSO_WM_FIGMA_FLAG" val="#fgm#"/>
  <p:tag name="KSO_WM_UNIT_INDEX" val="1"/>
  <p:tag name="KSO_WM_UNIT_TYPE" val="a"/>
  <p:tag name="KSO_WM_LAYOUT_CHECK_HASH" val="8f5f5b3f06fc84094b5c8eb641ad65dd3c46b4de"/>
  <p:tag name="KSO_WM_NEWLAYOUT_GROUP_ID" val="layout_26"/>
  <p:tag name="KSO_WM_NEWLAYOUT_ID" val="slide_351695b9d561403a"/>
  <p:tag name="KSO_WM_UNIT_PRESET_TEXT" val="单击此处添加标题"/>
</p:tagLst>
</file>

<file path=ppt/tags/tag546.xml><?xml version="1.0" encoding="utf-8"?>
<p:tagLst xmlns:p="http://schemas.openxmlformats.org/presentationml/2006/main">
  <p:tag name="KSO_WM_FIGMA_DECORATION_INDEX" val="18"/>
  <p:tag name="$PH_EXT" val="2"/>
  <p:tag name="KSO_WM_BEAUTIFY_FLAG" val="#fgm#"/>
  <p:tag name="KSO_WM_DIAGRAM_GROUP_CODE" val="1"/>
  <p:tag name="KSO_WM_FIGMA_FLAG" val="#fgm#"/>
  <p:tag name="KSO_WM_SHAPE_BGTYPE" val="lt1"/>
  <p:tag name="KSO_WM_SHAPE_BRIGHT_DATA" val="[{&quot;dk1&quot;:-60,&quot;dk2&quot;:-50,&quot;lt1&quot;:90,&quot;lt2&quot;:100},{&quot;dk1&quot;:-60,&quot;dk2&quot;:-50,&quot;lt1&quot;:90,&quot;lt2&quot;:100}]"/>
  <p:tag name="KSO_WM_SHAPE_UPDATE_BRIGHT" val="1"/>
  <p:tag name="KSO_WM_SYNC_SLIDE_TEXT" val="1"/>
  <p:tag name="KSO_WM_UNIT_INDEX" val="1_1_1"/>
  <p:tag name="KSO_WM_UNIT_TYPE" val="l_h_i"/>
  <p:tag name="KSO_WM_UNIT_PRESET_TEXT" val=" "/>
</p:tagLst>
</file>

<file path=ppt/tags/tag547.xml><?xml version="1.0" encoding="utf-8"?>
<p:tagLst xmlns:p="http://schemas.openxmlformats.org/presentationml/2006/main">
  <p:tag name="KSO_WM_BEAUTIFY_FLAG" val="#fgm#"/>
  <p:tag name="KSO_WM_DIAGRAM_GROUP_CODE" val="1"/>
  <p:tag name="KSO_WM_FIGMA_FLAG" val="#fgm#"/>
  <p:tag name="KSO_WM_UNIT_INDEX" val="1_1_1"/>
  <p:tag name="KSO_WM_UNIT_TYPE" val="l_h_d"/>
  <p:tag name="MH_PIC_SOURCE_TYPE" val="generate_slide_ai*{&quot;id&quot;:&quot;https://sjzg-images.ks3-cn-beijing-internal.ksyun.com/tim_gen_images/doubao_gen/0a5abf3be595535ad1dfb55641adbbbb_0.png?Expires=1766913910\u0026AWSAccessKeyId=AKLTHzmNYxS86KQFnb2pvxtA\u0026Signature=U6HngxccAdf1KrtnFBfWrUXWQlQ%3D&quot;,&quot;product_name&quot;:&quot;wps-wpp-pc&quot;,&quot;intention_code&quot;:&quot;wps_wpp_generate_theme_pay&quot;}*auto_cache_hit_3.0.4_Mock_V1_prod*1766827508878_a70caa_21146305f038-slide-7"/>
</p:tagLst>
</file>

<file path=ppt/tags/tag548.xml><?xml version="1.0" encoding="utf-8"?>
<p:tagLst xmlns:p="http://schemas.openxmlformats.org/presentationml/2006/main">
  <p:tag name="KSO_WM_BEAUTIFY_FLAG" val="#fgm#"/>
  <p:tag name="KSO_WM_DIAGRAM_GROUP_CODE" val="1"/>
  <p:tag name="KSO_WM_FIGMA_FLAG" val="#fgm#"/>
  <p:tag name="KSO_WM_UNIT_INDEX" val="1_1_1"/>
  <p:tag name="KSO_WM_UNIT_TYPE" val="l_h_a"/>
  <p:tag name="KSO_WM_UNIT_PRESET_TEXT" val="单击此处添加项标题"/>
</p:tagLst>
</file>

<file path=ppt/tags/tag549.xml><?xml version="1.0" encoding="utf-8"?>
<p:tagLst xmlns:p="http://schemas.openxmlformats.org/presentationml/2006/main">
  <p:tag name="KSO_WM_BEAUTIFY_FLAG" val="#fgm#"/>
  <p:tag name="KSO_WM_DIAGRAM_GROUP_CODE" val="1"/>
  <p:tag name="KSO_WM_FIGMA_FLAG" val="#fgm#"/>
  <p:tag name="KSO_WM_UNIT_INDEX" val="1_1_1"/>
  <p:tag name="KSO_WM_UNIT_TYPE" val="l_h_f"/>
  <p:tag name="KSO_WM_UNIT_PRESET_TEXT" val="单击此处添加项正文"/>
</p:tagLst>
</file>

<file path=ppt/tags/tag550.xml><?xml version="1.0" encoding="utf-8"?>
<p:tagLst xmlns:p="http://schemas.openxmlformats.org/presentationml/2006/main">
  <p:tag name="KSO_WM_FIGMA_DECORATION_INDEX" val="18"/>
  <p:tag name="$PH_EXT" val="2"/>
  <p:tag name="KSO_WM_BEAUTIFY_FLAG" val="#fgm#"/>
  <p:tag name="KSO_WM_DIAGRAM_GROUP_CODE" val="1"/>
  <p:tag name="KSO_WM_FIGMA_FLAG" val="#fgm#"/>
  <p:tag name="KSO_WM_SHAPE_BGTYPE" val="lt1"/>
  <p:tag name="KSO_WM_SHAPE_BRIGHT_DATA" val="[{&quot;dk1&quot;:-60,&quot;dk2&quot;:-50,&quot;lt1&quot;:90,&quot;lt2&quot;:100},{&quot;dk1&quot;:-60,&quot;dk2&quot;:-50,&quot;lt1&quot;:90,&quot;lt2&quot;:100}]"/>
  <p:tag name="KSO_WM_SHAPE_UPDATE_BRIGHT" val="1"/>
  <p:tag name="KSO_WM_SYNC_SLIDE_TEXT" val="1"/>
  <p:tag name="KSO_WM_UNIT_INDEX" val="1_2_1"/>
  <p:tag name="KSO_WM_UNIT_TYPE" val="l_h_i"/>
  <p:tag name="KSO_WM_UNIT_PRESET_TEXT" val=" "/>
</p:tagLst>
</file>

<file path=ppt/tags/tag551.xml><?xml version="1.0" encoding="utf-8"?>
<p:tagLst xmlns:p="http://schemas.openxmlformats.org/presentationml/2006/main">
  <p:tag name="KSO_WM_BEAUTIFY_FLAG" val="#fgm#"/>
  <p:tag name="KSO_WM_DIAGRAM_GROUP_CODE" val="1"/>
  <p:tag name="KSO_WM_FIGMA_FLAG" val="#fgm#"/>
  <p:tag name="KSO_WM_UNIT_INDEX" val="1_2_1"/>
  <p:tag name="KSO_WM_UNIT_TYPE" val="l_h_d"/>
  <p:tag name="MH_PIC_SOURCE_TYPE" val="generate_slide_ai*{&quot;id&quot;:&quot;https://sjzg-images.ks3-cn-beijing-internal.ksyun.com/tim_gen_images/doubao_gen/85d98db7d5e7b08cba0291d60847f48d_0.png?Expires=1766913910\u0026AWSAccessKeyId=AKLTHzmNYxS86KQFnb2pvxtA\u0026Signature=hcxvXSEVyTNu44Jnd3Mqua7qLsY%3D&quot;,&quot;product_name&quot;:&quot;wps-wpp-pc&quot;,&quot;intention_code&quot;:&quot;wps_wpp_generate_theme_pay&quot;}*auto_cache_hit_3.0.4_Mock_V1_prod*1766827508878_a70caa_21146305f038-slide-7"/>
</p:tagLst>
</file>

<file path=ppt/tags/tag552.xml><?xml version="1.0" encoding="utf-8"?>
<p:tagLst xmlns:p="http://schemas.openxmlformats.org/presentationml/2006/main">
  <p:tag name="KSO_WM_BEAUTIFY_FLAG" val="#fgm#"/>
  <p:tag name="KSO_WM_DIAGRAM_GROUP_CODE" val="1"/>
  <p:tag name="KSO_WM_FIGMA_FLAG" val="#fgm#"/>
  <p:tag name="KSO_WM_UNIT_INDEX" val="1_2_1"/>
  <p:tag name="KSO_WM_UNIT_TYPE" val="l_h_a"/>
  <p:tag name="KSO_WM_UNIT_PRESET_TEXT" val="单击此处添加项标题"/>
</p:tagLst>
</file>

<file path=ppt/tags/tag553.xml><?xml version="1.0" encoding="utf-8"?>
<p:tagLst xmlns:p="http://schemas.openxmlformats.org/presentationml/2006/main">
  <p:tag name="KSO_WM_BEAUTIFY_FLAG" val="#fgm#"/>
  <p:tag name="KSO_WM_DIAGRAM_GROUP_CODE" val="1"/>
  <p:tag name="KSO_WM_FIGMA_FLAG" val="#fgm#"/>
  <p:tag name="KSO_WM_UNIT_INDEX" val="1_2_1"/>
  <p:tag name="KSO_WM_UNIT_TYPE" val="l_h_f"/>
  <p:tag name="KSO_WM_UNIT_PRESET_TEXT" val="单击此处添加项正文"/>
</p:tagLst>
</file>

<file path=ppt/tags/tag554.xml><?xml version="1.0" encoding="utf-8"?>
<p:tagLst xmlns:p="http://schemas.openxmlformats.org/presentationml/2006/main">
  <p:tag name="KSO_WM_SLIDE_CONTENT_ORIENTATION" val=""/>
  <p:tag name="KSO_WM_SLIDE_HAS_MASK" val="0"/>
  <p:tag name="KSO_WM_SLIDE_ITEM_CNT" val="2"/>
  <p:tag name="KSO_WM_SLIDE_TYPE" val="text"/>
  <p:tag name="KSO_WM_TEMPLATE_SUBCATEGORY" val="29"/>
  <p:tag name="KSO_WM_BEAUTIFY_FLAG" val="#wm#"/>
  <p:tag name="KSO_WM_TEMPLATE_FIGMA_ID" val="69796633058"/>
  <p:tag name="KSO_WM_TEMPLATE_SLIDE_ID" val="slide_351695b9d561403a"/>
</p:tagLst>
</file>

<file path=ppt/tags/tag555.xml><?xml version="1.0" encoding="utf-8"?>
<p:tagLst xmlns:p="http://schemas.openxmlformats.org/presentationml/2006/main">
  <p:tag name="KSO_WM_BEAUTIFY_FLAG" val="#fgm#"/>
  <p:tag name="KSO_WM_FIGMA_FLAG" val="#fgm#"/>
  <p:tag name="KSO_WM_UNIT_INDEX" val="1"/>
  <p:tag name="KSO_WM_UNIT_TYPE" val="a"/>
  <p:tag name="KSO_WM_LAYOUT_CHECK_HASH" val="6a50b4256922e4377c479bf52882f0b2fe39210d"/>
  <p:tag name="KSO_WM_NEWLAYOUT_GROUP_ID" val="layout_10003"/>
  <p:tag name="KSO_WM_NEWLAYOUT_ID" val="slide_07a157e0b255a435"/>
  <p:tag name="KSO_WM_UNIT_PRESET_TEXT" val="单击此处添加标题"/>
</p:tagLst>
</file>

<file path=ppt/tags/tag556.xml><?xml version="1.0" encoding="utf-8"?>
<p:tagLst xmlns:p="http://schemas.openxmlformats.org/presentationml/2006/main">
  <p:tag name="KSO_WM_BEAUTIFY_FLAG" val="#fgm#"/>
  <p:tag name="KSO_WM_DIAGRAM_GROUP_CODE" val="1"/>
  <p:tag name="KSO_WM_FIGMA_FLAG" val="#fgm#"/>
  <p:tag name="KSO_WM_UNIT_INDEX" val="1_1_1"/>
  <p:tag name="KSO_WM_UNIT_TYPE" val="l_h_a"/>
  <p:tag name="KSO_WM_UNIT_PRESET_TEXT" val="单击此处添加项标题"/>
</p:tagLst>
</file>

<file path=ppt/tags/tag557.xml><?xml version="1.0" encoding="utf-8"?>
<p:tagLst xmlns:p="http://schemas.openxmlformats.org/presentationml/2006/main">
  <p:tag name="KSO_WM_FIGMA_DECORATION_INDEX" val="18"/>
  <p:tag name="$PH_EXT" val="2"/>
  <p:tag name="KSO_WM_BEAUTIFY_FLAG" val="#fgm#"/>
  <p:tag name="KSO_WM_DIAGRAM_GROUP_CODE" val="1"/>
  <p:tag name="KSO_WM_FIGMA_FLAG" val="#fgm#"/>
  <p:tag name="KSO_WM_SHAPE_BGTYPE" val="lt1"/>
  <p:tag name="KSO_WM_SHAPE_BRIGHT_DATA" val="[{&quot;dk1&quot;:-60,&quot;dk2&quot;:-50,&quot;lt1&quot;:90,&quot;lt2&quot;:100},{&quot;dk1&quot;:-60,&quot;dk2&quot;:-50,&quot;lt1&quot;:90,&quot;lt2&quot;:100}]"/>
  <p:tag name="KSO_WM_SHAPE_UPDATE_BRIGHT" val="1"/>
  <p:tag name="KSO_WM_SYNC_SLIDE_TEXT" val="1"/>
  <p:tag name="KSO_WM_UNIT_INDEX" val="1_1_1"/>
  <p:tag name="KSO_WM_UNIT_TYPE" val="l_h_i"/>
  <p:tag name="KSO_WM_UNIT_PRESET_TEXT" val=" "/>
</p:tagLst>
</file>

<file path=ppt/tags/tag558.xml><?xml version="1.0" encoding="utf-8"?>
<p:tagLst xmlns:p="http://schemas.openxmlformats.org/presentationml/2006/main">
  <p:tag name="KSO_WM_BEAUTIFY_FLAG" val="#fgm#"/>
  <p:tag name="KSO_WM_DIAGRAM_GROUP_CODE" val="1"/>
  <p:tag name="KSO_WM_FIGMA_FLAG" val="#fgm#"/>
  <p:tag name="KSO_WM_UNIT_INDEX" val="1_1_1"/>
  <p:tag name="KSO_WM_UNIT_TYPE" val="l_h_f"/>
  <p:tag name="KSO_WM_UNIT_PRESET_TEXT" val="单击此处添加项正文"/>
</p:tagLst>
</file>

<file path=ppt/tags/tag559.xml><?xml version="1.0" encoding="utf-8"?>
<p:tagLst xmlns:p="http://schemas.openxmlformats.org/presentationml/2006/main">
  <p:tag name="KSO_WM_BEAUTIFY_FLAG" val="#fgm#"/>
  <p:tag name="KSO_WM_DIAGRAM_GROUP_CODE" val="1"/>
  <p:tag name="KSO_WM_FIGMA_FLAG" val="#fgm#"/>
  <p:tag name="KSO_WM_UNIT_INDEX" val="1_2_1"/>
  <p:tag name="KSO_WM_UNIT_TYPE" val="l_h_a"/>
  <p:tag name="KSO_WM_UNIT_PRESET_TEXT" val="单击此处添加项标题"/>
</p:tagLst>
</file>

<file path=ppt/tags/tag560.xml><?xml version="1.0" encoding="utf-8"?>
<p:tagLst xmlns:p="http://schemas.openxmlformats.org/presentationml/2006/main">
  <p:tag name="KSO_WM_FIGMA_DECORATION_INDEX" val="18"/>
  <p:tag name="$PH_EXT" val="2"/>
  <p:tag name="KSO_WM_BEAUTIFY_FLAG" val="#fgm#"/>
  <p:tag name="KSO_WM_DIAGRAM_GROUP_CODE" val="1"/>
  <p:tag name="KSO_WM_FIGMA_FLAG" val="#fgm#"/>
  <p:tag name="KSO_WM_SHAPE_BGTYPE" val="lt1"/>
  <p:tag name="KSO_WM_SHAPE_BRIGHT_DATA" val="[{&quot;dk1&quot;:-60,&quot;dk2&quot;:-50,&quot;lt1&quot;:90,&quot;lt2&quot;:100},{&quot;dk1&quot;:-60,&quot;dk2&quot;:-50,&quot;lt1&quot;:90,&quot;lt2&quot;:100}]"/>
  <p:tag name="KSO_WM_SHAPE_UPDATE_BRIGHT" val="1"/>
  <p:tag name="KSO_WM_SYNC_SLIDE_TEXT" val="1"/>
  <p:tag name="KSO_WM_UNIT_INDEX" val="1_2_1"/>
  <p:tag name="KSO_WM_UNIT_TYPE" val="l_h_i"/>
  <p:tag name="KSO_WM_UNIT_PRESET_TEXT" val=" "/>
</p:tagLst>
</file>

<file path=ppt/tags/tag561.xml><?xml version="1.0" encoding="utf-8"?>
<p:tagLst xmlns:p="http://schemas.openxmlformats.org/presentationml/2006/main">
  <p:tag name="KSO_WM_BEAUTIFY_FLAG" val="#fgm#"/>
  <p:tag name="KSO_WM_DIAGRAM_GROUP_CODE" val="1"/>
  <p:tag name="KSO_WM_FIGMA_FLAG" val="#fgm#"/>
  <p:tag name="KSO_WM_UNIT_INDEX" val="1_2_1"/>
  <p:tag name="KSO_WM_UNIT_TYPE" val="l_h_f"/>
  <p:tag name="KSO_WM_UNIT_PRESET_TEXT" val="单击此处添加项正文"/>
</p:tagLst>
</file>

<file path=ppt/tags/tag562.xml><?xml version="1.0" encoding="utf-8"?>
<p:tagLst xmlns:p="http://schemas.openxmlformats.org/presentationml/2006/main">
  <p:tag name="KSO_WM_BEAUTIFY_FLAG" val="#fgm#"/>
  <p:tag name="KSO_WM_DIAGRAM_GROUP_CODE" val="1"/>
  <p:tag name="KSO_WM_FIGMA_FLAG" val="#fgm#"/>
  <p:tag name="KSO_WM_UNIT_INDEX" val="1_3_1"/>
  <p:tag name="KSO_WM_UNIT_TYPE" val="l_h_a"/>
  <p:tag name="KSO_WM_UNIT_PRESET_TEXT" val="单击此处添加项标题"/>
</p:tagLst>
</file>

<file path=ppt/tags/tag563.xml><?xml version="1.0" encoding="utf-8"?>
<p:tagLst xmlns:p="http://schemas.openxmlformats.org/presentationml/2006/main">
  <p:tag name="KSO_WM_FIGMA_DECORATION_INDEX" val="18"/>
  <p:tag name="$PH_EXT" val="2"/>
  <p:tag name="KSO_WM_BEAUTIFY_FLAG" val="#fgm#"/>
  <p:tag name="KSO_WM_DIAGRAM_GROUP_CODE" val="1"/>
  <p:tag name="KSO_WM_FIGMA_FLAG" val="#fgm#"/>
  <p:tag name="KSO_WM_SHAPE_BGTYPE" val="lt1"/>
  <p:tag name="KSO_WM_SHAPE_BRIGHT_DATA" val="[{&quot;dk1&quot;:-60,&quot;dk2&quot;:-50,&quot;lt1&quot;:90,&quot;lt2&quot;:100},{&quot;dk1&quot;:-60,&quot;dk2&quot;:-50,&quot;lt1&quot;:90,&quot;lt2&quot;:100}]"/>
  <p:tag name="KSO_WM_SHAPE_UPDATE_BRIGHT" val="1"/>
  <p:tag name="KSO_WM_SYNC_SLIDE_TEXT" val="1"/>
  <p:tag name="KSO_WM_UNIT_INDEX" val="1_3_1"/>
  <p:tag name="KSO_WM_UNIT_TYPE" val="l_h_i"/>
  <p:tag name="KSO_WM_UNIT_PRESET_TEXT" val=" "/>
</p:tagLst>
</file>

<file path=ppt/tags/tag564.xml><?xml version="1.0" encoding="utf-8"?>
<p:tagLst xmlns:p="http://schemas.openxmlformats.org/presentationml/2006/main">
  <p:tag name="KSO_WM_BEAUTIFY_FLAG" val="#fgm#"/>
  <p:tag name="KSO_WM_DIAGRAM_GROUP_CODE" val="1"/>
  <p:tag name="KSO_WM_FIGMA_FLAG" val="#fgm#"/>
  <p:tag name="KSO_WM_UNIT_INDEX" val="1_3_1"/>
  <p:tag name="KSO_WM_UNIT_TYPE" val="l_h_f"/>
  <p:tag name="KSO_WM_UNIT_PRESET_TEXT" val="单击此处添加项正文"/>
</p:tagLst>
</file>

<file path=ppt/tags/tag565.xml><?xml version="1.0" encoding="utf-8"?>
<p:tagLst xmlns:p="http://schemas.openxmlformats.org/presentationml/2006/main">
  <p:tag name="KSO_WM_SLIDE_CONTENT_ORIENTATION" val=""/>
  <p:tag name="KSO_WM_SLIDE_HAS_MASK" val="0"/>
  <p:tag name="KSO_WM_SLIDE_ITEM_CNT" val="3"/>
  <p:tag name="KSO_WM_SLIDE_TYPE" val="text"/>
  <p:tag name="KSO_WM_TEMPLATE_SUBCATEGORY" val="29"/>
  <p:tag name="KSO_WM_BEAUTIFY_FLAG" val="#wm#"/>
  <p:tag name="KSO_WM_TEMPLATE_FIGMA_ID" val="69796633058"/>
  <p:tag name="KSO_WM_TEMPLATE_SLIDE_ID" val="slide_07a157e0b255a435"/>
</p:tagLst>
</file>

<file path=ppt/tags/tag566.xml><?xml version="1.0" encoding="utf-8"?>
<p:tagLst xmlns:p="http://schemas.openxmlformats.org/presentationml/2006/main">
  <p:tag name="KSO_WM_UNIT_ISCONTENTSTITLE" val="0"/>
  <p:tag name="KSO_WM_BEAUTIFY_FLAG" val="#wm#"/>
  <p:tag name="KSO_WM_UNIT_INDEX" val="1"/>
  <p:tag name="KSO_WM_UNIT_TEXT_TYPE" val="1"/>
  <p:tag name="KSO_WM_UNIT_TYPE" val="a"/>
  <p:tag name="KSO_WM_LAYOUT_CHECK_HASH" val="a02b72f7ce60cfa211622395739e9331cea673b6"/>
  <p:tag name="KSO_WM_NEWLAYOUT_ID" val="478"/>
  <p:tag name="KSO_WM_UNIT_PRESET_TEXT" val="单击此处添加章节标题"/>
  <p:tag name="KSO_WM_FIGMA_FLAG" val="#fgm#"/>
  <p:tag name="KSO_WM_UNIT_ID" val="_10*a*1"/>
  <p:tag name="KSO_WM_TAG_VERSION" val="3.0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LAYERLEVEL" val="1"/>
  <p:tag name="KSO_WM_TEMPLATE_INDEX" val="40490145"/>
  <p:tag name="KSO_WM_TEMPLATE_CATEGORY" val="custom"/>
</p:tagLst>
</file>

<file path=ppt/tags/tag567.xml><?xml version="1.0" encoding="utf-8"?>
<p:tagLst xmlns:p="http://schemas.openxmlformats.org/presentationml/2006/main">
  <p:tag name="KSO_WM_UNIT_PRESET_TEXT" val="PART-01"/>
  <p:tag name="KSO_WM_BEAUTIFY_FLAG" val="#wm#"/>
  <p:tag name="KSO_WM_UNIT_INDEX" val="1"/>
  <p:tag name="KSO_WM_UNIT_TYPE" val="e"/>
  <p:tag name="KSO_WM_FIGMA_FLAG" val="#fgm#"/>
  <p:tag name="KSO_WM_UNIT_ID" val="_10*e*1"/>
  <p:tag name="KSO_WM_TAG_VERSION" val="3.0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LAYERLEVEL" val="1"/>
  <p:tag name="KSO_WM_TEMPLATE_INDEX" val="40490145"/>
  <p:tag name="KSO_WM_TEMPLATE_CATEGORY" val="custom"/>
</p:tagLst>
</file>

<file path=ppt/tags/tag568.xml><?xml version="1.0" encoding="utf-8"?>
<p:tagLst xmlns:p="http://schemas.openxmlformats.org/presentationml/2006/main">
  <p:tag name="KSO_WM_SLIDE_CONTENT_ORIENTATION" val="left"/>
  <p:tag name="KSO_WM_SLIDE_HAS_MASK" val="0"/>
  <p:tag name="KSO_WM_SLIDE_ITEM_CNT" val="0"/>
  <p:tag name="KSO_WM_SLIDE_TYPE" val="sectionTitle"/>
  <p:tag name="KSO_WM_TEMPLATE_SUBCATEGORY" val="29"/>
  <p:tag name="KSO_WM_BEAUTIFY_FLAG" val="#wm#"/>
  <p:tag name="KSO_WM_TEMPLATE_SLIDE_ID" val="slide_0e3ab8503af4c08e"/>
  <p:tag name="KSO_WM_TEMPLATE_INDEX" val="40490145"/>
  <p:tag name="KSO_WM_TEMPLATE_CATEGORY" val="custom"/>
  <p:tag name="KSO_WM_SLIDE_INDEX" val="3"/>
  <p:tag name="KSO_WM_SLIDE_ID" val="custom40490145_7"/>
  <p:tag name="KSO_WM_TEMPLATE_MASTER_TYPE" val="0"/>
  <p:tag name="KSO_WM_SLIDE_LAYOUT" val="a_e"/>
  <p:tag name="KSO_WM_SLIDE_LAYOUT_CNT" val="1_1"/>
  <p:tag name="KSO_WM_TAG_VERSION" val="3.0"/>
</p:tagLst>
</file>

<file path=ppt/tags/tag569.xml><?xml version="1.0" encoding="utf-8"?>
<p:tagLst xmlns:p="http://schemas.openxmlformats.org/presentationml/2006/main">
  <p:tag name="KSO_WM_BEAUTIFY_FLAG" val="#fgm#"/>
  <p:tag name="KSO_WM_FIGMA_FLAG" val="#fgm#"/>
  <p:tag name="KSO_WM_UNIT_INDEX" val="1"/>
  <p:tag name="KSO_WM_UNIT_TYPE" val="a"/>
  <p:tag name="KSO_WM_LAYOUT_CHECK_HASH" val="79c9188b337f311eed0f5faaaf423cf021d24bec"/>
  <p:tag name="KSO_WM_NEWLAYOUT_GROUP_ID" val="layout_10012"/>
  <p:tag name="KSO_WM_NEWLAYOUT_ID" val="slide_ed19c0db6ed585c4"/>
  <p:tag name="KSO_WM_UNIT_PRESET_TEXT" val="单击此处添加标题"/>
</p:tagLst>
</file>

<file path=ppt/tags/tag570.xml><?xml version="1.0" encoding="utf-8"?>
<p:tagLst xmlns:p="http://schemas.openxmlformats.org/presentationml/2006/main">
  <p:tag name="KSO_WM_BEAUTIFY_FLAG" val="#fgm#"/>
  <p:tag name="KSO_WM_FIGMA_FLAG" val="#fgm#"/>
  <p:tag name="KSO_WM_UNIT_INDEX" val="1"/>
  <p:tag name="KSO_WM_UNIT_TYPE" val="d"/>
  <p:tag name="MH_PIC_SOURCE_TYPE" val="generate_slide_ai*{&quot;id&quot;:&quot;VCG41N983901546&quot;,&quot;product_name&quot;:&quot;wps-wpp-pc&quot;,&quot;intention_code&quot;:&quot;wps_wpp_generate_theme_pay&quot;}*auto_gallery_3.0.4_Mock_V1_prod*1766827508878_a70caa_21146305f038-slide-9"/>
</p:tagLst>
</file>

<file path=ppt/tags/tag571.xml><?xml version="1.0" encoding="utf-8"?>
<p:tagLst xmlns:p="http://schemas.openxmlformats.org/presentationml/2006/main">
  <p:tag name="KSO_WM_BEAUTIFY_FLAG" val="#fgm#"/>
  <p:tag name="KSO_WM_DIAGRAM_GROUP_CODE" val="1"/>
  <p:tag name="KSO_WM_FIGMA_FLAG" val="#fgm#"/>
  <p:tag name="KSO_WM_UNIT_INDEX" val="1_1_1"/>
  <p:tag name="KSO_WM_UNIT_TYPE" val="l_h_a"/>
  <p:tag name="KSO_WM_UNIT_PRESET_TEXT" val="单击此处添加项标题"/>
</p:tagLst>
</file>

<file path=ppt/tags/tag572.xml><?xml version="1.0" encoding="utf-8"?>
<p:tagLst xmlns:p="http://schemas.openxmlformats.org/presentationml/2006/main">
  <p:tag name="KSO_WM_BEAUTIFY_FLAG" val="#fgm#"/>
  <p:tag name="KSO_WM_DIAGRAM_GROUP_CODE" val="1"/>
  <p:tag name="KSO_WM_FIGMA_FLAG" val="#fgm#"/>
  <p:tag name="KSO_WM_UNIT_INDEX" val="1_1_1"/>
  <p:tag name="KSO_WM_UNIT_TYPE" val="l_h_f"/>
  <p:tag name="KSO_WM_UNIT_PRESET_TEXT" val="单击此处添加项正文"/>
</p:tagLst>
</file>

<file path=ppt/tags/tag573.xml><?xml version="1.0" encoding="utf-8"?>
<p:tagLst xmlns:p="http://schemas.openxmlformats.org/presentationml/2006/main">
  <p:tag name="KSO_WM_BEAUTIFY_FLAG" val="#fgm#"/>
  <p:tag name="KSO_WM_DIAGRAM_GROUP_CODE" val="1"/>
  <p:tag name="KSO_WM_FIGMA_FLAG" val="#fgm#"/>
  <p:tag name="KSO_WM_UNIT_INDEX" val="1_2_1"/>
  <p:tag name="KSO_WM_UNIT_TYPE" val="l_h_a"/>
  <p:tag name="KSO_WM_UNIT_PRESET_TEXT" val="单击此处添加项标题"/>
</p:tagLst>
</file>

<file path=ppt/tags/tag574.xml><?xml version="1.0" encoding="utf-8"?>
<p:tagLst xmlns:p="http://schemas.openxmlformats.org/presentationml/2006/main">
  <p:tag name="KSO_WM_BEAUTIFY_FLAG" val="#fgm#"/>
  <p:tag name="KSO_WM_DIAGRAM_GROUP_CODE" val="1"/>
  <p:tag name="KSO_WM_FIGMA_FLAG" val="#fgm#"/>
  <p:tag name="KSO_WM_UNIT_INDEX" val="1_2_1"/>
  <p:tag name="KSO_WM_UNIT_TYPE" val="l_h_f"/>
  <p:tag name="KSO_WM_UNIT_PRESET_TEXT" val="单击此处添加项正文"/>
</p:tagLst>
</file>

<file path=ppt/tags/tag575.xml><?xml version="1.0" encoding="utf-8"?>
<p:tagLst xmlns:p="http://schemas.openxmlformats.org/presentationml/2006/main">
  <p:tag name="KSO_WM_BEAUTIFY_FLAG" val="#fgm#"/>
  <p:tag name="KSO_WM_DIAGRAM_GROUP_CODE" val="1"/>
  <p:tag name="KSO_WM_FIGMA_FLAG" val="#fgm#"/>
  <p:tag name="KSO_WM_UNIT_INDEX" val="1_3_1"/>
  <p:tag name="KSO_WM_UNIT_TYPE" val="l_h_a"/>
  <p:tag name="KSO_WM_UNIT_PRESET_TEXT" val="单击此处添加项标题"/>
</p:tagLst>
</file>

<file path=ppt/tags/tag576.xml><?xml version="1.0" encoding="utf-8"?>
<p:tagLst xmlns:p="http://schemas.openxmlformats.org/presentationml/2006/main">
  <p:tag name="KSO_WM_BEAUTIFY_FLAG" val="#fgm#"/>
  <p:tag name="KSO_WM_DIAGRAM_GROUP_CODE" val="1"/>
  <p:tag name="KSO_WM_FIGMA_FLAG" val="#fgm#"/>
  <p:tag name="KSO_WM_UNIT_INDEX" val="1_3_1"/>
  <p:tag name="KSO_WM_UNIT_TYPE" val="l_h_f"/>
  <p:tag name="KSO_WM_UNIT_PRESET_TEXT" val="单击此处添加项正文"/>
</p:tagLst>
</file>

<file path=ppt/tags/tag577.xml><?xml version="1.0" encoding="utf-8"?>
<p:tagLst xmlns:p="http://schemas.openxmlformats.org/presentationml/2006/main">
  <p:tag name="KSO_WM_SLIDE_CONTENT_ORIENTATION" val=""/>
  <p:tag name="KSO_WM_SLIDE_HAS_MASK" val="0"/>
  <p:tag name="KSO_WM_SLIDE_ITEM_CNT" val="3"/>
  <p:tag name="KSO_WM_SLIDE_TYPE" val="text"/>
  <p:tag name="KSO_WM_TEMPLATE_SUBCATEGORY" val="29"/>
  <p:tag name="KSO_WM_BEAUTIFY_FLAG" val="#wm#"/>
  <p:tag name="KSO_WM_TEMPLATE_FIGMA_ID" val="69796633058"/>
  <p:tag name="KSO_WM_TEMPLATE_SLIDE_ID" val="slide_ed19c0db6ed585c4"/>
</p:tagLst>
</file>

<file path=ppt/tags/tag578.xml><?xml version="1.0" encoding="utf-8"?>
<p:tagLst xmlns:p="http://schemas.openxmlformats.org/presentationml/2006/main">
  <p:tag name="KSO_WM_UNIT_ISCONTENTSTITLE" val="0"/>
  <p:tag name="KSO_WM_BEAUTIFY_FLAG" val="#wm#"/>
  <p:tag name="KSO_WM_UNIT_INDEX" val="1"/>
  <p:tag name="KSO_WM_UNIT_TEXT_TYPE" val="1"/>
  <p:tag name="KSO_WM_UNIT_TYPE" val="a"/>
  <p:tag name="KSO_WM_LAYOUT_CHECK_HASH" val="a02b72f7ce60cfa211622395739e9331cea673b6"/>
  <p:tag name="KSO_WM_NEWLAYOUT_ID" val="478"/>
  <p:tag name="KSO_WM_UNIT_PRESET_TEXT" val="单击此处添加章节标题"/>
  <p:tag name="KSO_WM_FIGMA_FLAG" val="#fgm#"/>
  <p:tag name="KSO_WM_UNIT_ID" val="_10*a*1"/>
  <p:tag name="KSO_WM_TAG_VERSION" val="3.0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LAYERLEVEL" val="1"/>
  <p:tag name="KSO_WM_TEMPLATE_INDEX" val="40490145"/>
  <p:tag name="KSO_WM_TEMPLATE_CATEGORY" val="custom"/>
</p:tagLst>
</file>

<file path=ppt/tags/tag579.xml><?xml version="1.0" encoding="utf-8"?>
<p:tagLst xmlns:p="http://schemas.openxmlformats.org/presentationml/2006/main">
  <p:tag name="KSO_WM_UNIT_PRESET_TEXT" val="PART-01"/>
  <p:tag name="KSO_WM_BEAUTIFY_FLAG" val="#wm#"/>
  <p:tag name="KSO_WM_UNIT_INDEX" val="1"/>
  <p:tag name="KSO_WM_UNIT_TYPE" val="e"/>
  <p:tag name="KSO_WM_FIGMA_FLAG" val="#fgm#"/>
  <p:tag name="KSO_WM_UNIT_ID" val="_10*e*1"/>
  <p:tag name="KSO_WM_TAG_VERSION" val="3.0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LAYERLEVEL" val="1"/>
  <p:tag name="KSO_WM_TEMPLATE_INDEX" val="40490145"/>
  <p:tag name="KSO_WM_TEMPLATE_CATEGORY" val="custom"/>
</p:tagLst>
</file>

<file path=ppt/tags/tag580.xml><?xml version="1.0" encoding="utf-8"?>
<p:tagLst xmlns:p="http://schemas.openxmlformats.org/presentationml/2006/main">
  <p:tag name="KSO_WM_SLIDE_CONTENT_ORIENTATION" val="left"/>
  <p:tag name="KSO_WM_SLIDE_HAS_MASK" val="0"/>
  <p:tag name="KSO_WM_SLIDE_ITEM_CNT" val="0"/>
  <p:tag name="KSO_WM_SLIDE_TYPE" val="sectionTitle"/>
  <p:tag name="KSO_WM_TEMPLATE_SUBCATEGORY" val="29"/>
  <p:tag name="KSO_WM_BEAUTIFY_FLAG" val="#wm#"/>
  <p:tag name="KSO_WM_TEMPLATE_SLIDE_ID" val="slide_0e3ab8503af4c08e"/>
  <p:tag name="KSO_WM_TEMPLATE_INDEX" val="40490145"/>
  <p:tag name="KSO_WM_TEMPLATE_CATEGORY" val="custom"/>
  <p:tag name="KSO_WM_SLIDE_INDEX" val="3"/>
  <p:tag name="KSO_WM_SLIDE_ID" val="custom40490145_7"/>
  <p:tag name="KSO_WM_TEMPLATE_MASTER_TYPE" val="0"/>
  <p:tag name="KSO_WM_SLIDE_LAYOUT" val="a_e"/>
  <p:tag name="KSO_WM_SLIDE_LAYOUT_CNT" val="1_1"/>
  <p:tag name="KSO_WM_TAG_VERSION" val="3.0"/>
</p:tagLst>
</file>

<file path=ppt/tags/tag581.xml><?xml version="1.0" encoding="utf-8"?>
<p:tagLst xmlns:p="http://schemas.openxmlformats.org/presentationml/2006/main">
  <p:tag name="KSO_WM_BEAUTIFY_FLAG" val="#fgm#"/>
  <p:tag name="KSO_WM_FIGMA_FLAG" val="#fgm#"/>
  <p:tag name="KSO_WM_UNIT_INDEX" val="1"/>
  <p:tag name="KSO_WM_UNIT_TYPE" val="a"/>
  <p:tag name="KSO_WM_LAYOUT_CHECK_HASH" val="67779af7b888b3698e00c911edbe52c8ac07036c"/>
  <p:tag name="KSO_WM_NEWLAYOUT_GROUP_ID" val="layout_53"/>
  <p:tag name="KSO_WM_NEWLAYOUT_ID" val="slide_76713c4037f02356"/>
  <p:tag name="KSO_WM_UNIT_PRESET_TEXT" val="单击此处添加标题"/>
</p:tagLst>
</file>

<file path=ppt/tags/tag582.xml><?xml version="1.0" encoding="utf-8"?>
<p:tagLst xmlns:p="http://schemas.openxmlformats.org/presentationml/2006/main">
  <p:tag name="KSO_WM_FIGMA_DECORATION_INDEX" val="18"/>
  <p:tag name="$PH_EXT" val="2"/>
  <p:tag name="KSO_WM_BEAUTIFY_FLAG" val="#fgm#"/>
  <p:tag name="KSO_WM_DIAGRAM_GROUP_CODE" val="1"/>
  <p:tag name="KSO_WM_FIGMA_FLAG" val="#fgm#"/>
  <p:tag name="KSO_WM_SHAPE_BGTYPE" val="lt1"/>
  <p:tag name="KSO_WM_SHAPE_BRIGHT_DATA" val="[{&quot;dk1&quot;:-60,&quot;dk2&quot;:-50,&quot;lt1&quot;:90,&quot;lt2&quot;:100},{&quot;dk1&quot;:-60,&quot;dk2&quot;:-50,&quot;lt1&quot;:90,&quot;lt2&quot;:100}]"/>
  <p:tag name="KSO_WM_SHAPE_UPDATE_BRIGHT" val="1"/>
  <p:tag name="KSO_WM_SYNC_SLIDE_TEXT" val="1"/>
  <p:tag name="KSO_WM_UNIT_INDEX" val="1_1_1"/>
  <p:tag name="KSO_WM_UNIT_TYPE" val="l_h_i"/>
  <p:tag name="KSO_WM_UNIT_PRESET_TEXT" val=" "/>
</p:tagLst>
</file>

<file path=ppt/tags/tag583.xml><?xml version="1.0" encoding="utf-8"?>
<p:tagLst xmlns:p="http://schemas.openxmlformats.org/presentationml/2006/main">
  <p:tag name="KSO_WM_BEAUTIFY_FLAG" val="#fgm#"/>
  <p:tag name="KSO_WM_DIAGRAM_GROUP_CODE" val="1"/>
  <p:tag name="KSO_WM_FIGMA_FLAG" val="#fgm#"/>
  <p:tag name="KSO_WM_UNIT_INDEX" val="1_1_1"/>
  <p:tag name="KSO_WM_UNIT_TYPE" val="l_h_d"/>
  <p:tag name="MH_PIC_SOURCE_TYPE" val="generate_slide_ai*{&quot;id&quot;:&quot;VCG41N983901124&quot;,&quot;product_name&quot;:&quot;wps-wpp-pc&quot;,&quot;intention_code&quot;:&quot;wps_wpp_generate_theme_pay&quot;}*auto_gallery_3.0.4_Mock_V1_prod*1766827508878_a70caa_21146305f038-slide-13"/>
</p:tagLst>
</file>

<file path=ppt/tags/tag584.xml><?xml version="1.0" encoding="utf-8"?>
<p:tagLst xmlns:p="http://schemas.openxmlformats.org/presentationml/2006/main">
  <p:tag name="KSO_WM_BEAUTIFY_FLAG" val="#fgm#"/>
  <p:tag name="KSO_WM_DIAGRAM_GROUP_CODE" val="1"/>
  <p:tag name="KSO_WM_FIGMA_FLAG" val="#fgm#"/>
  <p:tag name="KSO_WM_UNIT_INDEX" val="1_1_1"/>
  <p:tag name="KSO_WM_UNIT_TYPE" val="l_h_a"/>
  <p:tag name="KSO_WM_UNIT_PRESET_TEXT" val="项标题"/>
</p:tagLst>
</file>

<file path=ppt/tags/tag585.xml><?xml version="1.0" encoding="utf-8"?>
<p:tagLst xmlns:p="http://schemas.openxmlformats.org/presentationml/2006/main">
  <p:tag name="KSO_WM_BEAUTIFY_FLAG" val="#fgm#"/>
  <p:tag name="KSO_WM_DIAGRAM_GROUP_CODE" val="1"/>
  <p:tag name="KSO_WM_FIGMA_FLAG" val="#fgm#"/>
  <p:tag name="KSO_WM_UNIT_INDEX" val="1_1_1"/>
  <p:tag name="KSO_WM_UNIT_TYPE" val="l_h_f"/>
  <p:tag name="KSO_WM_UNIT_PRESET_TEXT" val="单击此处添加项正文"/>
</p:tagLst>
</file>

<file path=ppt/tags/tag586.xml><?xml version="1.0" encoding="utf-8"?>
<p:tagLst xmlns:p="http://schemas.openxmlformats.org/presentationml/2006/main">
  <p:tag name="KSO_WM_FIGMA_DECORATION_INDEX" val="18"/>
  <p:tag name="$PH_EXT" val="2"/>
  <p:tag name="KSO_WM_BEAUTIFY_FLAG" val="#fgm#"/>
  <p:tag name="KSO_WM_DIAGRAM_GROUP_CODE" val="1"/>
  <p:tag name="KSO_WM_FIGMA_FLAG" val="#fgm#"/>
  <p:tag name="KSO_WM_SHAPE_BGTYPE" val="lt1"/>
  <p:tag name="KSO_WM_SHAPE_BRIGHT_DATA" val="[{&quot;dk1&quot;:-60,&quot;dk2&quot;:-50,&quot;lt1&quot;:90,&quot;lt2&quot;:100},{&quot;dk1&quot;:-60,&quot;dk2&quot;:-50,&quot;lt1&quot;:90,&quot;lt2&quot;:100}]"/>
  <p:tag name="KSO_WM_SHAPE_UPDATE_BRIGHT" val="1"/>
  <p:tag name="KSO_WM_SYNC_SLIDE_TEXT" val="1"/>
  <p:tag name="KSO_WM_UNIT_INDEX" val="1_2_1"/>
  <p:tag name="KSO_WM_UNIT_TYPE" val="l_h_i"/>
  <p:tag name="KSO_WM_UNIT_PRESET_TEXT" val=" "/>
</p:tagLst>
</file>

<file path=ppt/tags/tag587.xml><?xml version="1.0" encoding="utf-8"?>
<p:tagLst xmlns:p="http://schemas.openxmlformats.org/presentationml/2006/main">
  <p:tag name="KSO_WM_BEAUTIFY_FLAG" val="#fgm#"/>
  <p:tag name="KSO_WM_DIAGRAM_GROUP_CODE" val="1"/>
  <p:tag name="KSO_WM_FIGMA_FLAG" val="#fgm#"/>
  <p:tag name="KSO_WM_UNIT_INDEX" val="1_2_1"/>
  <p:tag name="KSO_WM_UNIT_TYPE" val="l_h_d"/>
  <p:tag name="MH_PIC_SOURCE_TYPE" val="generate_slide_ai*{&quot;id&quot;:&quot;http://zh-ai-group.ks3-cn-beijing-internal.ksyun.com/image_generate/image_process/production/202512/5d706435-f689-4dc8-9c41-43e89228cab4.jpg?Expires=1798363514\u0026AWSAccessKeyId=AKLT9NSy7kh8TIS1UzNqLRY2\u0026Signature=87udLoFiJ6OrofW6%2BgltVnKLAIk%3D&quot;,&quot;product_name&quot;:&quot;wps-wpp-pc&quot;,&quot;intention_code&quot;:&quot;wps_wpp_generate_theme_pay&quot;}*auto_qingqiu_3.0.4_Mock_V1_prod*1766827508878_a70caa_21146305f038-slide-13"/>
</p:tagLst>
</file>

<file path=ppt/tags/tag588.xml><?xml version="1.0" encoding="utf-8"?>
<p:tagLst xmlns:p="http://schemas.openxmlformats.org/presentationml/2006/main">
  <p:tag name="KSO_WM_BEAUTIFY_FLAG" val="#fgm#"/>
  <p:tag name="KSO_WM_DIAGRAM_GROUP_CODE" val="1"/>
  <p:tag name="KSO_WM_FIGMA_FLAG" val="#fgm#"/>
  <p:tag name="KSO_WM_UNIT_INDEX" val="1_2_1"/>
  <p:tag name="KSO_WM_UNIT_TYPE" val="l_h_a"/>
  <p:tag name="KSO_WM_UNIT_PRESET_TEXT" val="项标题"/>
</p:tagLst>
</file>

<file path=ppt/tags/tag589.xml><?xml version="1.0" encoding="utf-8"?>
<p:tagLst xmlns:p="http://schemas.openxmlformats.org/presentationml/2006/main">
  <p:tag name="KSO_WM_BEAUTIFY_FLAG" val="#fgm#"/>
  <p:tag name="KSO_WM_DIAGRAM_GROUP_CODE" val="1"/>
  <p:tag name="KSO_WM_FIGMA_FLAG" val="#fgm#"/>
  <p:tag name="KSO_WM_UNIT_INDEX" val="1_2_1"/>
  <p:tag name="KSO_WM_UNIT_TYPE" val="l_h_f"/>
  <p:tag name="KSO_WM_UNIT_PRESET_TEXT" val="单击此处添加项正文"/>
</p:tagLst>
</file>

<file path=ppt/tags/tag590.xml><?xml version="1.0" encoding="utf-8"?>
<p:tagLst xmlns:p="http://schemas.openxmlformats.org/presentationml/2006/main">
  <p:tag name="KSO_WM_FIGMA_DECORATION_INDEX" val="18"/>
  <p:tag name="$PH_EXT" val="2"/>
  <p:tag name="KSO_WM_BEAUTIFY_FLAG" val="#fgm#"/>
  <p:tag name="KSO_WM_DIAGRAM_GROUP_CODE" val="1"/>
  <p:tag name="KSO_WM_FIGMA_FLAG" val="#fgm#"/>
  <p:tag name="KSO_WM_SHAPE_BGTYPE" val="lt1"/>
  <p:tag name="KSO_WM_SHAPE_BRIGHT_DATA" val="[{&quot;dk1&quot;:-60,&quot;dk2&quot;:-50,&quot;lt1&quot;:90,&quot;lt2&quot;:100},{&quot;dk1&quot;:-60,&quot;dk2&quot;:-50,&quot;lt1&quot;:90,&quot;lt2&quot;:100}]"/>
  <p:tag name="KSO_WM_SHAPE_UPDATE_BRIGHT" val="1"/>
  <p:tag name="KSO_WM_SYNC_SLIDE_TEXT" val="1"/>
  <p:tag name="KSO_WM_UNIT_INDEX" val="1_3_1"/>
  <p:tag name="KSO_WM_UNIT_TYPE" val="l_h_i"/>
  <p:tag name="KSO_WM_UNIT_PRESET_TEXT" val=" "/>
</p:tagLst>
</file>

<file path=ppt/tags/tag591.xml><?xml version="1.0" encoding="utf-8"?>
<p:tagLst xmlns:p="http://schemas.openxmlformats.org/presentationml/2006/main">
  <p:tag name="KSO_WM_BEAUTIFY_FLAG" val="#fgm#"/>
  <p:tag name="KSO_WM_DIAGRAM_GROUP_CODE" val="1"/>
  <p:tag name="KSO_WM_FIGMA_FLAG" val="#fgm#"/>
  <p:tag name="KSO_WM_UNIT_INDEX" val="1_3_1"/>
  <p:tag name="KSO_WM_UNIT_TYPE" val="l_h_d"/>
  <p:tag name="MH_PIC_SOURCE_TYPE" val="generate_slide_ai*{&quot;id&quot;:&quot;VCG41N1194783062&quot;,&quot;product_name&quot;:&quot;wps-wpp-pc&quot;,&quot;intention_code&quot;:&quot;wps_wpp_generate_theme_pay&quot;}*auto_gallery_3.0.4_Mock_V1_prod*1766827508878_a70caa_21146305f038-slide-13"/>
</p:tagLst>
</file>

<file path=ppt/tags/tag592.xml><?xml version="1.0" encoding="utf-8"?>
<p:tagLst xmlns:p="http://schemas.openxmlformats.org/presentationml/2006/main">
  <p:tag name="KSO_WM_BEAUTIFY_FLAG" val="#fgm#"/>
  <p:tag name="KSO_WM_DIAGRAM_GROUP_CODE" val="1"/>
  <p:tag name="KSO_WM_FIGMA_FLAG" val="#fgm#"/>
  <p:tag name="KSO_WM_UNIT_INDEX" val="1_3_1"/>
  <p:tag name="KSO_WM_UNIT_TYPE" val="l_h_a"/>
  <p:tag name="KSO_WM_UNIT_PRESET_TEXT" val="项标题"/>
</p:tagLst>
</file>

<file path=ppt/tags/tag593.xml><?xml version="1.0" encoding="utf-8"?>
<p:tagLst xmlns:p="http://schemas.openxmlformats.org/presentationml/2006/main">
  <p:tag name="KSO_WM_BEAUTIFY_FLAG" val="#fgm#"/>
  <p:tag name="KSO_WM_DIAGRAM_GROUP_CODE" val="1"/>
  <p:tag name="KSO_WM_FIGMA_FLAG" val="#fgm#"/>
  <p:tag name="KSO_WM_UNIT_INDEX" val="1_3_1"/>
  <p:tag name="KSO_WM_UNIT_TYPE" val="l_h_f"/>
  <p:tag name="KSO_WM_UNIT_PRESET_TEXT" val="单击此处添加项正文"/>
</p:tagLst>
</file>

<file path=ppt/tags/tag594.xml><?xml version="1.0" encoding="utf-8"?>
<p:tagLst xmlns:p="http://schemas.openxmlformats.org/presentationml/2006/main">
  <p:tag name="KSO_WM_SLIDE_CONTENT_ORIENTATION" val=""/>
  <p:tag name="KSO_WM_SLIDE_HAS_MASK" val="0"/>
  <p:tag name="KSO_WM_SLIDE_ITEM_CNT" val="3"/>
  <p:tag name="KSO_WM_SLIDE_TYPE" val="text"/>
  <p:tag name="KSO_WM_TEMPLATE_SUBCATEGORY" val="29"/>
  <p:tag name="KSO_WM_BEAUTIFY_FLAG" val="#wm#"/>
  <p:tag name="KSO_WM_TEMPLATE_FIGMA_ID" val="69796633058"/>
  <p:tag name="KSO_WM_TEMPLATE_SLIDE_ID" val="slide_76713c4037f02356"/>
</p:tagLst>
</file>

<file path=ppt/tags/tag595.xml><?xml version="1.0" encoding="utf-8"?>
<p:tagLst xmlns:p="http://schemas.openxmlformats.org/presentationml/2006/main">
  <p:tag name="KSO_WM_BEAUTIFY_FLAG" val="#fgm#"/>
  <p:tag name="KSO_WM_FIGMA_FLAG" val="#fgm#"/>
  <p:tag name="KSO_WM_UNIT_INDEX" val="1"/>
  <p:tag name="KSO_WM_UNIT_TYPE" val="a"/>
  <p:tag name="KSO_WM_LAYOUT_CHECK_HASH" val="e0c9df70361f8c794e5de907979fd8c45d40cd97"/>
  <p:tag name="KSO_WM_NEWLAYOUT_GROUP_ID" val="layout_42"/>
  <p:tag name="KSO_WM_NEWLAYOUT_ID" val="slide_3fa2b457fbd1d7e4"/>
  <p:tag name="KSO_WM_UNIT_PRESET_TEXT" val="单击此处添加标题"/>
</p:tagLst>
</file>

<file path=ppt/tags/tag596.xml><?xml version="1.0" encoding="utf-8"?>
<p:tagLst xmlns:p="http://schemas.openxmlformats.org/presentationml/2006/main">
  <p:tag name="KSO_WM_BEAUTIFY_FLAG" val="#fgm#"/>
  <p:tag name="KSO_WM_FIGMA_FLAG" val="#fgm#"/>
  <p:tag name="KSO_WM_UNIT_INDEX" val="1"/>
  <p:tag name="KSO_WM_UNIT_TYPE" val="d"/>
  <p:tag name="MH_PIC_SOURCE_TYPE" val="generate_slide_ai*{&quot;id&quot;:&quot;https://sjzg-images.ks3-cn-beijing-internal.ksyun.com/tim_gen_images/doubao_gen/174673ce20f416a103b4894115599e8f_0.png?Expires=1766913910\u0026AWSAccessKeyId=AKLTHzmNYxS86KQFnb2pvxtA\u0026Signature=onS7Xk6JFWxt5bagmkKH%2BjNl9SE%3D&quot;,&quot;product_name&quot;:&quot;wps-wpp-pc&quot;,&quot;intention_code&quot;:&quot;wps_wpp_generate_theme_pay&quot;}*auto_cache_hit_3.0.4_Mock_V1_prod*1766827508878_a70caa_21146305f038-slide-14"/>
</p:tagLst>
</file>

<file path=ppt/tags/tag597.xml><?xml version="1.0" encoding="utf-8"?>
<p:tagLst xmlns:p="http://schemas.openxmlformats.org/presentationml/2006/main">
  <p:tag name="KSO_WM_FIGMA_DECORATION_INDEX" val="19"/>
  <p:tag name="$PH_EXT" val="2"/>
  <p:tag name="KSO_WM_BEAUTIFY_FLAG" val="#fgm#"/>
  <p:tag name="KSO_WM_DIAGRAM_GROUP_CODE" val="1"/>
  <p:tag name="KSO_WM_FIGMA_FLAG" val="#fgm#"/>
  <p:tag name="KSO_WM_SYNC_SLIDE_TEXT" val="1"/>
  <p:tag name="KSO_WM_UNIT_INDEX" val="1_1_1"/>
  <p:tag name="KSO_WM_UNIT_TYPE" val="l_h_i"/>
  <p:tag name="KSO_WM_UNIT_PRESET_TEXT" val=" "/>
</p:tagLst>
</file>

<file path=ppt/tags/tag598.xml><?xml version="1.0" encoding="utf-8"?>
<p:tagLst xmlns:p="http://schemas.openxmlformats.org/presentationml/2006/main">
  <p:tag name="KSO_WM_BEAUTIFY_FLAG" val="#fgm#"/>
  <p:tag name="KSO_WM_DIAGRAM_GROUP_CODE" val="1"/>
  <p:tag name="KSO_WM_FIGMA_FLAG" val="#fgm#"/>
  <p:tag name="KSO_WM_UNIT_INDEX" val="1_1_1"/>
  <p:tag name="KSO_WM_UNIT_TYPE" val="l_h_a"/>
  <p:tag name="KSO_WM_UNIT_PRESET_TEXT" val="单击此处添加项标题"/>
</p:tagLst>
</file>

<file path=ppt/tags/tag599.xml><?xml version="1.0" encoding="utf-8"?>
<p:tagLst xmlns:p="http://schemas.openxmlformats.org/presentationml/2006/main">
  <p:tag name="KSO_WM_BEAUTIFY_FLAG" val="#fgm#"/>
  <p:tag name="KSO_WM_DIAGRAM_GROUP_CODE" val="1"/>
  <p:tag name="KSO_WM_FIGMA_FLAG" val="#fgm#"/>
  <p:tag name="KSO_WM_UNIT_INDEX" val="1_1_1"/>
  <p:tag name="KSO_WM_UNIT_TYPE" val="l_h_f"/>
  <p:tag name="KSO_WM_UNIT_PRESET_TEXT" val="单击此处添加项正文"/>
</p:tagLst>
</file>

<file path=ppt/tags/tag600.xml><?xml version="1.0" encoding="utf-8"?>
<p:tagLst xmlns:p="http://schemas.openxmlformats.org/presentationml/2006/main">
  <p:tag name="KSO_WM_FIGMA_DECORATION_INDEX" val="19"/>
  <p:tag name="$PH_EXT" val="2"/>
  <p:tag name="KSO_WM_BEAUTIFY_FLAG" val="#fgm#"/>
  <p:tag name="KSO_WM_DIAGRAM_GROUP_CODE" val="1"/>
  <p:tag name="KSO_WM_FIGMA_FLAG" val="#fgm#"/>
  <p:tag name="KSO_WM_SYNC_SLIDE_TEXT" val="1"/>
  <p:tag name="KSO_WM_UNIT_INDEX" val="1_2_1"/>
  <p:tag name="KSO_WM_UNIT_TYPE" val="l_h_i"/>
  <p:tag name="KSO_WM_UNIT_PRESET_TEXT" val=" "/>
</p:tagLst>
</file>

<file path=ppt/tags/tag601.xml><?xml version="1.0" encoding="utf-8"?>
<p:tagLst xmlns:p="http://schemas.openxmlformats.org/presentationml/2006/main">
  <p:tag name="KSO_WM_BEAUTIFY_FLAG" val="#fgm#"/>
  <p:tag name="KSO_WM_DIAGRAM_GROUP_CODE" val="1"/>
  <p:tag name="KSO_WM_FIGMA_FLAG" val="#fgm#"/>
  <p:tag name="KSO_WM_UNIT_INDEX" val="1_2_1"/>
  <p:tag name="KSO_WM_UNIT_TYPE" val="l_h_a"/>
  <p:tag name="KSO_WM_UNIT_PRESET_TEXT" val="单击此处添加项标题"/>
</p:tagLst>
</file>

<file path=ppt/tags/tag602.xml><?xml version="1.0" encoding="utf-8"?>
<p:tagLst xmlns:p="http://schemas.openxmlformats.org/presentationml/2006/main">
  <p:tag name="KSO_WM_BEAUTIFY_FLAG" val="#fgm#"/>
  <p:tag name="KSO_WM_DIAGRAM_GROUP_CODE" val="1"/>
  <p:tag name="KSO_WM_FIGMA_FLAG" val="#fgm#"/>
  <p:tag name="KSO_WM_UNIT_INDEX" val="1_2_1"/>
  <p:tag name="KSO_WM_UNIT_TYPE" val="l_h_f"/>
  <p:tag name="KSO_WM_UNIT_PRESET_TEXT" val="单击此处添加项正文"/>
</p:tagLst>
</file>

<file path=ppt/tags/tag603.xml><?xml version="1.0" encoding="utf-8"?>
<p:tagLst xmlns:p="http://schemas.openxmlformats.org/presentationml/2006/main">
  <p:tag name="KSO_WM_FIGMA_DECORATION_INDEX" val="19"/>
  <p:tag name="$PH_EXT" val="2"/>
  <p:tag name="KSO_WM_BEAUTIFY_FLAG" val="#fgm#"/>
  <p:tag name="KSO_WM_DIAGRAM_GROUP_CODE" val="1"/>
  <p:tag name="KSO_WM_FIGMA_FLAG" val="#fgm#"/>
  <p:tag name="KSO_WM_SYNC_SLIDE_TEXT" val="1"/>
  <p:tag name="KSO_WM_UNIT_INDEX" val="1_3_1"/>
  <p:tag name="KSO_WM_UNIT_TYPE" val="l_h_i"/>
  <p:tag name="KSO_WM_UNIT_PRESET_TEXT" val=" "/>
</p:tagLst>
</file>

<file path=ppt/tags/tag604.xml><?xml version="1.0" encoding="utf-8"?>
<p:tagLst xmlns:p="http://schemas.openxmlformats.org/presentationml/2006/main">
  <p:tag name="KSO_WM_BEAUTIFY_FLAG" val="#fgm#"/>
  <p:tag name="KSO_WM_DIAGRAM_GROUP_CODE" val="1"/>
  <p:tag name="KSO_WM_FIGMA_FLAG" val="#fgm#"/>
  <p:tag name="KSO_WM_UNIT_INDEX" val="1_3_1"/>
  <p:tag name="KSO_WM_UNIT_TYPE" val="l_h_a"/>
  <p:tag name="KSO_WM_UNIT_PRESET_TEXT" val="单击此处添加项标题"/>
</p:tagLst>
</file>

<file path=ppt/tags/tag605.xml><?xml version="1.0" encoding="utf-8"?>
<p:tagLst xmlns:p="http://schemas.openxmlformats.org/presentationml/2006/main">
  <p:tag name="KSO_WM_BEAUTIFY_FLAG" val="#fgm#"/>
  <p:tag name="KSO_WM_DIAGRAM_GROUP_CODE" val="1"/>
  <p:tag name="KSO_WM_FIGMA_FLAG" val="#fgm#"/>
  <p:tag name="KSO_WM_UNIT_INDEX" val="1_3_1"/>
  <p:tag name="KSO_WM_UNIT_TYPE" val="l_h_f"/>
  <p:tag name="KSO_WM_UNIT_PRESET_TEXT" val="单击此处添加项正文"/>
</p:tagLst>
</file>

<file path=ppt/tags/tag606.xml><?xml version="1.0" encoding="utf-8"?>
<p:tagLst xmlns:p="http://schemas.openxmlformats.org/presentationml/2006/main">
  <p:tag name="KSO_WM_SLIDE_CONTENT_ORIENTATION" val=""/>
  <p:tag name="KSO_WM_SLIDE_HAS_MASK" val="0"/>
  <p:tag name="KSO_WM_SLIDE_ITEM_CNT" val="3"/>
  <p:tag name="KSO_WM_SLIDE_TYPE" val="text"/>
  <p:tag name="KSO_WM_TEMPLATE_SUBCATEGORY" val="29"/>
  <p:tag name="KSO_WM_BEAUTIFY_FLAG" val="#wm#"/>
  <p:tag name="KSO_WM_TEMPLATE_FIGMA_ID" val="69796633058"/>
  <p:tag name="KSO_WM_TEMPLATE_SLIDE_ID" val="slide_3fa2b457fbd1d7e4"/>
</p:tagLst>
</file>

<file path=ppt/tags/tag607.xml><?xml version="1.0" encoding="utf-8"?>
<p:tagLst xmlns:p="http://schemas.openxmlformats.org/presentationml/2006/main">
  <p:tag name="KSO_WM_UNIT_ISCONTENTSTITLE" val="0"/>
  <p:tag name="KSO_WM_BEAUTIFY_FLAG" val="#wm#"/>
  <p:tag name="KSO_WM_UNIT_INDEX" val="1"/>
  <p:tag name="KSO_WM_UNIT_TEXT_TYPE" val="1"/>
  <p:tag name="KSO_WM_UNIT_TYPE" val="a"/>
  <p:tag name="KSO_WM_LAYOUT_CHECK_HASH" val="a02b72f7ce60cfa211622395739e9331cea673b6"/>
  <p:tag name="KSO_WM_NEWLAYOUT_ID" val="478"/>
  <p:tag name="KSO_WM_UNIT_PRESET_TEXT" val="单击此处添加章节标题"/>
  <p:tag name="KSO_WM_FIGMA_FLAG" val="#fgm#"/>
  <p:tag name="KSO_WM_UNIT_ID" val="_10*a*1"/>
  <p:tag name="KSO_WM_TAG_VERSION" val="3.0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LAYERLEVEL" val="1"/>
  <p:tag name="KSO_WM_TEMPLATE_INDEX" val="40490145"/>
  <p:tag name="KSO_WM_TEMPLATE_CATEGORY" val="custom"/>
</p:tagLst>
</file>

<file path=ppt/tags/tag608.xml><?xml version="1.0" encoding="utf-8"?>
<p:tagLst xmlns:p="http://schemas.openxmlformats.org/presentationml/2006/main">
  <p:tag name="KSO_WM_UNIT_PRESET_TEXT" val="PART-01"/>
  <p:tag name="KSO_WM_BEAUTIFY_FLAG" val="#wm#"/>
  <p:tag name="KSO_WM_UNIT_INDEX" val="1"/>
  <p:tag name="KSO_WM_UNIT_TYPE" val="e"/>
  <p:tag name="KSO_WM_FIGMA_FLAG" val="#fgm#"/>
  <p:tag name="KSO_WM_UNIT_ID" val="_10*e*1"/>
  <p:tag name="KSO_WM_TAG_VERSION" val="3.0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LAYERLEVEL" val="1"/>
  <p:tag name="KSO_WM_TEMPLATE_INDEX" val="40490145"/>
  <p:tag name="KSO_WM_TEMPLATE_CATEGORY" val="custom"/>
</p:tagLst>
</file>

<file path=ppt/tags/tag609.xml><?xml version="1.0" encoding="utf-8"?>
<p:tagLst xmlns:p="http://schemas.openxmlformats.org/presentationml/2006/main">
  <p:tag name="KSO_WM_SLIDE_CONTENT_ORIENTATION" val="left"/>
  <p:tag name="KSO_WM_SLIDE_HAS_MASK" val="0"/>
  <p:tag name="KSO_WM_SLIDE_ITEM_CNT" val="0"/>
  <p:tag name="KSO_WM_SLIDE_TYPE" val="sectionTitle"/>
  <p:tag name="KSO_WM_TEMPLATE_SUBCATEGORY" val="29"/>
  <p:tag name="KSO_WM_BEAUTIFY_FLAG" val="#wm#"/>
  <p:tag name="KSO_WM_TEMPLATE_SLIDE_ID" val="slide_0e3ab8503af4c08e"/>
  <p:tag name="KSO_WM_TEMPLATE_INDEX" val="40490145"/>
  <p:tag name="KSO_WM_TEMPLATE_CATEGORY" val="custom"/>
  <p:tag name="KSO_WM_SLIDE_INDEX" val="3"/>
  <p:tag name="KSO_WM_SLIDE_ID" val="custom40490145_7"/>
  <p:tag name="KSO_WM_TEMPLATE_MASTER_TYPE" val="0"/>
  <p:tag name="KSO_WM_SLIDE_LAYOUT" val="a_e"/>
  <p:tag name="KSO_WM_SLIDE_LAYOUT_CNT" val="1_1"/>
  <p:tag name="KSO_WM_TAG_VERSION" val="3.0"/>
</p:tagLst>
</file>

<file path=ppt/tags/tag610.xml><?xml version="1.0" encoding="utf-8"?>
<p:tagLst xmlns:p="http://schemas.openxmlformats.org/presentationml/2006/main">
  <p:tag name="KSO_WM_BEAUTIFY_FLAG" val="#fgm#"/>
  <p:tag name="KSO_WM_FIGMA_FLAG" val="#fgm#"/>
  <p:tag name="KSO_WM_UNIT_INDEX" val="1"/>
  <p:tag name="KSO_WM_UNIT_TYPE" val="a"/>
  <p:tag name="KSO_WM_LAYOUT_CHECK_HASH" val="d1de0ecebf352369eb84e41ff729bf8df0f594dd"/>
  <p:tag name="KSO_WM_NEWLAYOUT_GROUP_ID" val="layout_10009"/>
  <p:tag name="KSO_WM_NEWLAYOUT_ID" val="slide_97a51ff2b1722ceb"/>
  <p:tag name="KSO_WM_UNIT_PRESET_TEXT" val="单击此处添加标题"/>
</p:tagLst>
</file>

<file path=ppt/tags/tag611.xml><?xml version="1.0" encoding="utf-8"?>
<p:tagLst xmlns:p="http://schemas.openxmlformats.org/presentationml/2006/main">
  <p:tag name="KSO_WM_BEAUTIFY_FLAG" val="#fgm#"/>
  <p:tag name="KSO_WM_DIAGRAM_GROUP_CODE" val="1"/>
  <p:tag name="KSO_WM_FIGMA_FLAG" val="#fgm#"/>
  <p:tag name="KSO_WM_UNIT_INDEX" val="1_1_1"/>
  <p:tag name="KSO_WM_UNIT_TYPE" val="l_h_d"/>
  <p:tag name="MH_PIC_SOURCE_TYPE" val="generate_slide_ai*{&quot;id&quot;:&quot;VCG41N1692955083&quot;,&quot;product_name&quot;:&quot;wps-wpp-pc&quot;,&quot;intention_code&quot;:&quot;wps_wpp_generate_theme_pay&quot;}*auto_gallery_3.0.4_Mock_V1_prod*1766827508878_a70caa_21146305f038-slide-16"/>
</p:tagLst>
</file>

<file path=ppt/tags/tag612.xml><?xml version="1.0" encoding="utf-8"?>
<p:tagLst xmlns:p="http://schemas.openxmlformats.org/presentationml/2006/main">
  <p:tag name="KSO_WM_BEAUTIFY_FLAG" val="#fgm#"/>
  <p:tag name="KSO_WM_DIAGRAM_GROUP_CODE" val="1"/>
  <p:tag name="KSO_WM_FIGMA_FLAG" val="#fgm#"/>
  <p:tag name="KSO_WM_UNIT_INDEX" val="1_1_1"/>
  <p:tag name="KSO_WM_UNIT_TYPE" val="l_h_a"/>
  <p:tag name="KSO_WM_UNIT_PRESET_TEXT" val="单击此处添加项标题"/>
</p:tagLst>
</file>

<file path=ppt/tags/tag613.xml><?xml version="1.0" encoding="utf-8"?>
<p:tagLst xmlns:p="http://schemas.openxmlformats.org/presentationml/2006/main">
  <p:tag name="KSO_WM_BEAUTIFY_FLAG" val="#fgm#"/>
  <p:tag name="KSO_WM_DIAGRAM_GROUP_CODE" val="1"/>
  <p:tag name="KSO_WM_FIGMA_FLAG" val="#fgm#"/>
  <p:tag name="KSO_WM_UNIT_INDEX" val="1_1_1"/>
  <p:tag name="KSO_WM_UNIT_TYPE" val="l_h_f"/>
  <p:tag name="KSO_WM_UNIT_PRESET_TEXT" val="单击此处添加项正文"/>
</p:tagLst>
</file>

<file path=ppt/tags/tag614.xml><?xml version="1.0" encoding="utf-8"?>
<p:tagLst xmlns:p="http://schemas.openxmlformats.org/presentationml/2006/main">
  <p:tag name="KSO_WM_BEAUTIFY_FLAG" val="#fgm#"/>
  <p:tag name="KSO_WM_DIAGRAM_GROUP_CODE" val="1"/>
  <p:tag name="KSO_WM_FIGMA_FLAG" val="#fgm#"/>
  <p:tag name="KSO_WM_UNIT_INDEX" val="1_2_1"/>
  <p:tag name="KSO_WM_UNIT_TYPE" val="l_h_d"/>
  <p:tag name="MH_PIC_SOURCE_TYPE" val="generate_slide_ai*{&quot;id&quot;:&quot;VCG41N1033245014&quot;,&quot;product_name&quot;:&quot;wps-wpp-pc&quot;,&quot;intention_code&quot;:&quot;wps_wpp_generate_theme_pay&quot;}*auto_gallery_3.0.4_Mock_V1_prod*1766827508878_a70caa_21146305f038-slide-16"/>
</p:tagLst>
</file>

<file path=ppt/tags/tag615.xml><?xml version="1.0" encoding="utf-8"?>
<p:tagLst xmlns:p="http://schemas.openxmlformats.org/presentationml/2006/main">
  <p:tag name="KSO_WM_BEAUTIFY_FLAG" val="#fgm#"/>
  <p:tag name="KSO_WM_DIAGRAM_GROUP_CODE" val="1"/>
  <p:tag name="KSO_WM_FIGMA_FLAG" val="#fgm#"/>
  <p:tag name="KSO_WM_UNIT_INDEX" val="1_2_1"/>
  <p:tag name="KSO_WM_UNIT_TYPE" val="l_h_a"/>
  <p:tag name="KSO_WM_UNIT_PRESET_TEXT" val="单击此处添加项标题"/>
</p:tagLst>
</file>

<file path=ppt/tags/tag616.xml><?xml version="1.0" encoding="utf-8"?>
<p:tagLst xmlns:p="http://schemas.openxmlformats.org/presentationml/2006/main">
  <p:tag name="KSO_WM_BEAUTIFY_FLAG" val="#fgm#"/>
  <p:tag name="KSO_WM_DIAGRAM_GROUP_CODE" val="1"/>
  <p:tag name="KSO_WM_FIGMA_FLAG" val="#fgm#"/>
  <p:tag name="KSO_WM_UNIT_INDEX" val="1_2_1"/>
  <p:tag name="KSO_WM_UNIT_TYPE" val="l_h_f"/>
  <p:tag name="KSO_WM_UNIT_PRESET_TEXT" val="单击此处添加项正文"/>
</p:tagLst>
</file>

<file path=ppt/tags/tag617.xml><?xml version="1.0" encoding="utf-8"?>
<p:tagLst xmlns:p="http://schemas.openxmlformats.org/presentationml/2006/main">
  <p:tag name="KSO_WM_BEAUTIFY_FLAG" val="#fgm#"/>
  <p:tag name="KSO_WM_DIAGRAM_GROUP_CODE" val="1"/>
  <p:tag name="KSO_WM_FIGMA_FLAG" val="#fgm#"/>
  <p:tag name="KSO_WM_UNIT_INDEX" val="1_3_1"/>
  <p:tag name="KSO_WM_UNIT_TYPE" val="l_h_d"/>
  <p:tag name="MH_PIC_SOURCE_TYPE" val="generate_slide_ai*{&quot;id&quot;:&quot;VCG41N1746257596&quot;,&quot;product_name&quot;:&quot;wps-wpp-pc&quot;,&quot;intention_code&quot;:&quot;wps_wpp_generate_theme_pay&quot;}*auto_gallery_3.0.4_Mock_V1_prod*1766827508878_a70caa_21146305f038-slide-16"/>
</p:tagLst>
</file>

<file path=ppt/tags/tag618.xml><?xml version="1.0" encoding="utf-8"?>
<p:tagLst xmlns:p="http://schemas.openxmlformats.org/presentationml/2006/main">
  <p:tag name="KSO_WM_BEAUTIFY_FLAG" val="#fgm#"/>
  <p:tag name="KSO_WM_DIAGRAM_GROUP_CODE" val="1"/>
  <p:tag name="KSO_WM_FIGMA_FLAG" val="#fgm#"/>
  <p:tag name="KSO_WM_UNIT_INDEX" val="1_3_1"/>
  <p:tag name="KSO_WM_UNIT_TYPE" val="l_h_a"/>
  <p:tag name="KSO_WM_UNIT_PRESET_TEXT" val="单击此处添加项标题"/>
</p:tagLst>
</file>

<file path=ppt/tags/tag619.xml><?xml version="1.0" encoding="utf-8"?>
<p:tagLst xmlns:p="http://schemas.openxmlformats.org/presentationml/2006/main">
  <p:tag name="KSO_WM_BEAUTIFY_FLAG" val="#fgm#"/>
  <p:tag name="KSO_WM_DIAGRAM_GROUP_CODE" val="1"/>
  <p:tag name="KSO_WM_FIGMA_FLAG" val="#fgm#"/>
  <p:tag name="KSO_WM_UNIT_INDEX" val="1_3_1"/>
  <p:tag name="KSO_WM_UNIT_TYPE" val="l_h_f"/>
  <p:tag name="KSO_WM_UNIT_PRESET_TEXT" val="单击此处添加项正文"/>
</p:tagLst>
</file>

<file path=ppt/tags/tag620.xml><?xml version="1.0" encoding="utf-8"?>
<p:tagLst xmlns:p="http://schemas.openxmlformats.org/presentationml/2006/main">
  <p:tag name="KSO_WM_SLIDE_CONTENT_ORIENTATION" val=""/>
  <p:tag name="KSO_WM_SLIDE_HAS_MASK" val="0"/>
  <p:tag name="KSO_WM_SLIDE_ITEM_CNT" val="3"/>
  <p:tag name="KSO_WM_SLIDE_TYPE" val="text"/>
  <p:tag name="KSO_WM_TEMPLATE_SUBCATEGORY" val="29"/>
  <p:tag name="KSO_WM_BEAUTIFY_FLAG" val="#wm#"/>
  <p:tag name="KSO_WM_TEMPLATE_FIGMA_ID" val="69796633058"/>
  <p:tag name="KSO_WM_TEMPLATE_SLIDE_ID" val="slide_97a51ff2b1722ceb"/>
</p:tagLst>
</file>

<file path=ppt/tags/tag621.xml><?xml version="1.0" encoding="utf-8"?>
<p:tagLst xmlns:p="http://schemas.openxmlformats.org/presentationml/2006/main">
  <p:tag name="KSO_WM_BEAUTIFY_FLAG" val="#fgm#"/>
  <p:tag name="KSO_WM_FIGMA_FLAG" val="#fgm#"/>
  <p:tag name="KSO_WM_UNIT_INDEX" val="1"/>
  <p:tag name="KSO_WM_UNIT_TYPE" val="a"/>
  <p:tag name="KSO_WM_LAYOUT_CHECK_HASH" val="2f8e4e99c0715915c4c59264b594029b978f7955"/>
  <p:tag name="KSO_WM_NEWLAYOUT_GROUP_ID" val="layout_49"/>
  <p:tag name="KSO_WM_NEWLAYOUT_ID" val="slide_10d35a04bcb4fa26"/>
  <p:tag name="KSO_WM_UNIT_PRESET_TEXT" val="单击此处添加标题"/>
</p:tagLst>
</file>

<file path=ppt/tags/tag622.xml><?xml version="1.0" encoding="utf-8"?>
<p:tagLst xmlns:p="http://schemas.openxmlformats.org/presentationml/2006/main">
  <p:tag name="KSO_WM_FIGMA_DECORATION_INDEX" val="14"/>
  <p:tag name="$PH_EXT" val="2"/>
  <p:tag name="KSO_WM_BEAUTIFY_FLAG" val="#fgm#"/>
  <p:tag name="KSO_WM_DIAGRAM_GROUP_CODE" val="1"/>
  <p:tag name="KSO_WM_FIGMA_FLAG" val="#fgm#"/>
  <p:tag name="KSO_WM_SYNC_SLIDE_TEXT" val="1"/>
  <p:tag name="KSO_WM_UNIT_INDEX" val="1_1_1"/>
  <p:tag name="KSO_WM_UNIT_TYPE" val="l_h_i"/>
  <p:tag name="KSO_WM_UNIT_PRESET_TEXT" val=" "/>
</p:tagLst>
</file>

<file path=ppt/tags/tag623.xml><?xml version="1.0" encoding="utf-8"?>
<p:tagLst xmlns:p="http://schemas.openxmlformats.org/presentationml/2006/main">
  <p:tag name="KSO_WM_BEAUTIFY_FLAG" val="#fgm#"/>
  <p:tag name="KSO_WM_DIAGRAM_GROUP_CODE" val="1"/>
  <p:tag name="KSO_WM_FIGMA_FLAG" val="#fgm#"/>
  <p:tag name="KSO_WM_UNIT_INDEX" val="1_1_2"/>
  <p:tag name="KSO_WM_UNIT_SUBTYPE" val="d"/>
  <p:tag name="KSO_WM_UNIT_TYPE" val="l_h_i"/>
  <p:tag name="KSO_WM_UNIT_PRESET_TEXT" val="01"/>
</p:tagLst>
</file>

<file path=ppt/tags/tag624.xml><?xml version="1.0" encoding="utf-8"?>
<p:tagLst xmlns:p="http://schemas.openxmlformats.org/presentationml/2006/main">
  <p:tag name="KSO_WM_BEAUTIFY_FLAG" val="#fgm#"/>
  <p:tag name="KSO_WM_DIAGRAM_GROUP_CODE" val="1"/>
  <p:tag name="KSO_WM_FIGMA_FLAG" val="#fgm#"/>
  <p:tag name="KSO_WM_UNIT_INDEX" val="1_1_1"/>
  <p:tag name="KSO_WM_UNIT_TYPE" val="l_h_a"/>
  <p:tag name="KSO_WM_UNIT_PRESET_TEXT" val="单击此处添加项标题"/>
</p:tagLst>
</file>

<file path=ppt/tags/tag625.xml><?xml version="1.0" encoding="utf-8"?>
<p:tagLst xmlns:p="http://schemas.openxmlformats.org/presentationml/2006/main">
  <p:tag name="KSO_WM_BEAUTIFY_FLAG" val="#fgm#"/>
  <p:tag name="KSO_WM_DIAGRAM_GROUP_CODE" val="1"/>
  <p:tag name="KSO_WM_FIGMA_FLAG" val="#fgm#"/>
  <p:tag name="KSO_WM_UNIT_INDEX" val="1_1_1"/>
  <p:tag name="KSO_WM_UNIT_TYPE" val="l_h_f"/>
  <p:tag name="KSO_WM_UNIT_PRESET_TEXT" val="单击此处添加项正文"/>
</p:tagLst>
</file>

<file path=ppt/tags/tag626.xml><?xml version="1.0" encoding="utf-8"?>
<p:tagLst xmlns:p="http://schemas.openxmlformats.org/presentationml/2006/main">
  <p:tag name="KSO_WM_FIGMA_DECORATION_INDEX" val="14"/>
  <p:tag name="$PH_EXT" val="2"/>
  <p:tag name="KSO_WM_BEAUTIFY_FLAG" val="#fgm#"/>
  <p:tag name="KSO_WM_DIAGRAM_GROUP_CODE" val="1"/>
  <p:tag name="KSO_WM_FIGMA_FLAG" val="#fgm#"/>
  <p:tag name="KSO_WM_SYNC_SLIDE_TEXT" val="1"/>
  <p:tag name="KSO_WM_UNIT_INDEX" val="1_2_1"/>
  <p:tag name="KSO_WM_UNIT_TYPE" val="l_h_i"/>
  <p:tag name="KSO_WM_UNIT_PRESET_TEXT" val=" "/>
</p:tagLst>
</file>

<file path=ppt/tags/tag627.xml><?xml version="1.0" encoding="utf-8"?>
<p:tagLst xmlns:p="http://schemas.openxmlformats.org/presentationml/2006/main">
  <p:tag name="KSO_WM_BEAUTIFY_FLAG" val="#fgm#"/>
  <p:tag name="KSO_WM_DIAGRAM_GROUP_CODE" val="1"/>
  <p:tag name="KSO_WM_FIGMA_FLAG" val="#fgm#"/>
  <p:tag name="KSO_WM_UNIT_INDEX" val="1_2_2"/>
  <p:tag name="KSO_WM_UNIT_SUBTYPE" val="d"/>
  <p:tag name="KSO_WM_UNIT_TYPE" val="l_h_i"/>
  <p:tag name="KSO_WM_UNIT_PRESET_TEXT" val="02"/>
</p:tagLst>
</file>

<file path=ppt/tags/tag628.xml><?xml version="1.0" encoding="utf-8"?>
<p:tagLst xmlns:p="http://schemas.openxmlformats.org/presentationml/2006/main">
  <p:tag name="KSO_WM_BEAUTIFY_FLAG" val="#fgm#"/>
  <p:tag name="KSO_WM_DIAGRAM_GROUP_CODE" val="1"/>
  <p:tag name="KSO_WM_FIGMA_FLAG" val="#fgm#"/>
  <p:tag name="KSO_WM_UNIT_INDEX" val="1_2_1"/>
  <p:tag name="KSO_WM_UNIT_TYPE" val="l_h_a"/>
  <p:tag name="KSO_WM_UNIT_PRESET_TEXT" val="单击此处添加项标题"/>
</p:tagLst>
</file>

<file path=ppt/tags/tag629.xml><?xml version="1.0" encoding="utf-8"?>
<p:tagLst xmlns:p="http://schemas.openxmlformats.org/presentationml/2006/main">
  <p:tag name="KSO_WM_BEAUTIFY_FLAG" val="#fgm#"/>
  <p:tag name="KSO_WM_DIAGRAM_GROUP_CODE" val="1"/>
  <p:tag name="KSO_WM_FIGMA_FLAG" val="#fgm#"/>
  <p:tag name="KSO_WM_UNIT_INDEX" val="1_2_1"/>
  <p:tag name="KSO_WM_UNIT_TYPE" val="l_h_f"/>
  <p:tag name="KSO_WM_UNIT_PRESET_TEXT" val="单击此处添加项正文"/>
</p:tagLst>
</file>

<file path=ppt/tags/tag630.xml><?xml version="1.0" encoding="utf-8"?>
<p:tagLst xmlns:p="http://schemas.openxmlformats.org/presentationml/2006/main">
  <p:tag name="KSO_WM_FIGMA_DECORATION_INDEX" val="14"/>
  <p:tag name="$PH_EXT" val="2"/>
  <p:tag name="KSO_WM_BEAUTIFY_FLAG" val="#fgm#"/>
  <p:tag name="KSO_WM_DIAGRAM_GROUP_CODE" val="1"/>
  <p:tag name="KSO_WM_FIGMA_FLAG" val="#fgm#"/>
  <p:tag name="KSO_WM_SYNC_SLIDE_TEXT" val="1"/>
  <p:tag name="KSO_WM_UNIT_INDEX" val="1_3_1"/>
  <p:tag name="KSO_WM_UNIT_TYPE" val="l_h_i"/>
  <p:tag name="KSO_WM_UNIT_PRESET_TEXT" val=" "/>
</p:tagLst>
</file>

<file path=ppt/tags/tag631.xml><?xml version="1.0" encoding="utf-8"?>
<p:tagLst xmlns:p="http://schemas.openxmlformats.org/presentationml/2006/main">
  <p:tag name="KSO_WM_BEAUTIFY_FLAG" val="#fgm#"/>
  <p:tag name="KSO_WM_DIAGRAM_GROUP_CODE" val="1"/>
  <p:tag name="KSO_WM_FIGMA_FLAG" val="#fgm#"/>
  <p:tag name="KSO_WM_UNIT_INDEX" val="1_3_2"/>
  <p:tag name="KSO_WM_UNIT_SUBTYPE" val="d"/>
  <p:tag name="KSO_WM_UNIT_TYPE" val="l_h_i"/>
  <p:tag name="KSO_WM_UNIT_PRESET_TEXT" val="03"/>
</p:tagLst>
</file>

<file path=ppt/tags/tag632.xml><?xml version="1.0" encoding="utf-8"?>
<p:tagLst xmlns:p="http://schemas.openxmlformats.org/presentationml/2006/main">
  <p:tag name="KSO_WM_BEAUTIFY_FLAG" val="#fgm#"/>
  <p:tag name="KSO_WM_DIAGRAM_GROUP_CODE" val="1"/>
  <p:tag name="KSO_WM_FIGMA_FLAG" val="#fgm#"/>
  <p:tag name="KSO_WM_UNIT_INDEX" val="1_3_1"/>
  <p:tag name="KSO_WM_UNIT_TYPE" val="l_h_a"/>
  <p:tag name="KSO_WM_UNIT_PRESET_TEXT" val="单击此处添加项标题"/>
</p:tagLst>
</file>

<file path=ppt/tags/tag633.xml><?xml version="1.0" encoding="utf-8"?>
<p:tagLst xmlns:p="http://schemas.openxmlformats.org/presentationml/2006/main">
  <p:tag name="KSO_WM_BEAUTIFY_FLAG" val="#fgm#"/>
  <p:tag name="KSO_WM_DIAGRAM_GROUP_CODE" val="1"/>
  <p:tag name="KSO_WM_FIGMA_FLAG" val="#fgm#"/>
  <p:tag name="KSO_WM_UNIT_INDEX" val="1_3_1"/>
  <p:tag name="KSO_WM_UNIT_TYPE" val="l_h_f"/>
  <p:tag name="KSO_WM_UNIT_PRESET_TEXT" val="单击此处添加项正文"/>
</p:tagLst>
</file>

<file path=ppt/tags/tag634.xml><?xml version="1.0" encoding="utf-8"?>
<p:tagLst xmlns:p="http://schemas.openxmlformats.org/presentationml/2006/main">
  <p:tag name="KSO_WM_SLIDE_CONTENT_ORIENTATION" val=""/>
  <p:tag name="KSO_WM_SLIDE_HAS_MASK" val="0"/>
  <p:tag name="KSO_WM_SLIDE_ITEM_CNT" val="3"/>
  <p:tag name="KSO_WM_SLIDE_TYPE" val="text"/>
  <p:tag name="KSO_WM_TEMPLATE_SUBCATEGORY" val="29"/>
  <p:tag name="KSO_WM_BEAUTIFY_FLAG" val="#wm#"/>
  <p:tag name="KSO_WM_TEMPLATE_FIGMA_ID" val="69796633058"/>
  <p:tag name="KSO_WM_TEMPLATE_SLIDE_ID" val="slide_10d35a04bcb4fa26"/>
</p:tagLst>
</file>

<file path=ppt/tags/tag635.xml><?xml version="1.0" encoding="utf-8"?>
<p:tagLst xmlns:p="http://schemas.openxmlformats.org/presentationml/2006/main">
  <p:tag name="KSO_WM_BEAUTIFY_FLAG" val="#wm#"/>
  <p:tag name="KSO_WM_UNIT_INDEX" val="1"/>
  <p:tag name="KSO_WM_UNIT_TEXT_TYPE" val="1"/>
  <p:tag name="KSO_WM_UNIT_TYPE" val="b"/>
  <p:tag name="KSO_WM_UNIT_PRESET_TEXT" val="THE END"/>
  <p:tag name="KSO_WM_FIGMA_FLAG" val="#fgm#"/>
  <p:tag name="KSO_WM_UNIT_ID" val="_11*b*1"/>
  <p:tag name="KSO_WM_TAG_VERSION" val="3.0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LAYERLEVEL" val="1"/>
  <p:tag name="KSO_WM_TEMPLATE_INDEX" val="40490145"/>
  <p:tag name="KSO_WM_TEMPLATE_CATEGORY" val="custom"/>
</p:tagLst>
</file>

<file path=ppt/tags/tag636.xml><?xml version="1.0" encoding="utf-8"?>
<p:tagLst xmlns:p="http://schemas.openxmlformats.org/presentationml/2006/main">
  <p:tag name="KSO_WM_UNIT_ISCONTENTSTITLE" val="0"/>
  <p:tag name="KSO_WM_BEAUTIFY_FLAG" val="#wm#"/>
  <p:tag name="KSO_WM_UNIT_INDEX" val="1"/>
  <p:tag name="KSO_WM_UNIT_TEXT_TYPE" val="1"/>
  <p:tag name="KSO_WM_UNIT_TYPE" val="a"/>
  <p:tag name="KSO_WM_LAYOUT_CHECK_HASH" val="a0dcb08627f650776d9f7c250fb581566293a3ff"/>
  <p:tag name="KSO_WM_NEWLAYOUT_ID" val="485"/>
  <p:tag name="KSO_WM_UNIT_PRESET_TEXT" val="谢谢观看"/>
  <p:tag name="KSO_WM_FIGMA_FLAG" val="#fgm#"/>
  <p:tag name="KSO_WM_UNIT_ID" val="_11*a*1"/>
  <p:tag name="KSO_WM_TAG_VERSION" val="3.0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LAYERLEVEL" val="1"/>
  <p:tag name="KSO_WM_TEMPLATE_INDEX" val="40490145"/>
  <p:tag name="KSO_WM_TEMPLATE_CATEGORY" val="custom"/>
</p:tagLst>
</file>

<file path=ppt/tags/tag637.xml><?xml version="1.0" encoding="utf-8"?>
<p:tagLst xmlns:p="http://schemas.openxmlformats.org/presentationml/2006/main">
  <p:tag name="KSO_WM_SLIDE_CONTENT_ORIENTATION" val="center"/>
  <p:tag name="KSO_WM_SLIDE_HAS_MASK" val="0"/>
  <p:tag name="KSO_WM_SLIDE_ITEM_CNT" val="0"/>
  <p:tag name="KSO_WM_SLIDE_TYPE" val="endPage"/>
  <p:tag name="KSO_WM_TEMPLATE_SUBCATEGORY" val="29"/>
  <p:tag name="KSO_WM_BEAUTIFY_FLAG" val="#wm#"/>
  <p:tag name="KSO_WM_TEMPLATE_SLIDE_ID" val="slide_47de9d0eaa58c516"/>
  <p:tag name="KSO_WM_TEMPLATE_INDEX" val="40490145"/>
  <p:tag name="KSO_WM_TEMPLATE_CATEGORY" val="custom"/>
  <p:tag name="KSO_WM_SLIDE_INDEX" val="5"/>
  <p:tag name="KSO_WM_SLIDE_ID" val="custom40490145_9"/>
  <p:tag name="KSO_WM_TEMPLATE_MASTER_TYPE" val="0"/>
  <p:tag name="KSO_WM_SLIDE_LAYOUT" val="a_b"/>
  <p:tag name="KSO_WM_SLIDE_LAYOUT_CNT" val="1_1"/>
  <p:tag name="KSO_WM_TAG_VERSION" val="3.0"/>
</p:tagLst>
</file>

<file path=ppt/theme/theme1.xml><?xml version="1.0" encoding="utf-8"?>
<a:theme xmlns:a="http://schemas.openxmlformats.org/drawingml/2006/main" name="Office 主题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Aspect">
      <a:majorFont>
        <a:latin typeface="微软雅黑"/>
        <a:ea typeface=""/>
        <a:cs typeface=""/>
        <a:font script="Jpan" typeface="ＭＳ ゴシック"/>
        <a:font script="Hang" typeface="굴림"/>
        <a:font script="Hans" typeface="微软雅黑"/>
        <a:font script="Hant" typeface="微軟正黑體"/>
        <a:font script="Arab" typeface="Tahoma"/>
        <a:font script="Hebr" typeface="Tahoma"/>
        <a:font script="Thai" typeface="Frees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Verdana"/>
        <a:font script="Uigh" typeface="Microsoft Uighur"/>
        <a:font script="Geor" typeface="Sylfaen"/>
      </a:majorFont>
      <a:minorFont>
        <a:latin typeface="微软雅黑"/>
        <a:ea typeface=""/>
        <a:cs typeface=""/>
        <a:font script="Jpan" typeface="ＭＳ ゴシック"/>
        <a:font script="Hang" typeface="굴림"/>
        <a:font script="Hans" typeface="微软雅黑"/>
        <a:font script="Hant" typeface="微軟正黑體"/>
        <a:font script="Arab" typeface="Tahoma"/>
        <a:font script="Hebr" typeface="Tahoma"/>
        <a:font script="Thai" typeface="Frees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Verdana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1_Office 主题">
  <a:themeElements>
    <a:clrScheme name="自定义 77">
      <a:dk1>
        <a:sysClr val="windowText" lastClr="000000"/>
      </a:dk1>
      <a:lt1>
        <a:sysClr val="window" lastClr="FFFFFF"/>
      </a:lt1>
      <a:dk2>
        <a:srgbClr val="283B19"/>
      </a:dk2>
      <a:lt2>
        <a:srgbClr val="E3EDE4"/>
      </a:lt2>
      <a:accent1>
        <a:srgbClr val="548235"/>
      </a:accent1>
      <a:accent2>
        <a:srgbClr val="507952"/>
      </a:accent2>
      <a:accent3>
        <a:srgbClr val="4C706E"/>
      </a:accent3>
      <a:accent4>
        <a:srgbClr val="48688B"/>
      </a:accent4>
      <a:accent5>
        <a:srgbClr val="445FA7"/>
      </a:accent5>
      <a:accent6>
        <a:srgbClr val="4056C4"/>
      </a:accent6>
      <a:hlink>
        <a:srgbClr val="0563C1"/>
      </a:hlink>
      <a:folHlink>
        <a:srgbClr val="954F72"/>
      </a:folHlink>
    </a:clrScheme>
    <a:fontScheme name="自定义 21">
      <a:majorFont>
        <a:latin typeface="MiSans Heavy"/>
        <a:ea typeface="MiSans Heavy"/>
        <a:cs typeface=""/>
      </a:majorFont>
      <a:minorFont>
        <a:latin typeface="MiSans Normal"/>
        <a:ea typeface="MiSans Normal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2_Office 主题">
  <a:themeElements>
    <a:clrScheme name="自定义 77">
      <a:dk1>
        <a:sysClr val="windowText" lastClr="000000"/>
      </a:dk1>
      <a:lt1>
        <a:sysClr val="window" lastClr="FFFFFF"/>
      </a:lt1>
      <a:dk2>
        <a:srgbClr val="283B19"/>
      </a:dk2>
      <a:lt2>
        <a:srgbClr val="E3EDE4"/>
      </a:lt2>
      <a:accent1>
        <a:srgbClr val="548235"/>
      </a:accent1>
      <a:accent2>
        <a:srgbClr val="507952"/>
      </a:accent2>
      <a:accent3>
        <a:srgbClr val="4C706E"/>
      </a:accent3>
      <a:accent4>
        <a:srgbClr val="48688B"/>
      </a:accent4>
      <a:accent5>
        <a:srgbClr val="445FA7"/>
      </a:accent5>
      <a:accent6>
        <a:srgbClr val="4056C4"/>
      </a:accent6>
      <a:hlink>
        <a:srgbClr val="0563C1"/>
      </a:hlink>
      <a:folHlink>
        <a:srgbClr val="954F72"/>
      </a:folHlink>
    </a:clrScheme>
    <a:fontScheme name="自定义 21">
      <a:majorFont>
        <a:latin typeface="MiSans Heavy"/>
        <a:ea typeface="MiSans Heavy"/>
        <a:cs typeface=""/>
      </a:majorFont>
      <a:minorFont>
        <a:latin typeface="MiSans Normal"/>
        <a:ea typeface="MiSans Normal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1642</Words>
  <Application>WPS 演示</Application>
  <PresentationFormat>宽屏</PresentationFormat>
  <Paragraphs>184</Paragraphs>
  <Slides>15</Slides>
  <Notes>0</Notes>
  <HiddenSlides>0</HiddenSlides>
  <MMClips>0</MMClips>
  <ScaleCrop>false</ScaleCrop>
  <HeadingPairs>
    <vt:vector size="6" baseType="variant">
      <vt:variant>
        <vt:lpstr>已用的字体</vt:lpstr>
      </vt:variant>
      <vt:variant>
        <vt:i4>12</vt:i4>
      </vt:variant>
      <vt:variant>
        <vt:lpstr>主题</vt:lpstr>
      </vt:variant>
      <vt:variant>
        <vt:i4>3</vt:i4>
      </vt:variant>
      <vt:variant>
        <vt:lpstr>幻灯片标题</vt:lpstr>
      </vt:variant>
      <vt:variant>
        <vt:i4>15</vt:i4>
      </vt:variant>
    </vt:vector>
  </HeadingPairs>
  <TitlesOfParts>
    <vt:vector size="30" baseType="lpstr">
      <vt:lpstr>Arial</vt:lpstr>
      <vt:lpstr>宋体</vt:lpstr>
      <vt:lpstr>Wingdings</vt:lpstr>
      <vt:lpstr>微软雅黑</vt:lpstr>
      <vt:lpstr>Wingdings</vt:lpstr>
      <vt:lpstr>MiSans Normal</vt:lpstr>
      <vt:lpstr>MiSans Heavy</vt:lpstr>
      <vt:lpstr>Segoe Print</vt:lpstr>
      <vt:lpstr>Arial Unicode MS</vt:lpstr>
      <vt:lpstr>Calibri</vt:lpstr>
      <vt:lpstr>MiSans Normal</vt:lpstr>
      <vt:lpstr>华文仿宋</vt:lpstr>
      <vt:lpstr>Office 主题</vt:lpstr>
      <vt:lpstr>1_Office 主题</vt:lpstr>
      <vt:lpstr>2_Office 主题</vt:lpstr>
      <vt:lpstr>开源治理与运营驾驶舱——基于DataEase的Top300开源项目分析</vt:lpstr>
      <vt:lpstr>开源治理与运营驾驶舱——基于DataEase的Top300开源项目分析</vt:lpstr>
      <vt:lpstr>目录</vt:lpstr>
      <vt:lpstr>项目概述</vt:lpstr>
      <vt:lpstr>背景与目标</vt:lpstr>
      <vt:lpstr>项目意义</vt:lpstr>
      <vt:lpstr>技术栈与数据集</vt:lpstr>
      <vt:lpstr>核心工具与数据集介绍</vt:lpstr>
      <vt:lpstr>核心方案</vt:lpstr>
      <vt:lpstr>ETL输出结构化CSV</vt:lpstr>
      <vt:lpstr>DataEase看板设计</vt:lpstr>
      <vt:lpstr>作品预览</vt:lpstr>
      <vt:lpstr>总览大屏</vt:lpstr>
      <vt:lpstr>交互功能说明</vt:lpstr>
      <vt:lpstr>谢谢</vt:lpstr>
    </vt:vector>
  </TitlesOfParts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开源治理与运营驾驶舱——基于DataEase的Top300开源项目分析</dc:title>
  <dc:creator/>
  <cp:lastModifiedBy>WPS_1719700682</cp:lastModifiedBy>
  <cp:revision>2</cp:revision>
  <dcterms:created xsi:type="dcterms:W3CDTF">2025-12-27T10:08:00Z</dcterms:created>
  <dcterms:modified xsi:type="dcterms:W3CDTF">2025-12-27T10:51:03Z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KSOProductBuildVer">
    <vt:lpwstr>2052-12.1.0.23542</vt:lpwstr>
  </property>
  <property fmtid="{D5CDD505-2E9C-101B-9397-08002B2CF9AE}" pid="3" name="ICV">
    <vt:lpwstr>B75C98F4C40948689CB49D1002CA5FAC</vt:lpwstr>
  </property>
  <property fmtid="{D5CDD505-2E9C-101B-9397-08002B2CF9AE}" pid="4" name="KSOTemplateUUID">
    <vt:lpwstr>v1.0_ai_69796633058</vt:lpwstr>
  </property>
</Properties>
</file>