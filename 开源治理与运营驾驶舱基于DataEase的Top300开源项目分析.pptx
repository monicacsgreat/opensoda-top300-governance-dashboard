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6" r:id="rId6"/>
    <p:sldId id="267" r:id="rId7"/>
    <p:sldId id="279" r:id="rId8"/>
    <p:sldId id="268" r:id="rId9"/>
    <p:sldId id="269" r:id="rId10"/>
    <p:sldId id="272" r:id="rId11"/>
    <p:sldId id="285" r:id="rId12"/>
    <p:sldId id="274" r:id="rId13"/>
    <p:sldId id="275" r:id="rId14"/>
    <p:sldId id="276" r:id="rId15"/>
    <p:sldId id="277" r:id="rId16"/>
    <p:sldId id="282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9.xml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4" Type="http://schemas.openxmlformats.org/officeDocument/2006/relationships/tags" Target="../tags/tag24.xml"/><Relationship Id="rId13" Type="http://schemas.openxmlformats.org/officeDocument/2006/relationships/tags" Target="../tags/tag23.xml"/><Relationship Id="rId12" Type="http://schemas.openxmlformats.org/officeDocument/2006/relationships/tags" Target="../tags/tag22.xml"/><Relationship Id="rId11" Type="http://schemas.openxmlformats.org/officeDocument/2006/relationships/tags" Target="../tags/tag21.xml"/><Relationship Id="rId10" Type="http://schemas.openxmlformats.org/officeDocument/2006/relationships/tags" Target="../tags/tag20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7" Type="http://schemas.openxmlformats.org/officeDocument/2006/relationships/tags" Target="../tags/tag83.xml"/><Relationship Id="rId16" Type="http://schemas.openxmlformats.org/officeDocument/2006/relationships/tags" Target="../tags/tag82.xml"/><Relationship Id="rId15" Type="http://schemas.openxmlformats.org/officeDocument/2006/relationships/tags" Target="../tags/tag81.xml"/><Relationship Id="rId14" Type="http://schemas.openxmlformats.org/officeDocument/2006/relationships/tags" Target="../tags/tag80.xml"/><Relationship Id="rId13" Type="http://schemas.openxmlformats.org/officeDocument/2006/relationships/tags" Target="../tags/tag79.xml"/><Relationship Id="rId12" Type="http://schemas.openxmlformats.org/officeDocument/2006/relationships/tags" Target="../tags/tag78.xml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05.xml"/><Relationship Id="rId8" Type="http://schemas.openxmlformats.org/officeDocument/2006/relationships/tags" Target="../tags/tag104.xml"/><Relationship Id="rId7" Type="http://schemas.openxmlformats.org/officeDocument/2006/relationships/tags" Target="../tags/tag103.xml"/><Relationship Id="rId6" Type="http://schemas.openxmlformats.org/officeDocument/2006/relationships/tags" Target="../tags/tag102.xml"/><Relationship Id="rId5" Type="http://schemas.openxmlformats.org/officeDocument/2006/relationships/tags" Target="../tags/tag101.xml"/><Relationship Id="rId4" Type="http://schemas.openxmlformats.org/officeDocument/2006/relationships/tags" Target="../tags/tag100.xml"/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2" Type="http://schemas.openxmlformats.org/officeDocument/2006/relationships/tags" Target="../tags/tag108.xml"/><Relationship Id="rId11" Type="http://schemas.openxmlformats.org/officeDocument/2006/relationships/tags" Target="../tags/tag107.xml"/><Relationship Id="rId10" Type="http://schemas.openxmlformats.org/officeDocument/2006/relationships/tags" Target="../tags/tag10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116.xml"/><Relationship Id="rId8" Type="http://schemas.openxmlformats.org/officeDocument/2006/relationships/tags" Target="../tags/tag115.xml"/><Relationship Id="rId7" Type="http://schemas.openxmlformats.org/officeDocument/2006/relationships/tags" Target="../tags/tag114.xml"/><Relationship Id="rId6" Type="http://schemas.openxmlformats.org/officeDocument/2006/relationships/tags" Target="../tags/tag113.xml"/><Relationship Id="rId5" Type="http://schemas.openxmlformats.org/officeDocument/2006/relationships/tags" Target="../tags/tag112.xml"/><Relationship Id="rId4" Type="http://schemas.openxmlformats.org/officeDocument/2006/relationships/tags" Target="../tags/tag111.xml"/><Relationship Id="rId3" Type="http://schemas.openxmlformats.org/officeDocument/2006/relationships/tags" Target="../tags/tag110.xml"/><Relationship Id="rId2" Type="http://schemas.openxmlformats.org/officeDocument/2006/relationships/tags" Target="../tags/tag109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tags" Target="../tags/tag118.xml"/><Relationship Id="rId10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42.xml"/><Relationship Id="rId8" Type="http://schemas.openxmlformats.org/officeDocument/2006/relationships/tags" Target="../tags/tag141.xml"/><Relationship Id="rId7" Type="http://schemas.openxmlformats.org/officeDocument/2006/relationships/tags" Target="../tags/tag140.xml"/><Relationship Id="rId6" Type="http://schemas.openxmlformats.org/officeDocument/2006/relationships/tags" Target="../tags/tag139.xml"/><Relationship Id="rId5" Type="http://schemas.openxmlformats.org/officeDocument/2006/relationships/tags" Target="../tags/tag138.xml"/><Relationship Id="rId4" Type="http://schemas.openxmlformats.org/officeDocument/2006/relationships/tags" Target="../tags/tag137.xml"/><Relationship Id="rId3" Type="http://schemas.openxmlformats.org/officeDocument/2006/relationships/tags" Target="../tags/tag136.xml"/><Relationship Id="rId2" Type="http://schemas.openxmlformats.org/officeDocument/2006/relationships/tags" Target="../tags/tag135.xml"/><Relationship Id="rId17" Type="http://schemas.openxmlformats.org/officeDocument/2006/relationships/tags" Target="../tags/tag150.xml"/><Relationship Id="rId16" Type="http://schemas.openxmlformats.org/officeDocument/2006/relationships/tags" Target="../tags/tag149.xml"/><Relationship Id="rId15" Type="http://schemas.openxmlformats.org/officeDocument/2006/relationships/tags" Target="../tags/tag148.xml"/><Relationship Id="rId14" Type="http://schemas.openxmlformats.org/officeDocument/2006/relationships/tags" Target="../tags/tag147.xml"/><Relationship Id="rId13" Type="http://schemas.openxmlformats.org/officeDocument/2006/relationships/tags" Target="../tags/tag146.xml"/><Relationship Id="rId12" Type="http://schemas.openxmlformats.org/officeDocument/2006/relationships/tags" Target="../tags/tag145.xml"/><Relationship Id="rId11" Type="http://schemas.openxmlformats.org/officeDocument/2006/relationships/tags" Target="../tags/tag144.xml"/><Relationship Id="rId10" Type="http://schemas.openxmlformats.org/officeDocument/2006/relationships/tags" Target="../tags/tag143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58.xml"/><Relationship Id="rId8" Type="http://schemas.openxmlformats.org/officeDocument/2006/relationships/tags" Target="../tags/tag157.xml"/><Relationship Id="rId7" Type="http://schemas.openxmlformats.org/officeDocument/2006/relationships/tags" Target="../tags/tag156.xml"/><Relationship Id="rId6" Type="http://schemas.openxmlformats.org/officeDocument/2006/relationships/tags" Target="../tags/tag155.xml"/><Relationship Id="rId5" Type="http://schemas.openxmlformats.org/officeDocument/2006/relationships/tags" Target="../tags/tag154.xml"/><Relationship Id="rId4" Type="http://schemas.openxmlformats.org/officeDocument/2006/relationships/tags" Target="../tags/tag153.xml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8" Type="http://schemas.openxmlformats.org/officeDocument/2006/relationships/tags" Target="../tags/tag167.xml"/><Relationship Id="rId17" Type="http://schemas.openxmlformats.org/officeDocument/2006/relationships/tags" Target="../tags/tag166.xml"/><Relationship Id="rId16" Type="http://schemas.openxmlformats.org/officeDocument/2006/relationships/tags" Target="../tags/tag165.xml"/><Relationship Id="rId15" Type="http://schemas.openxmlformats.org/officeDocument/2006/relationships/tags" Target="../tags/tag164.xml"/><Relationship Id="rId14" Type="http://schemas.openxmlformats.org/officeDocument/2006/relationships/tags" Target="../tags/tag163.xml"/><Relationship Id="rId13" Type="http://schemas.openxmlformats.org/officeDocument/2006/relationships/tags" Target="../tags/tag162.xml"/><Relationship Id="rId12" Type="http://schemas.openxmlformats.org/officeDocument/2006/relationships/tags" Target="../tags/tag161.xml"/><Relationship Id="rId11" Type="http://schemas.openxmlformats.org/officeDocument/2006/relationships/tags" Target="../tags/tag160.xml"/><Relationship Id="rId10" Type="http://schemas.openxmlformats.org/officeDocument/2006/relationships/tags" Target="../tags/tag15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172.xml"/><Relationship Id="rId5" Type="http://schemas.openxmlformats.org/officeDocument/2006/relationships/tags" Target="../tags/tag171.xml"/><Relationship Id="rId4" Type="http://schemas.openxmlformats.org/officeDocument/2006/relationships/tags" Target="../tags/tag170.xml"/><Relationship Id="rId3" Type="http://schemas.openxmlformats.org/officeDocument/2006/relationships/tags" Target="../tags/tag169.xml"/><Relationship Id="rId2" Type="http://schemas.openxmlformats.org/officeDocument/2006/relationships/tags" Target="../tags/tag168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182.xml"/><Relationship Id="rId6" Type="http://schemas.openxmlformats.org/officeDocument/2006/relationships/tags" Target="../tags/tag181.xml"/><Relationship Id="rId5" Type="http://schemas.openxmlformats.org/officeDocument/2006/relationships/tags" Target="../tags/tag180.xml"/><Relationship Id="rId4" Type="http://schemas.openxmlformats.org/officeDocument/2006/relationships/tags" Target="../tags/tag179.xml"/><Relationship Id="rId3" Type="http://schemas.openxmlformats.org/officeDocument/2006/relationships/tags" Target="../tags/tag178.xml"/><Relationship Id="rId2" Type="http://schemas.openxmlformats.org/officeDocument/2006/relationships/tags" Target="../tags/tag177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90.xml"/><Relationship Id="rId8" Type="http://schemas.openxmlformats.org/officeDocument/2006/relationships/tags" Target="../tags/tag189.xml"/><Relationship Id="rId7" Type="http://schemas.openxmlformats.org/officeDocument/2006/relationships/tags" Target="../tags/tag188.xml"/><Relationship Id="rId6" Type="http://schemas.openxmlformats.org/officeDocument/2006/relationships/tags" Target="../tags/tag187.xml"/><Relationship Id="rId5" Type="http://schemas.openxmlformats.org/officeDocument/2006/relationships/tags" Target="../tags/tag186.xml"/><Relationship Id="rId4" Type="http://schemas.openxmlformats.org/officeDocument/2006/relationships/tags" Target="../tags/tag185.xml"/><Relationship Id="rId3" Type="http://schemas.openxmlformats.org/officeDocument/2006/relationships/tags" Target="../tags/tag184.xml"/><Relationship Id="rId2" Type="http://schemas.openxmlformats.org/officeDocument/2006/relationships/tags" Target="../tags/tag183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97.xml"/><Relationship Id="rId3" Type="http://schemas.openxmlformats.org/officeDocument/2006/relationships/tags" Target="../tags/tag196.xml"/><Relationship Id="rId2" Type="http://schemas.openxmlformats.org/officeDocument/2006/relationships/tags" Target="../tags/tag195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211.xml"/><Relationship Id="rId7" Type="http://schemas.openxmlformats.org/officeDocument/2006/relationships/image" Target="../media/image2.svg"/><Relationship Id="rId6" Type="http://schemas.openxmlformats.org/officeDocument/2006/relationships/image" Target="../media/image1.png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6" Type="http://schemas.openxmlformats.org/officeDocument/2006/relationships/tags" Target="../tags/tag217.xml"/><Relationship Id="rId15" Type="http://schemas.openxmlformats.org/officeDocument/2006/relationships/tags" Target="../tags/tag216.xml"/><Relationship Id="rId14" Type="http://schemas.openxmlformats.org/officeDocument/2006/relationships/tags" Target="../tags/tag215.xml"/><Relationship Id="rId13" Type="http://schemas.openxmlformats.org/officeDocument/2006/relationships/tags" Target="../tags/tag214.xml"/><Relationship Id="rId12" Type="http://schemas.openxmlformats.org/officeDocument/2006/relationships/tags" Target="../tags/tag213.xml"/><Relationship Id="rId11" Type="http://schemas.openxmlformats.org/officeDocument/2006/relationships/tags" Target="../tags/tag212.xml"/><Relationship Id="rId10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tags" Target="../tags/tag232.xml"/><Relationship Id="rId7" Type="http://schemas.openxmlformats.org/officeDocument/2006/relationships/tags" Target="../tags/tag231.xml"/><Relationship Id="rId6" Type="http://schemas.openxmlformats.org/officeDocument/2006/relationships/tags" Target="../tags/tag230.xml"/><Relationship Id="rId5" Type="http://schemas.openxmlformats.org/officeDocument/2006/relationships/tags" Target="../tags/tag229.xml"/><Relationship Id="rId4" Type="http://schemas.openxmlformats.org/officeDocument/2006/relationships/tags" Target="../tags/tag228.xml"/><Relationship Id="rId3" Type="http://schemas.openxmlformats.org/officeDocument/2006/relationships/tags" Target="../tags/tag227.xml"/><Relationship Id="rId2" Type="http://schemas.openxmlformats.org/officeDocument/2006/relationships/tags" Target="../tags/tag226.xml"/><Relationship Id="rId15" Type="http://schemas.openxmlformats.org/officeDocument/2006/relationships/tags" Target="../tags/tag235.xml"/><Relationship Id="rId14" Type="http://schemas.openxmlformats.org/officeDocument/2006/relationships/tags" Target="../tags/tag234.xml"/><Relationship Id="rId13" Type="http://schemas.openxmlformats.org/officeDocument/2006/relationships/image" Target="../media/image8.svg"/><Relationship Id="rId12" Type="http://schemas.openxmlformats.org/officeDocument/2006/relationships/image" Target="../media/image3.png"/><Relationship Id="rId11" Type="http://schemas.openxmlformats.org/officeDocument/2006/relationships/tags" Target="../tags/tag233.xml"/><Relationship Id="rId10" Type="http://schemas.openxmlformats.org/officeDocument/2006/relationships/image" Target="../media/image7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43.xml"/><Relationship Id="rId8" Type="http://schemas.openxmlformats.org/officeDocument/2006/relationships/tags" Target="../tags/tag242.xml"/><Relationship Id="rId7" Type="http://schemas.openxmlformats.org/officeDocument/2006/relationships/tags" Target="../tags/tag241.xml"/><Relationship Id="rId6" Type="http://schemas.openxmlformats.org/officeDocument/2006/relationships/tags" Target="../tags/tag240.xml"/><Relationship Id="rId5" Type="http://schemas.openxmlformats.org/officeDocument/2006/relationships/tags" Target="../tags/tag239.xml"/><Relationship Id="rId4" Type="http://schemas.openxmlformats.org/officeDocument/2006/relationships/tags" Target="../tags/tag238.xml"/><Relationship Id="rId3" Type="http://schemas.openxmlformats.org/officeDocument/2006/relationships/tags" Target="../tags/tag237.xml"/><Relationship Id="rId2" Type="http://schemas.openxmlformats.org/officeDocument/2006/relationships/tags" Target="../tags/tag236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4798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10972800" cy="2336800"/>
          </a:xfrm>
          <a:custGeom>
            <a:avLst/>
            <a:gdLst>
              <a:gd name="connisteX0" fmla="*/ 0 w 10972800"/>
              <a:gd name="connsiteY0" fmla="*/ 203200 h 2336800"/>
              <a:gd name="connisteX1" fmla="*/ 203200 w 10972800"/>
              <a:gd name="connsiteY1" fmla="*/ 0 h 2336800"/>
              <a:gd name="connisteX2" fmla="*/ 10769600 w 10972800"/>
              <a:gd name="connsiteY2" fmla="*/ 0 h 2336800"/>
              <a:gd name="connisteX3" fmla="*/ 10972800 w 10972800"/>
              <a:gd name="connsiteY3" fmla="*/ 203200 h 2336800"/>
              <a:gd name="connisteX4" fmla="*/ 10972800 w 10972800"/>
              <a:gd name="connsiteY4" fmla="*/ 2133600 h 2336800"/>
              <a:gd name="connisteX5" fmla="*/ 10769600 w 10972800"/>
              <a:gd name="connsiteY5" fmla="*/ 2336800 h 2336800"/>
              <a:gd name="connisteX6" fmla="*/ 203200 w 10972800"/>
              <a:gd name="connsiteY6" fmla="*/ 2336800 h 2336800"/>
              <a:gd name="connisteX7" fmla="*/ 0 w 10972800"/>
              <a:gd name="connsiteY7" fmla="*/ 2133600 h 2336800"/>
              <a:gd name="connisteX8" fmla="*/ 0 w 10972800"/>
              <a:gd name="connsiteY8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133600"/>
                </a:lnTo>
                <a:cubicBezTo>
                  <a:pt x="10972800" y="2245824"/>
                  <a:pt x="10881824" y="2336800"/>
                  <a:pt x="10769600" y="2336800"/>
                </a:cubicBezTo>
                <a:lnTo>
                  <a:pt x="203200" y="2336800"/>
                </a:lnTo>
                <a:cubicBezTo>
                  <a:pt x="90976" y="2336800"/>
                  <a:pt x="0" y="2245824"/>
                  <a:pt x="0" y="2133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4704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4704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8331200" y="44704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8331200" y="50292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096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3688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3" hasCustomPrompt="1"/>
            <p:custDataLst>
              <p:tags r:id="rId10"/>
            </p:custDataLst>
          </p:nvPr>
        </p:nvSpPr>
        <p:spPr>
          <a:xfrm>
            <a:off x="43688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6736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8128000" y="17272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8128000" y="2286000"/>
            <a:ext cx="3454400" cy="3759200"/>
          </a:xfrm>
          <a:custGeom>
            <a:avLst/>
            <a:gdLst>
              <a:gd name="connisteX0" fmla="*/ 0 w 3454400"/>
              <a:gd name="connsiteY0" fmla="*/ 203200 h 3759200"/>
              <a:gd name="connisteX1" fmla="*/ 203200 w 3454400"/>
              <a:gd name="connsiteY1" fmla="*/ 0 h 3759200"/>
              <a:gd name="connisteX2" fmla="*/ 3251200 w 3454400"/>
              <a:gd name="connsiteY2" fmla="*/ 0 h 3759200"/>
              <a:gd name="connisteX3" fmla="*/ 3454400 w 3454400"/>
              <a:gd name="connsiteY3" fmla="*/ 203200 h 3759200"/>
              <a:gd name="connisteX4" fmla="*/ 3454400 w 3454400"/>
              <a:gd name="connsiteY4" fmla="*/ 3556000 h 3759200"/>
              <a:gd name="connisteX5" fmla="*/ 3251200 w 3454400"/>
              <a:gd name="connsiteY5" fmla="*/ 3759200 h 3759200"/>
              <a:gd name="connisteX6" fmla="*/ 203200 w 3454400"/>
              <a:gd name="connsiteY6" fmla="*/ 3759200 h 3759200"/>
              <a:gd name="connisteX7" fmla="*/ 0 w 3454400"/>
              <a:gd name="connsiteY7" fmla="*/ 3556000 h 3759200"/>
              <a:gd name="connisteX8" fmla="*/ 0 w 3454400"/>
              <a:gd name="connsiteY8" fmla="*/ 203200 h 375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759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556000"/>
                </a:lnTo>
                <a:cubicBezTo>
                  <a:pt x="3454400" y="3668224"/>
                  <a:pt x="3363424" y="3759200"/>
                  <a:pt x="3251200" y="3759200"/>
                </a:cubicBezTo>
                <a:lnTo>
                  <a:pt x="203200" y="3759200"/>
                </a:lnTo>
                <a:cubicBezTo>
                  <a:pt x="90976" y="3759200"/>
                  <a:pt x="0" y="3668224"/>
                  <a:pt x="0" y="35560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2946400"/>
            <a:ext cx="2844800" cy="2438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9_1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5" hasCustomPrompt="1"/>
            <p:custDataLst>
              <p:tags r:id="rId6"/>
            </p:custDataLst>
          </p:nvPr>
        </p:nvSpPr>
        <p:spPr>
          <a:xfrm>
            <a:off x="16256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18732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6096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6096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54864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57340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4704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44704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9347200" y="2260600"/>
            <a:ext cx="1219200" cy="1219200"/>
          </a:xfrm>
          <a:custGeom>
            <a:avLst/>
            <a:gdLst>
              <a:gd name="connisteX0" fmla="*/ 0 w 1219200"/>
              <a:gd name="connsiteY0" fmla="*/ 304800 h 1219200"/>
              <a:gd name="connisteX1" fmla="*/ 304800 w 1219200"/>
              <a:gd name="connsiteY1" fmla="*/ 0 h 1219200"/>
              <a:gd name="connisteX2" fmla="*/ 914400 w 1219200"/>
              <a:gd name="connsiteY2" fmla="*/ 0 h 1219200"/>
              <a:gd name="connisteX3" fmla="*/ 1219200 w 1219200"/>
              <a:gd name="connsiteY3" fmla="*/ 304800 h 1219200"/>
              <a:gd name="connisteX4" fmla="*/ 1219200 w 1219200"/>
              <a:gd name="connsiteY4" fmla="*/ 914400 h 1219200"/>
              <a:gd name="connisteX5" fmla="*/ 914400 w 1219200"/>
              <a:gd name="connsiteY5" fmla="*/ 1219200 h 1219200"/>
              <a:gd name="connisteX6" fmla="*/ 304800 w 1219200"/>
              <a:gd name="connsiteY6" fmla="*/ 1219200 h 1219200"/>
              <a:gd name="connisteX7" fmla="*/ 0 w 1219200"/>
              <a:gd name="connsiteY7" fmla="*/ 914400 h 1219200"/>
              <a:gd name="connisteX8" fmla="*/ 0 w 1219200"/>
              <a:gd name="connsiteY8" fmla="*/ 304800 h 1219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219200" h="1219200">
                <a:moveTo>
                  <a:pt x="0" y="304800"/>
                </a:moveTo>
                <a:cubicBezTo>
                  <a:pt x="0" y="136464"/>
                  <a:pt x="136464" y="0"/>
                  <a:pt x="304800" y="0"/>
                </a:cubicBezTo>
                <a:lnTo>
                  <a:pt x="914400" y="0"/>
                </a:lnTo>
                <a:cubicBezTo>
                  <a:pt x="1082736" y="0"/>
                  <a:pt x="1219200" y="136464"/>
                  <a:pt x="1219200" y="304800"/>
                </a:cubicBezTo>
                <a:lnTo>
                  <a:pt x="1219200" y="914400"/>
                </a:lnTo>
                <a:cubicBezTo>
                  <a:pt x="1219200" y="1082736"/>
                  <a:pt x="1082736" y="1219200"/>
                  <a:pt x="914400" y="1219200"/>
                </a:cubicBezTo>
                <a:lnTo>
                  <a:pt x="304800" y="1219200"/>
                </a:lnTo>
                <a:cubicBezTo>
                  <a:pt x="136464" y="1219200"/>
                  <a:pt x="0" y="1082736"/>
                  <a:pt x="0" y="914400"/>
                </a:cubicBezTo>
                <a:lnTo>
                  <a:pt x="0" y="3048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9594850" y="2565400"/>
            <a:ext cx="723900" cy="609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8331200" y="37846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8331200" y="4292600"/>
            <a:ext cx="325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3688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43688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128000" y="38608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128000" y="4419600"/>
            <a:ext cx="345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5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4521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45212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50292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3556000"/>
            <a:ext cx="3454400" cy="2692400"/>
          </a:xfrm>
          <a:custGeom>
            <a:avLst/>
            <a:gdLst>
              <a:gd name="connisteX0" fmla="*/ 0 w 3454400"/>
              <a:gd name="connsiteY0" fmla="*/ 0 h 2692400"/>
              <a:gd name="connisteX1" fmla="*/ 3454400 w 3454400"/>
              <a:gd name="connsiteY1" fmla="*/ 0 h 2692400"/>
              <a:gd name="connisteX2" fmla="*/ 3454400 w 3454400"/>
              <a:gd name="connsiteY2" fmla="*/ 2489200 h 2692400"/>
              <a:gd name="connisteX3" fmla="*/ 3251200 w 3454400"/>
              <a:gd name="connsiteY3" fmla="*/ 2692400 h 2692400"/>
              <a:gd name="connisteX4" fmla="*/ 203200 w 3454400"/>
              <a:gd name="connsiteY4" fmla="*/ 2692400 h 2692400"/>
              <a:gd name="connisteX5" fmla="*/ 0 w 3454400"/>
              <a:gd name="connsiteY5" fmla="*/ 2489200 h 2692400"/>
              <a:gd name="connisteX6" fmla="*/ 0 w 34544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692400">
                <a:moveTo>
                  <a:pt x="0" y="0"/>
                </a:moveTo>
                <a:lnTo>
                  <a:pt x="3454400" y="0"/>
                </a:lnTo>
                <a:lnTo>
                  <a:pt x="3454400" y="2489200"/>
                </a:lnTo>
                <a:cubicBezTo>
                  <a:pt x="3454400" y="2601424"/>
                  <a:pt x="3363424" y="2692400"/>
                  <a:pt x="32512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7592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2164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29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7391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8610600" y="0"/>
            <a:ext cx="3581400" cy="6858000"/>
          </a:xfrm>
          <a:custGeom>
            <a:avLst/>
            <a:gdLst>
              <a:gd name="connisteX0" fmla="*/ 0 w 3581400"/>
              <a:gd name="connsiteY0" fmla="*/ 0 h 6858000"/>
              <a:gd name="connisteX1" fmla="*/ 3581400 w 3581400"/>
              <a:gd name="connsiteY1" fmla="*/ 0 h 6858000"/>
              <a:gd name="connisteX2" fmla="*/ 3581400 w 3581400"/>
              <a:gd name="connsiteY2" fmla="*/ 6858000 h 6858000"/>
              <a:gd name="connisteX3" fmla="*/ 0 w 3581400"/>
              <a:gd name="connsiteY3" fmla="*/ 6858000 h 6858000"/>
              <a:gd name="connisteX4" fmla="*/ 0 w 3581400"/>
              <a:gd name="connsiteY4" fmla="*/ 0 h 685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3581400" h="6858000">
                <a:moveTo>
                  <a:pt x="0" y="0"/>
                </a:moveTo>
                <a:lnTo>
                  <a:pt x="3581400" y="0"/>
                </a:lnTo>
                <a:lnTo>
                  <a:pt x="35814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22860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7940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37084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42164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762000" y="5130800"/>
            <a:ext cx="7239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762000" y="5638800"/>
            <a:ext cx="72390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1524000"/>
            <a:ext cx="5334000" cy="2692400"/>
          </a:xfrm>
          <a:custGeom>
            <a:avLst/>
            <a:gdLst>
              <a:gd name="connisteX0" fmla="*/ 0 w 5334000"/>
              <a:gd name="connsiteY0" fmla="*/ 203200 h 2692400"/>
              <a:gd name="connisteX1" fmla="*/ 203200 w 5334000"/>
              <a:gd name="connsiteY1" fmla="*/ 0 h 2692400"/>
              <a:gd name="connisteX2" fmla="*/ 5130800 w 5334000"/>
              <a:gd name="connsiteY2" fmla="*/ 0 h 2692400"/>
              <a:gd name="connisteX3" fmla="*/ 5334000 w 5334000"/>
              <a:gd name="connsiteY3" fmla="*/ 203200 h 2692400"/>
              <a:gd name="connisteX4" fmla="*/ 5334000 w 5334000"/>
              <a:gd name="connsiteY4" fmla="*/ 2692400 h 2692400"/>
              <a:gd name="connisteX5" fmla="*/ 0 w 5334000"/>
              <a:gd name="connsiteY5" fmla="*/ 2692400 h 2692400"/>
              <a:gd name="connisteX6" fmla="*/ 0 w 5334000"/>
              <a:gd name="connsiteY6" fmla="*/ 20320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692400"/>
                </a:lnTo>
                <a:lnTo>
                  <a:pt x="0" y="2692400"/>
                </a:ln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1727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2184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8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52578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0 h 5638800"/>
              <a:gd name="connisteX1" fmla="*/ 4038600 w 4038600"/>
              <a:gd name="connsiteY1" fmla="*/ 0 h 5638800"/>
              <a:gd name="connisteX2" fmla="*/ 4038600 w 4038600"/>
              <a:gd name="connsiteY2" fmla="*/ 5638800 h 5638800"/>
              <a:gd name="connisteX3" fmla="*/ 0 w 4038600"/>
              <a:gd name="connsiteY3" fmla="*/ 5638800 h 5638800"/>
              <a:gd name="connisteX4" fmla="*/ 0 w 40386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4038600" h="5638800">
                <a:moveTo>
                  <a:pt x="0" y="0"/>
                </a:moveTo>
                <a:lnTo>
                  <a:pt x="4038600" y="0"/>
                </a:lnTo>
                <a:lnTo>
                  <a:pt x="40386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5257800" y="1676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5410200" y="16764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410200" y="21844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52578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54102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54102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52578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54102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4102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3" hasCustomPrompt="1"/>
            <p:custDataLst>
              <p:tags r:id="rId7"/>
            </p:custDataLst>
          </p:nvPr>
        </p:nvSpPr>
        <p:spPr>
          <a:xfrm>
            <a:off x="9144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5" hasCustomPrompt="1"/>
            <p:custDataLst>
              <p:tags r:id="rId11"/>
            </p:custDataLst>
          </p:nvPr>
        </p:nvSpPr>
        <p:spPr>
          <a:xfrm>
            <a:off x="46736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46736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46736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6" hasCustomPrompt="1"/>
            <p:custDataLst>
              <p:tags r:id="rId14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8432800" y="1828800"/>
            <a:ext cx="2844800" cy="19304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432800" y="39624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7"/>
            </p:custDataLst>
          </p:nvPr>
        </p:nvSpPr>
        <p:spPr>
          <a:xfrm>
            <a:off x="8432800" y="44196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5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7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398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" descr="7b0a20202020227461726765744d6f64756c65223a202270726f636573734f6e6c696e65466f6e7473220a7d0a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08330" y="1376045"/>
            <a:ext cx="1096899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标题" descr="7b0a20202020227461726765744d6f64756c65223a202270726f636573734f6e6c696e65466f6e7473220a7d0a"/>
          <p:cNvSpPr txBox="1">
            <a:spLocks noGrp="1"/>
          </p:cNvSpPr>
          <p:nvPr>
            <p:ph type="title" idx="2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820489" y="734130"/>
            <a:ext cx="10248193" cy="64633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6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 dirty="0" err="1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正文"/>
          <p:cNvSpPr txBox="1">
            <a:spLocks noGrp="1"/>
          </p:cNvSpPr>
          <p:nvPr>
            <p:ph idx="3"/>
            <p:custDataLst>
              <p:tags r:id="rId2"/>
            </p:custDataLst>
          </p:nvPr>
        </p:nvSpPr>
        <p:spPr>
          <a:xfrm>
            <a:off x="6400805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3"/>
            </p:custDataLst>
          </p:nvPr>
        </p:nvSpPr>
        <p:spPr>
          <a:xfrm>
            <a:off x="608400" y="1490357"/>
            <a:ext cx="5176800" cy="4759236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1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文"/>
          <p:cNvSpPr txBox="1">
            <a:spLocks noGrp="1"/>
          </p:cNvSpPr>
          <p:nvPr>
            <p:ph idx="5"/>
            <p:custDataLst>
              <p:tags r:id="rId2"/>
            </p:custDataLst>
          </p:nvPr>
        </p:nvSpPr>
        <p:spPr>
          <a:xfrm>
            <a:off x="62352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3"/>
            </p:custDataLst>
          </p:nvPr>
        </p:nvSpPr>
        <p:spPr>
          <a:xfrm>
            <a:off x="62352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1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608400" y="1429200"/>
            <a:ext cx="5342400" cy="40011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标题"/>
          <p:cNvSpPr txBox="1">
            <a:spLocks noGrp="1"/>
          </p:cNvSpPr>
          <p:nvPr>
            <p:ph type="title" idx="1"/>
            <p:custDataLst>
              <p:tags r:id="rId6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" descr="7b0a20202020227461726765744d6f64756c65223a202270726f636573734f6e6c696e65466f6e7473220a7d0a"/>
          <p:cNvSpPr txBox="1"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MiSans Normal" panose="00000500000000000000" charset="-122"/>
                <a:ea typeface="MiSans Normal" panose="00000500000000000000" charset="-122"/>
                <a:cs typeface="MiSans Normal" panose="000005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50000"/>
                    <a:lumOff val="50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</a:pPr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0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Normal" panose="000005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/>
            <p:custDataLst>
              <p:tags r:id="rId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600" b="0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任意多边形: 形状 37"/>
          <p:cNvSpPr/>
          <p:nvPr>
            <p:custDataLst>
              <p:tags r:id="rId2"/>
            </p:custDataLst>
          </p:nvPr>
        </p:nvSpPr>
        <p:spPr>
          <a:xfrm flipH="1" flipV="1">
            <a:off x="0" y="-4767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6" name="椭圆 15"/>
          <p:cNvSpPr/>
          <p:nvPr>
            <p:custDataLst>
              <p:tags r:id="rId3"/>
            </p:custDataLst>
          </p:nvPr>
        </p:nvSpPr>
        <p:spPr>
          <a:xfrm>
            <a:off x="9721215" y="1270"/>
            <a:ext cx="2416810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11" name="椭圆 10"/>
          <p:cNvSpPr/>
          <p:nvPr>
            <p:custDataLst>
              <p:tags r:id="rId4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pic>
        <p:nvPicPr>
          <p:cNvPr id="10" name="图形 1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pic>
        <p:nvPicPr>
          <p:cNvPr id="19" name="图形 16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11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16386"/>
            <p:custDataLst>
              <p:tags r:id="rId12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7" name="Text Placeholder 16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2145771" y="1981200"/>
            <a:ext cx="7875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6387"/>
            <p:custDataLst>
              <p:tags r:id="rId1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" descr="7b0a20202020227461726765744d6f64756c65223a202270726f636573734f6e6c696e65466f6e7473220a7d0a"/>
          <p:cNvSpPr txBox="1">
            <a:spLocks noGrp="1"/>
          </p:cNvSpPr>
          <p:nvPr>
            <p:ph type="title" idx="16388" hasCustomPrompt="1"/>
            <p:custDataLst>
              <p:tags r:id="rId15"/>
            </p:custDataLst>
          </p:nvPr>
        </p:nvSpPr>
        <p:spPr>
          <a:xfrm>
            <a:off x="1903677" y="2489200"/>
            <a:ext cx="8384646" cy="18796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单击此处添加文档标题</a:t>
            </a:r>
            <a:endParaRPr dirty="0">
              <a:sym typeface="+mn-ea"/>
            </a:endParaRPr>
          </a:p>
        </p:txBody>
      </p:sp>
      <p:sp>
        <p:nvSpPr>
          <p:cNvPr id="8" name="副标题" descr="7b0a20202020227461726765744d6f64756c65223a202270726f636573734f6e6c696e65466f6e7473220a7d0a"/>
          <p:cNvSpPr txBox="1"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4812859" y="4419600"/>
            <a:ext cx="2540882" cy="5334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20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BY WPS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>
            <p:custDataLst>
              <p:tags r:id="rId2"/>
            </p:custDataLst>
          </p:nvPr>
        </p:nvSpPr>
        <p:spPr>
          <a:xfrm>
            <a:off x="635" y="2720975"/>
            <a:ext cx="4062095" cy="4137025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  <a:effectLst>
            <a:softEdge rad="1155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>
                  <a:alpha val="0"/>
                </a:schemeClr>
              </a:solidFill>
              <a:cs typeface="MiSans Normal" panose="00000500000000000000" charset="-122"/>
            </a:endParaRPr>
          </a:p>
        </p:txBody>
      </p:sp>
      <p:sp>
        <p:nvSpPr>
          <p:cNvPr id="9" name="椭圆 8"/>
          <p:cNvSpPr/>
          <p:nvPr>
            <p:custDataLst>
              <p:tags r:id="rId3"/>
            </p:custDataLst>
          </p:nvPr>
        </p:nvSpPr>
        <p:spPr>
          <a:xfrm>
            <a:off x="9669780" y="635"/>
            <a:ext cx="2522855" cy="234886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/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pic>
        <p:nvPicPr>
          <p:cNvPr id="13" name="图形 10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5136" y="3207049"/>
            <a:ext cx="2155313" cy="352463"/>
          </a:xfrm>
          <a:prstGeom prst="rect">
            <a:avLst/>
          </a:prstGeom>
        </p:spPr>
      </p:pic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7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530600"/>
            <a:ext cx="6352117" cy="1524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单击此处添加章节标题</a:t>
            </a:r>
            <a:endParaRPr>
              <a:sym typeface="+mn-ea"/>
            </a:endParaRPr>
          </a:p>
        </p:txBody>
      </p:sp>
      <p:sp>
        <p:nvSpPr>
          <p:cNvPr id="8" name="节编号"/>
          <p:cNvSpPr txBox="1"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1016000" y="1905000"/>
            <a:ext cx="1527175" cy="15240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en-US" altLang="zh-CN" sz="7200" b="0" i="0" u="none" strike="noStrike" kern="1200" cap="none" spc="0" normalizeH="0" baseline="0" noProof="1" dirty="0">
                <a:ln>
                  <a:solidFill>
                    <a:schemeClr val="accent1"/>
                  </a:solidFill>
                </a:ln>
                <a:noFill/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椭圆 11"/>
          <p:cNvSpPr/>
          <p:nvPr userDrawn="1">
            <p:custDataLst>
              <p:tags r:id="rId2"/>
            </p:custDataLst>
          </p:nvPr>
        </p:nvSpPr>
        <p:spPr>
          <a:xfrm>
            <a:off x="9721215" y="1270"/>
            <a:ext cx="2470785" cy="2159635"/>
          </a:xfrm>
          <a:prstGeom prst="ellipse">
            <a:avLst/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7200000" scaled="0"/>
          </a:gradFill>
          <a:ln>
            <a:noFill/>
          </a:ln>
          <a:effectLst>
            <a:softEdge rad="8509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任意多边形: 形状 37"/>
          <p:cNvSpPr/>
          <p:nvPr userDrawn="1">
            <p:custDataLst>
              <p:tags r:id="rId3"/>
            </p:custDataLst>
          </p:nvPr>
        </p:nvSpPr>
        <p:spPr>
          <a:xfrm flipH="1" flipV="1">
            <a:off x="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47000">
                <a:schemeClr val="accent1">
                  <a:lumMod val="20000"/>
                  <a:lumOff val="80000"/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椭圆 9"/>
          <p:cNvSpPr/>
          <p:nvPr userDrawn="1">
            <p:custDataLst>
              <p:tags r:id="rId4"/>
            </p:custDataLst>
          </p:nvPr>
        </p:nvSpPr>
        <p:spPr>
          <a:xfrm rot="20622537">
            <a:off x="2338705" y="2000885"/>
            <a:ext cx="7515225" cy="203962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MiSans Normal" panose="00000500000000000000" charset="-122"/>
            </a:endParaRPr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pic>
        <p:nvPicPr>
          <p:cNvPr id="14" name="图形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2700000">
            <a:off x="7799705" y="1013460"/>
            <a:ext cx="1157605" cy="1157605"/>
          </a:xfrm>
          <a:prstGeom prst="rect">
            <a:avLst/>
          </a:prstGeom>
        </p:spPr>
      </p:pic>
      <p:pic>
        <p:nvPicPr>
          <p:cNvPr id="15" name="图形 16"/>
          <p:cNvPicPr>
            <a:picLocks noChangeAspect="1"/>
          </p:cNvPicPr>
          <p:nvPr userDrawn="1">
            <p:custDataLst>
              <p:tags r:id="rId11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flipH="1">
            <a:off x="10212943" y="5334181"/>
            <a:ext cx="1427948" cy="1427948"/>
          </a:xfrm>
          <a:prstGeom prst="rect">
            <a:avLst/>
          </a:prstGeom>
        </p:spPr>
      </p:pic>
      <p:sp>
        <p:nvSpPr>
          <p:cNvPr id="17" name="Subtitle 16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8" name="标题"/>
          <p:cNvSpPr txBox="1">
            <a:spLocks noGrp="1"/>
          </p:cNvSpPr>
          <p:nvPr>
            <p:ph type="title" idx="16388" hasCustomPrompt="1"/>
            <p:custDataLst>
              <p:tags r:id="rId15"/>
            </p:custDataLst>
          </p:nvPr>
        </p:nvSpPr>
        <p:spPr>
          <a:xfrm>
            <a:off x="3364089" y="3175000"/>
            <a:ext cx="5451122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0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Normal" panose="000005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3" Type="http://schemas.openxmlformats.org/officeDocument/2006/relationships/theme" Target="../theme/theme2.xml"/><Relationship Id="rId32" Type="http://schemas.openxmlformats.org/officeDocument/2006/relationships/tags" Target="../tags/tag260.xml"/><Relationship Id="rId31" Type="http://schemas.openxmlformats.org/officeDocument/2006/relationships/tags" Target="../tags/tag259.xml"/><Relationship Id="rId30" Type="http://schemas.openxmlformats.org/officeDocument/2006/relationships/tags" Target="../tags/tag258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57.xml"/><Relationship Id="rId28" Type="http://schemas.openxmlformats.org/officeDocument/2006/relationships/tags" Target="../tags/tag256.xml"/><Relationship Id="rId27" Type="http://schemas.openxmlformats.org/officeDocument/2006/relationships/tags" Target="../tags/tag255.xml"/><Relationship Id="rId26" Type="http://schemas.openxmlformats.org/officeDocument/2006/relationships/tags" Target="../tags/tag254.xml"/><Relationship Id="rId25" Type="http://schemas.openxmlformats.org/officeDocument/2006/relationships/tags" Target="../tags/tag253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37"/>
          <p:cNvSpPr/>
          <p:nvPr>
            <p:custDataLst>
              <p:tags r:id="rId25"/>
            </p:custDataLst>
          </p:nvPr>
        </p:nvSpPr>
        <p:spPr>
          <a:xfrm flipV="1">
            <a:off x="5674360" y="1905"/>
            <a:ext cx="6517640" cy="6856095"/>
          </a:xfrm>
          <a:custGeom>
            <a:avLst/>
            <a:gdLst>
              <a:gd name="connsiteX0" fmla="*/ 11073245 w 11073245"/>
              <a:gd name="connsiteY0" fmla="*/ 7199311 h 7199311"/>
              <a:gd name="connsiteX1" fmla="*/ 0 w 11073245"/>
              <a:gd name="connsiteY1" fmla="*/ 7199311 h 7199311"/>
              <a:gd name="connsiteX2" fmla="*/ 0 w 11073245"/>
              <a:gd name="connsiteY2" fmla="*/ 0 h 7199311"/>
              <a:gd name="connsiteX3" fmla="*/ 11073245 w 11073245"/>
              <a:gd name="connsiteY3" fmla="*/ 0 h 7199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073245" h="7199311">
                <a:moveTo>
                  <a:pt x="11073245" y="7199311"/>
                </a:moveTo>
                <a:lnTo>
                  <a:pt x="0" y="7199311"/>
                </a:lnTo>
                <a:lnTo>
                  <a:pt x="0" y="0"/>
                </a:lnTo>
                <a:lnTo>
                  <a:pt x="11073245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75000"/>
                  <a:alpha val="13000"/>
                </a:schemeClr>
              </a:gs>
              <a:gs pos="47000">
                <a:schemeClr val="accent1">
                  <a:alpha val="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rgbClr val="0099FF">
              <a:shade val="50000"/>
            </a:srgbClr>
          </a:lnRef>
          <a:fillRef idx="1">
            <a:srgbClr val="0099FF"/>
          </a:fillRef>
          <a:effectRef idx="0">
            <a:srgbClr val="0099FF"/>
          </a:effectRef>
          <a:fontRef idx="minor">
            <a:sysClr val="window" lastClr="FFFFFF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" name="日期占位符 8"/>
          <p:cNvSpPr>
            <a:spLocks noGrp="1"/>
          </p:cNvSpPr>
          <p:nvPr>
            <p:ph type="dt" sz="half" idx="10"/>
            <p:custDataLst>
              <p:tags r:id="rId26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FF1154F-E427-4513-B34B-94E36374A1AB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1"/>
            <p:custDataLst>
              <p:tags r:id="rId2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2"/>
            <p:custDataLst>
              <p:tags r:id="rId28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CFDA0808-8B01-405B-8ED6-12013DCE0AF6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/>
          <a:p>
            <a:pPr marR="0" lvl="0" fontAlgn="auto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>
                <a:srgbClr val="548235"/>
              </a:buClr>
              <a:buSzTx/>
              <a:buChar char="●"/>
            </a:pPr>
            <a:r>
              <a:rPr lang="zh-CN" altLang="en-US"/>
              <a:t>单击此处编辑母版文本样式</a:t>
            </a:r>
            <a:endParaRPr lang="zh-CN" altLang="en-US"/>
          </a:p>
          <a:p>
            <a:pPr lvl="1">
              <a:buChar char="●"/>
              <a:tabLst>
                <a:tab pos="1609725" algn="l"/>
              </a:tabLst>
            </a:pPr>
            <a:r>
              <a:rPr lang="zh-CN" altLang="en-US"/>
              <a:t>二级</a:t>
            </a:r>
            <a:endParaRPr lang="zh-CN" altLang="en-US"/>
          </a:p>
          <a:p>
            <a:pPr lvl="2">
              <a:buChar char="●"/>
            </a:pPr>
            <a:r>
              <a:rPr lang="zh-CN" altLang="en-US"/>
              <a:t>三级</a:t>
            </a:r>
            <a:endParaRPr lang="zh-CN" altLang="en-US"/>
          </a:p>
          <a:p>
            <a:pPr lvl="3">
              <a:buFont typeface="Wingdings" panose="05000000000000000000" charset="0"/>
              <a:buChar char=""/>
            </a:pP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30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KSO_TEMPLATE" hidden="1"/>
          <p:cNvSpPr/>
          <p:nvPr userDrawn="1">
            <p:custDataLst>
              <p:tags r:id="rId3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0" i="0" u="none" strike="noStrike" kern="1200" cap="none" spc="300" normalizeH="0" baseline="0" smtClean="0">
          <a:ln>
            <a:noFill/>
            <a:prstDash val="sysDot"/>
          </a:ln>
          <a:solidFill>
            <a:schemeClr val="tx1">
              <a:lumMod val="85000"/>
              <a:lumOff val="15000"/>
            </a:schemeClr>
          </a:solidFill>
          <a:latin typeface="+mj-ea"/>
          <a:ea typeface="+mj-ea"/>
          <a:cs typeface="MiSans Normal" panose="000005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MiSans Normal" panose="00000500000000000000" charset="-122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Clr>
          <a:srgbClr val="548235"/>
        </a:buClr>
        <a:buFont typeface="Arial" panose="020B0604020202020204" pitchFamily="34" charset="0"/>
        <a:buChar char="•"/>
        <a:defRPr kumimoji="0" lang="zh-CN" altLang="en-US" sz="1400" b="0" i="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MiSans Normal" panose="00000500000000000000" charset="-122"/>
          <a:sym typeface="+mn-ea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tags" Target="../tags/tag26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3.xml"/><Relationship Id="rId8" Type="http://schemas.openxmlformats.org/officeDocument/2006/relationships/tags" Target="../tags/tag272.xml"/><Relationship Id="rId7" Type="http://schemas.openxmlformats.org/officeDocument/2006/relationships/tags" Target="../tags/tag271.xml"/><Relationship Id="rId6" Type="http://schemas.openxmlformats.org/officeDocument/2006/relationships/tags" Target="../tags/tag270.xml"/><Relationship Id="rId5" Type="http://schemas.openxmlformats.org/officeDocument/2006/relationships/tags" Target="../tags/tag269.xml"/><Relationship Id="rId4" Type="http://schemas.openxmlformats.org/officeDocument/2006/relationships/tags" Target="../tags/tag268.xml"/><Relationship Id="rId3" Type="http://schemas.openxmlformats.org/officeDocument/2006/relationships/tags" Target="../tags/tag267.xml"/><Relationship Id="rId2" Type="http://schemas.openxmlformats.org/officeDocument/2006/relationships/tags" Target="../tags/tag266.xml"/><Relationship Id="rId16" Type="http://schemas.openxmlformats.org/officeDocument/2006/relationships/slideLayout" Target="../slideLayouts/slideLayout22.xml"/><Relationship Id="rId15" Type="http://schemas.openxmlformats.org/officeDocument/2006/relationships/tags" Target="../tags/tag279.xml"/><Relationship Id="rId14" Type="http://schemas.openxmlformats.org/officeDocument/2006/relationships/tags" Target="../tags/tag278.xml"/><Relationship Id="rId13" Type="http://schemas.openxmlformats.org/officeDocument/2006/relationships/tags" Target="../tags/tag277.xml"/><Relationship Id="rId12" Type="http://schemas.openxmlformats.org/officeDocument/2006/relationships/tags" Target="../tags/tag276.xml"/><Relationship Id="rId11" Type="http://schemas.openxmlformats.org/officeDocument/2006/relationships/tags" Target="../tags/tag275.xml"/><Relationship Id="rId10" Type="http://schemas.openxmlformats.org/officeDocument/2006/relationships/tags" Target="../tags/tag274.xml"/><Relationship Id="rId1" Type="http://schemas.openxmlformats.org/officeDocument/2006/relationships/tags" Target="../tags/tag2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" Type="http://schemas.openxmlformats.org/officeDocument/2006/relationships/tags" Target="../tags/tag28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jpeg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image" Target="../media/image9.jpeg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292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tags" Target="../tags/tag28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301.xml"/><Relationship Id="rId8" Type="http://schemas.openxmlformats.org/officeDocument/2006/relationships/tags" Target="../tags/tag300.xml"/><Relationship Id="rId7" Type="http://schemas.openxmlformats.org/officeDocument/2006/relationships/tags" Target="../tags/tag299.xml"/><Relationship Id="rId6" Type="http://schemas.openxmlformats.org/officeDocument/2006/relationships/tags" Target="../tags/tag298.xml"/><Relationship Id="rId5" Type="http://schemas.openxmlformats.org/officeDocument/2006/relationships/tags" Target="../tags/tag297.xml"/><Relationship Id="rId4" Type="http://schemas.openxmlformats.org/officeDocument/2006/relationships/tags" Target="../tags/tag296.xml"/><Relationship Id="rId3" Type="http://schemas.openxmlformats.org/officeDocument/2006/relationships/tags" Target="../tags/tag295.xml"/><Relationship Id="rId2" Type="http://schemas.openxmlformats.org/officeDocument/2006/relationships/tags" Target="../tags/tag294.xml"/><Relationship Id="rId12" Type="http://schemas.openxmlformats.org/officeDocument/2006/relationships/slideLayout" Target="../slideLayouts/slideLayout12.xml"/><Relationship Id="rId11" Type="http://schemas.openxmlformats.org/officeDocument/2006/relationships/tags" Target="../tags/tag303.xml"/><Relationship Id="rId10" Type="http://schemas.openxmlformats.org/officeDocument/2006/relationships/tags" Target="../tags/tag302.xml"/><Relationship Id="rId1" Type="http://schemas.openxmlformats.org/officeDocument/2006/relationships/tags" Target="../tags/tag29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image" Target="../media/image11.jpeg"/><Relationship Id="rId2" Type="http://schemas.openxmlformats.org/officeDocument/2006/relationships/tags" Target="../tags/tag308.xml"/><Relationship Id="rId11" Type="http://schemas.openxmlformats.org/officeDocument/2006/relationships/slideLayout" Target="../slideLayouts/slideLayout18.xml"/><Relationship Id="rId10" Type="http://schemas.openxmlformats.org/officeDocument/2006/relationships/tags" Target="../tags/tag315.xml"/><Relationship Id="rId1" Type="http://schemas.openxmlformats.org/officeDocument/2006/relationships/tags" Target="../tags/tag307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.xml"/><Relationship Id="rId3" Type="http://schemas.openxmlformats.org/officeDocument/2006/relationships/tags" Target="../tags/tag318.xml"/><Relationship Id="rId2" Type="http://schemas.openxmlformats.org/officeDocument/2006/relationships/tags" Target="../tags/tag317.xml"/><Relationship Id="rId1" Type="http://schemas.openxmlformats.org/officeDocument/2006/relationships/tags" Target="../tags/tag31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jpeg"/><Relationship Id="rId8" Type="http://schemas.openxmlformats.org/officeDocument/2006/relationships/tags" Target="../tags/tag325.xml"/><Relationship Id="rId7" Type="http://schemas.openxmlformats.org/officeDocument/2006/relationships/tags" Target="../tags/tag324.xml"/><Relationship Id="rId6" Type="http://schemas.openxmlformats.org/officeDocument/2006/relationships/tags" Target="../tags/tag323.xml"/><Relationship Id="rId5" Type="http://schemas.openxmlformats.org/officeDocument/2006/relationships/tags" Target="../tags/tag322.xml"/><Relationship Id="rId4" Type="http://schemas.openxmlformats.org/officeDocument/2006/relationships/image" Target="../media/image12.jpeg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8" Type="http://schemas.openxmlformats.org/officeDocument/2006/relationships/slideLayout" Target="../slideLayouts/slideLayout16.xml"/><Relationship Id="rId17" Type="http://schemas.openxmlformats.org/officeDocument/2006/relationships/tags" Target="../tags/tag332.xml"/><Relationship Id="rId16" Type="http://schemas.openxmlformats.org/officeDocument/2006/relationships/tags" Target="../tags/tag331.xml"/><Relationship Id="rId15" Type="http://schemas.openxmlformats.org/officeDocument/2006/relationships/tags" Target="../tags/tag330.xml"/><Relationship Id="rId14" Type="http://schemas.openxmlformats.org/officeDocument/2006/relationships/image" Target="../media/image14.jpeg"/><Relationship Id="rId13" Type="http://schemas.openxmlformats.org/officeDocument/2006/relationships/tags" Target="../tags/tag329.xml"/><Relationship Id="rId12" Type="http://schemas.openxmlformats.org/officeDocument/2006/relationships/tags" Target="../tags/tag32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tags" Target="../tags/tag31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image" Target="../media/image15.jpeg"/><Relationship Id="rId2" Type="http://schemas.openxmlformats.org/officeDocument/2006/relationships/tags" Target="../tags/tag334.xml"/><Relationship Id="rId14" Type="http://schemas.openxmlformats.org/officeDocument/2006/relationships/slideLayout" Target="../slideLayouts/slideLayout1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tags" Target="../tags/tag33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2.xml"/><Relationship Id="rId3" Type="http://schemas.openxmlformats.org/officeDocument/2006/relationships/tags" Target="../tags/tag347.xml"/><Relationship Id="rId2" Type="http://schemas.openxmlformats.org/officeDocument/2006/relationships/tags" Target="../tags/tag346.xml"/><Relationship Id="rId1" Type="http://schemas.openxmlformats.org/officeDocument/2006/relationships/tags" Target="../tags/tag345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54.xml"/><Relationship Id="rId8" Type="http://schemas.openxmlformats.org/officeDocument/2006/relationships/tags" Target="../tags/tag353.xml"/><Relationship Id="rId7" Type="http://schemas.openxmlformats.org/officeDocument/2006/relationships/image" Target="../media/image17.jpeg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image" Target="../media/image16.jpeg"/><Relationship Id="rId2" Type="http://schemas.openxmlformats.org/officeDocument/2006/relationships/tags" Target="../tags/tag349.xml"/><Relationship Id="rId15" Type="http://schemas.openxmlformats.org/officeDocument/2006/relationships/slideLayout" Target="../slideLayouts/slideLayout14.xml"/><Relationship Id="rId14" Type="http://schemas.openxmlformats.org/officeDocument/2006/relationships/tags" Target="../tags/tag358.xml"/><Relationship Id="rId13" Type="http://schemas.openxmlformats.org/officeDocument/2006/relationships/tags" Target="../tags/tag357.xml"/><Relationship Id="rId12" Type="http://schemas.openxmlformats.org/officeDocument/2006/relationships/tags" Target="../tags/tag356.xml"/><Relationship Id="rId11" Type="http://schemas.openxmlformats.org/officeDocument/2006/relationships/image" Target="../media/image18.jpeg"/><Relationship Id="rId10" Type="http://schemas.openxmlformats.org/officeDocument/2006/relationships/tags" Target="../tags/tag355.xml"/><Relationship Id="rId1" Type="http://schemas.openxmlformats.org/officeDocument/2006/relationships/tags" Target="../tags/tag348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67.xml"/><Relationship Id="rId8" Type="http://schemas.openxmlformats.org/officeDocument/2006/relationships/tags" Target="../tags/tag366.xml"/><Relationship Id="rId7" Type="http://schemas.openxmlformats.org/officeDocument/2006/relationships/tags" Target="../tags/tag365.xml"/><Relationship Id="rId6" Type="http://schemas.openxmlformats.org/officeDocument/2006/relationships/tags" Target="../tags/tag364.xml"/><Relationship Id="rId5" Type="http://schemas.openxmlformats.org/officeDocument/2006/relationships/tags" Target="../tags/tag363.xml"/><Relationship Id="rId4" Type="http://schemas.openxmlformats.org/officeDocument/2006/relationships/tags" Target="../tags/tag362.xml"/><Relationship Id="rId3" Type="http://schemas.openxmlformats.org/officeDocument/2006/relationships/tags" Target="../tags/tag361.xml"/><Relationship Id="rId2" Type="http://schemas.openxmlformats.org/officeDocument/2006/relationships/tags" Target="../tags/tag360.xml"/><Relationship Id="rId15" Type="http://schemas.openxmlformats.org/officeDocument/2006/relationships/slideLayout" Target="../slideLayouts/slideLayout13.xml"/><Relationship Id="rId14" Type="http://schemas.openxmlformats.org/officeDocument/2006/relationships/tags" Target="../tags/tag372.xml"/><Relationship Id="rId13" Type="http://schemas.openxmlformats.org/officeDocument/2006/relationships/tags" Target="../tags/tag371.xml"/><Relationship Id="rId12" Type="http://schemas.openxmlformats.org/officeDocument/2006/relationships/tags" Target="../tags/tag370.xml"/><Relationship Id="rId11" Type="http://schemas.openxmlformats.org/officeDocument/2006/relationships/tags" Target="../tags/tag369.xml"/><Relationship Id="rId10" Type="http://schemas.openxmlformats.org/officeDocument/2006/relationships/tags" Target="../tags/tag368.xml"/><Relationship Id="rId1" Type="http://schemas.openxmlformats.org/officeDocument/2006/relationships/tags" Target="../tags/tag359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3.xml"/><Relationship Id="rId3" Type="http://schemas.openxmlformats.org/officeDocument/2006/relationships/tags" Target="../tags/tag375.xml"/><Relationship Id="rId2" Type="http://schemas.openxmlformats.org/officeDocument/2006/relationships/tags" Target="../tags/tag374.xml"/><Relationship Id="rId1" Type="http://schemas.openxmlformats.org/officeDocument/2006/relationships/tags" Target="../tags/tag3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2025/12/27</a:t>
            </a:r>
            <a:endParaRPr lang="en-US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 sz="4500"/>
              <a:t>开源治理与运营驾驶舱——基于DataEase的Top300开源项目分析</a:t>
            </a:r>
            <a:endParaRPr lang="zh-CN" altLang="en-US" sz="4500"/>
          </a:p>
        </p:txBody>
      </p:sp>
      <p:sp>
        <p:nvSpPr>
          <p:cNvPr id="4" name="副标题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</a:t>
            </a:r>
            <a:r>
              <a:t>耿紫琪 章欣怡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t>项目</a:t>
            </a:r>
            <a:r>
              <a:t>概述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t>技术栈与数据集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t>核心方案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t>作品预览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</a:t>
            </a:r>
            <a:r>
              <a:rPr>
                <a:cs typeface="Arial" panose="020B0604020202020204" pitchFamily="34" charset="0"/>
              </a:rPr>
              <a:t>概述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</a:t>
            </a:r>
            <a:r>
              <a:rPr>
                <a:cs typeface="Arial" panose="020B0604020202020204" pitchFamily="34" charset="0"/>
              </a:rPr>
              <a:t>1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背景与目标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f0e5abf0-e305-11f0-94a0-5282d2a4582d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644" r="644"/>
          <a:stretch>
            <a:fillRect/>
          </a:stretch>
        </p:blipFill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开源项目治理现状挑战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据Apache基金会2023年报告，68%的Top300开源项目存在贡献者流失、版本管理混乱等治理难题，亟需数据化工具支持。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f0e5ab48-e305-11f0-94a0-5282d2a4582d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139" b="139"/>
          <a:stretch>
            <a:fillRect/>
          </a:stretch>
        </p:blipFill>
        <p:spPr>
          <a:xfrm>
            <a:off x="6248400" y="4216400"/>
            <a:ext cx="5334000" cy="2032000"/>
          </a:xfrm>
          <a:custGeom>
            <a:avLst/>
            <a:gdLst>
              <a:gd name="connisteX0" fmla="*/ 0 w 5334000"/>
              <a:gd name="connsiteY0" fmla="*/ 0 h 2032000"/>
              <a:gd name="connisteX1" fmla="*/ 5334000 w 5334000"/>
              <a:gd name="connsiteY1" fmla="*/ 0 h 2032000"/>
              <a:gd name="connisteX2" fmla="*/ 5334000 w 5334000"/>
              <a:gd name="connsiteY2" fmla="*/ 1828800 h 2032000"/>
              <a:gd name="connisteX3" fmla="*/ 5130800 w 5334000"/>
              <a:gd name="connsiteY3" fmla="*/ 2032000 h 2032000"/>
              <a:gd name="connisteX4" fmla="*/ 203200 w 5334000"/>
              <a:gd name="connsiteY4" fmla="*/ 2032000 h 2032000"/>
              <a:gd name="connisteX5" fmla="*/ 0 w 5334000"/>
              <a:gd name="connsiteY5" fmla="*/ 1828800 h 2032000"/>
              <a:gd name="connisteX6" fmla="*/ 0 w 5334000"/>
              <a:gd name="connsiteY6" fmla="*/ 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0"/>
                </a:moveTo>
                <a:lnTo>
                  <a:pt x="5334000" y="0"/>
                </a:lnTo>
                <a:lnTo>
                  <a:pt x="5334000" y="1828800"/>
                </a:lnTo>
                <a:cubicBezTo>
                  <a:pt x="5334000" y="1941024"/>
                  <a:pt x="5243024" y="2032000"/>
                  <a:pt x="51308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DataEase驾驶舱建设目标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旨在通过DataEase构建可视化平台，实现Top300项目贡献活跃度、合规风险等12项核心指标的实时监测与智能预警。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项目意义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推动开源项目规范化治理</a:t>
            </a:r>
            <a:endParaRPr lang="zh-CN" altLang="en-US"/>
          </a:p>
        </p:txBody>
      </p:sp>
      <p:sp>
        <p:nvSpPr>
          <p:cNvPr id="4" name="装饰  2"/>
          <p:cNvSpPr>
            <a:spLocks noGrp="1"/>
          </p:cNvSpPr>
          <p:nvPr>
            <p:ph type="body" idx="16392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Apache项目因治理漏洞致贡献者流失，DataEase驾驶舱可实时监控Top300项目合规性，提升治理效率超40%。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助力开源运营数据化决策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3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GitHub某热门项目因缺乏运营数据支撑，版本迭代滞后，驾驶舱通过分析Top300项目数据，优化资源分配策略。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促进开源生态健康发展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4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国内某开源社区因协作机制混乱活跃度下降，驾驶舱基于Top300项目分析，构建高效协作模型，社区贡献量增长35%。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技术栈与数据集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</a:t>
            </a:r>
            <a:r>
              <a:rPr>
                <a:cs typeface="Arial" panose="020B0604020202020204" pitchFamily="34" charset="0"/>
              </a:rPr>
              <a:t>2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核心工具与数据集介绍</a:t>
            </a:r>
            <a:endParaRPr lang="zh-CN" altLang="en-US"/>
          </a:p>
        </p:txBody>
      </p:sp>
      <p:pic>
        <p:nvPicPr>
          <p:cNvPr id="3" name="内容占位符 2" descr="f104b954-e305-11f0-b2af-3696cb272f50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5323" r="7258"/>
          <a:stretch>
            <a:fillRect/>
          </a:stretch>
        </p:blipFill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DataEase可视化引擎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作为驾驶舱核心工具，DataEase支持Top300项目多维度数据看板搭建，如Apache项目活跃度趋势图实时生成。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GitHub API数据采集模块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通过GitHub官方API批量获取Top300项目元数据，单月可采集超10万条commit记录与issue处理时效数据。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项目健康度指标数据集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包含社区响应速度、贡献者地域分布等12类指标，已覆盖98%的Apache基金会Top100开源项目。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核心方案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</a:t>
            </a:r>
            <a:r>
              <a:rPr>
                <a:cs typeface="Arial" panose="020B0604020202020204" pitchFamily="34" charset="0"/>
              </a:rPr>
              <a:t>3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ETL输出结构化CSV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2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f381fc22-e305-11f0-b2af-3696cb272f50"/>
          <p:cNvPicPr>
            <a:picLocks noChangeAspect="1"/>
          </p:cNvPicPr>
          <p:nvPr>
            <p:ph type="pic" idx="16393"/>
            <p:custDataLst>
              <p:tags r:id="rId3"/>
            </p:custDataLst>
          </p:nvPr>
        </p:nvPicPr>
        <p:blipFill>
          <a:blip r:embed="rId4"/>
          <a:srcRect t="5882" b="5882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数据字段标准化设计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定义28个核心字段，涵盖项目基本信息（如Stars数、Fork数）、社区活跃度（Issue处理时效）等，适配Top300项目分析场景。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f381f79d-e305-11f0-b2af-3696cb272f50"/>
          <p:cNvPicPr>
            <a:picLocks noChangeAspect="1"/>
          </p:cNvPicPr>
          <p:nvPr>
            <p:ph type="pic" idx="16395"/>
            <p:custDataLst>
              <p:tags r:id="rId8"/>
            </p:custDataLst>
          </p:nvPr>
        </p:nvPicPr>
        <p:blipFill>
          <a:blip r:embed="rId9"/>
          <a:srcRect t="368" b="368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数据质量校验机制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采用DataEase内置规则校验，剔除重复数据（如GitHub与GitLab重复收录项目），确保CSV数据准确率达99.2%。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6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12" name="图片占位符 11" descr="f381f894-e305-11f0-b2af-3696cb272f50"/>
          <p:cNvPicPr>
            <a:picLocks noChangeAspect="1"/>
          </p:cNvPicPr>
          <p:nvPr>
            <p:ph type="pic" idx="16397"/>
            <p:custDataLst>
              <p:tags r:id="rId13"/>
            </p:custDataLst>
          </p:nvPr>
        </p:nvPicPr>
        <p:blipFill>
          <a:blip r:embed="rId14"/>
          <a:srcRect l="30088" t="21562" b="5313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2032000 h 2032000"/>
              <a:gd name="connisteX5" fmla="*/ 0 w 3454400"/>
              <a:gd name="connsiteY5" fmla="*/ 2032000 h 2032000"/>
              <a:gd name="connisteX6" fmla="*/ 0 w 34544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多源数据融合输出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整合GitHub API、GitLab API及第三方开源统计平台数据，生成统一CSV格式，支持DataEase直接导入建模分析。</a:t>
            </a:r>
            <a:endParaRPr lang="zh-CN" altLang="en-US"/>
          </a:p>
        </p:txBody>
      </p:sp>
    </p:spTree>
    <p:custDataLst>
      <p:tags r:id="rId17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DataEase看板设计</a:t>
            </a:r>
            <a:endParaRPr lang="zh-CN" altLang="en-US"/>
          </a:p>
        </p:txBody>
      </p:sp>
      <p:pic>
        <p:nvPicPr>
          <p:cNvPr id="3" name="内容占位符 2" descr="f0e9b345-e305-11f0-b2af-3696cb272f50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65" b="65"/>
          <a:stretch>
            <a:fillRect/>
          </a:stretch>
        </p:blipFill>
        <p:spPr>
          <a:xfrm>
            <a:off x="609600" y="15240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项目健康度仪表盘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集成GitHub Star增长、贡献者活跃度等指标，如Apache SkyWalking项目看板实时展示近30日PR合并率达82%。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治理合规性监控模块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内置License兼容性检测工具，对Top300项目中MIT协议占比65%、GPL协议23%的数据进行可视化预警。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社区运营动态看板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接入Discord/Slack聊天数据，展示Kubernetes社区每周issue响应速度中位数为4.2小时，用户提问解决率91%。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作品</a:t>
            </a:r>
            <a:r>
              <a:rPr>
                <a:cs typeface="Arial" panose="020B0604020202020204" pitchFamily="34" charset="0"/>
              </a:rPr>
              <a:t>预览</a:t>
            </a:r>
            <a:endParaRPr lang="zh-CN" altLang="en-US"/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altLang="en-US"/>
              <a:t>0</a:t>
            </a:r>
            <a:r>
              <a:rPr>
                <a:cs typeface="Arial" panose="020B0604020202020204" pitchFamily="34" charset="0"/>
              </a:rPr>
              <a:t>4</a:t>
            </a:r>
            <a:endParaRPr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总览大屏</a:t>
            </a:r>
            <a:endParaRPr lang="zh-CN" altLang="en-US"/>
          </a:p>
        </p:txBody>
      </p:sp>
      <p:pic>
        <p:nvPicPr>
          <p:cNvPr id="3" name="内容占位符 2" descr="f145916f-e305-11f0-8b85-b68befc2e60a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2197" r="2197"/>
          <a:stretch>
            <a:fillRect/>
          </a:stretch>
        </p:blipFill>
        <p:spPr>
          <a:xfrm>
            <a:off x="6096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项目覆盖度概览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大屏展示Top300开源项目覆盖12个技术领域，含Apache、CNCF等8个基金会项目，可视化展示领域分布占比。</a:t>
            </a:r>
            <a:endParaRPr lang="zh-CN" altLang="en-US"/>
          </a:p>
        </p:txBody>
      </p:sp>
      <p:pic>
        <p:nvPicPr>
          <p:cNvPr id="6" name="内容占位符 5" descr="f1458b42-e305-11f0-8b85-b68befc2e60a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t="10754" b="10754"/>
          <a:stretch>
            <a:fillRect/>
          </a:stretch>
        </p:blipFill>
        <p:spPr>
          <a:xfrm>
            <a:off x="43688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核心指标实时监控区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实时显示项目活跃度、贡献者增长、Issue解决率等12项核心指标，如某项目周贡献者新增23人。</a:t>
            </a:r>
            <a:endParaRPr lang="zh-CN" altLang="en-US"/>
          </a:p>
        </p:txBody>
      </p:sp>
      <p:pic>
        <p:nvPicPr>
          <p:cNvPr id="9" name="内容占位符 8" descr="f1458e6d-e305-11f0-8b85-b68befc2e60a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t="5882" b="5882"/>
          <a:stretch>
            <a:fillRect/>
          </a:stretch>
        </p:blipFill>
        <p:spPr>
          <a:xfrm>
            <a:off x="8128000" y="1524000"/>
            <a:ext cx="3454400" cy="2032000"/>
          </a:xfrm>
          <a:custGeom>
            <a:avLst/>
            <a:gdLst>
              <a:gd name="connisteX0" fmla="*/ 0 w 3454400"/>
              <a:gd name="connsiteY0" fmla="*/ 203200 h 2032000"/>
              <a:gd name="connisteX1" fmla="*/ 203200 w 3454400"/>
              <a:gd name="connsiteY1" fmla="*/ 0 h 2032000"/>
              <a:gd name="connisteX2" fmla="*/ 3251200 w 3454400"/>
              <a:gd name="connsiteY2" fmla="*/ 0 h 2032000"/>
              <a:gd name="connisteX3" fmla="*/ 3454400 w 3454400"/>
              <a:gd name="connsiteY3" fmla="*/ 203200 h 2032000"/>
              <a:gd name="connisteX4" fmla="*/ 3454400 w 3454400"/>
              <a:gd name="connsiteY4" fmla="*/ 1828800 h 2032000"/>
              <a:gd name="connisteX5" fmla="*/ 3251200 w 3454400"/>
              <a:gd name="connsiteY5" fmla="*/ 2032000 h 2032000"/>
              <a:gd name="connisteX6" fmla="*/ 203200 w 3454400"/>
              <a:gd name="connsiteY6" fmla="*/ 2032000 h 2032000"/>
              <a:gd name="connisteX7" fmla="*/ 0 w 3454400"/>
              <a:gd name="connsiteY7" fmla="*/ 1828800 h 2032000"/>
              <a:gd name="connisteX8" fmla="*/ 0 w 34544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1828800"/>
                </a:lnTo>
                <a:cubicBezTo>
                  <a:pt x="3454400" y="1941024"/>
                  <a:pt x="3363424" y="2032000"/>
                  <a:pt x="32512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异常风险预警模块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当项目Star周跌幅超15%或Issue积压超50个时，大屏自动标红预警，已成功预警3个高风险项目。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交互功能说明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多维度数据下钻分析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支持从Top300项目整体指标点击进入单个项目详情页，如点击Apache Dubbo可查看其贡献者活跃度、Issue处理时效等12项细分数据。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6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实时预警与联动响应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当项目健康度评分低于阈值（如70分）时，系统自动标红并弹出优化建议，如提示"Spring Cloud Alibaba需提升文档更新频率"。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自定义仪表盘配置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用户可拖拽添加"许可证合规率""PR合并周期"等指标组件，某企业客户通过配置专属看板将项目风险识别效率提升40%。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6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747afea6b88f4bc5f9008218c5f3e47129a072f"/>
  <p:tag name="KSO_WM_NEWLAYOUT_GROUP_ID" val="layout_51"/>
  <p:tag name="KSO_WM_NEWLAYOUT_ID" val="slide_05fa846ee28ead8f"/>
</p:tagLst>
</file>

<file path=ppt/tags/tag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50b4256922e4377c479bf52882f0b2fe39210d"/>
  <p:tag name="KSO_WM_NEWLAYOUT_GROUP_ID" val="layout_10003"/>
  <p:tag name="KSO_WM_NEWLAYOUT_ID" val="slide_07a157e0b255a435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f8e4e99c0715915c4c59264b594029b978f7955"/>
  <p:tag name="KSO_WM_NEWLAYOUT_GROUP_ID" val="layout_49"/>
  <p:tag name="KSO_WM_NEWLAYOUT_ID" val="slide_10d35a04bcb4fa26"/>
</p:tagLst>
</file>

<file path=ppt/tags/tag2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de0ecebf352369eb84e41ff729bf8df0f594dd"/>
  <p:tag name="KSO_WM_NEWLAYOUT_GROUP_ID" val="layout_10009"/>
  <p:tag name="KSO_WM_NEWLAYOUT_ID" val="slide_97a51ff2b1722ceb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c9df70361f8c794e5de907979fd8c45d40cd97"/>
  <p:tag name="KSO_WM_NEWLAYOUT_GROUP_ID" val="layout_42"/>
  <p:tag name="KSO_WM_NEWLAYOUT_ID" val="slide_3fa2b457fbd1d7e4"/>
</p:tagLst>
</file>

<file path=ppt/tags/tag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779af7b888b3698e00c911edbe52c8ac07036c"/>
  <p:tag name="KSO_WM_NEWLAYOUT_GROUP_ID" val="layout_53"/>
  <p:tag name="KSO_WM_NEWLAYOUT_ID" val="slide_76713c4037f02356"/>
</p:tagLst>
</file>

<file path=ppt/tags/tag7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ada85d43e569ceef88150400840c79e5c37f34"/>
  <p:tag name="KSO_WM_NEWLAYOUT_GROUP_ID" val="layout_6"/>
  <p:tag name="KSO_WM_NEWLAYOUT_ID" val="slide_acc7948a249ecb22"/>
</p:tagLst>
</file>

<file path=ppt/tags/tag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0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9c9188b337f311eed0f5faaaf423cf021d24bec"/>
  <p:tag name="KSO_WM_NEWLAYOUT_GROUP_ID" val="layout_10012"/>
  <p:tag name="KSO_WM_NEWLAYOUT_ID" val="slide_ed19c0db6ed585c4"/>
</p:tagLst>
</file>

<file path=ppt/tags/tag1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5f5b3f06fc84094b5c8eb641ad65dd3c46b4de"/>
  <p:tag name="KSO_WM_NEWLAYOUT_GROUP_ID" val="layout_26"/>
  <p:tag name="KSO_WM_NEWLAYOUT_ID" val="slide_351695b9d561403a"/>
</p:tagLst>
</file>

<file path=ppt/tags/tag11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8627595a5bc365c05a6d7d75706523ec43afd06"/>
  <p:tag name="KSO_WM_NEWLAYOUT_GROUP_ID" val="layout_30"/>
  <p:tag name="KSO_WM_NEWLAYOUT_ID" val="slide_97e71a9c1fd50a82"/>
</p:tagLst>
</file>

<file path=ppt/tags/tag12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a3156424237e399d8ce91d08569897418062fc"/>
  <p:tag name="KSO_WM_NEWLAYOUT_GROUP_ID" val="layout_48"/>
  <p:tag name="KSO_WM_NEWLAYOUT_ID" val="slide_f40f4095b76ee3a8"/>
</p:tagLst>
</file>

<file path=ppt/tags/tag13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9ca1fa38b5856d89a7e0d9765476b4f3279f937"/>
  <p:tag name="KSO_WM_NEWLAYOUT_GROUP_ID" val="layout_1-5"/>
  <p:tag name="KSO_WM_NEWLAYOUT_ID" val="slide_61223ae7a7f7aefc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ISNUMDGMTITLE" val="0"/>
  <p:tag name="KSO_WM_TEMPLATE_INDEX" val="40490145"/>
  <p:tag name="KSO_WM_TEMPLATE_CATEGORY" val="custom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TEMPLATE_INDEX" val="40490145"/>
  <p:tag name="KSO_WM_TEMPLATE_CATEGORY" val="custom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7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145"/>
  <p:tag name="KSO_WM_TEMPLATE_CATEGORY" val="custom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7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3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  <p:tag name="KSO_WM_UNIT_ISNUMDGMTITLE" val="0"/>
  <p:tag name="KSO_WM_TEMPLATE_INDEX" val="40490145"/>
  <p:tag name="KSO_WM_TEMPLATE_CATEGORY" val="custom"/>
</p:tagLst>
</file>

<file path=ppt/tags/tag17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3*f*2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  <p:tag name="KSO_WM_UNIT_ISNUMDGMTITLE" val="0"/>
  <p:tag name="KSO_WM_TEMPLATE_INDEX" val="40490145"/>
  <p:tag name="KSO_WM_TEMPLATE_CATEGORY" val="custom"/>
</p:tagLst>
</file>

<file path=ppt/tags/tag1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TEMPLATE_INDEX" val="40490145"/>
  <p:tag name="KSO_WM_TEMPLATE_CATEGORY" val="custom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4*h_f*2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  <p:tag name="KSO_WM_UNIT_ISNUMDGMTITLE" val="0"/>
  <p:tag name="KSO_WM_TEMPLATE_INDEX" val="40490145"/>
  <p:tag name="KSO_WM_TEMPLATE_CATEGORY" val="custom"/>
</p:tagLst>
</file>

<file path=ppt/tags/tag1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4*h_a*2_1"/>
  <p:tag name="KSO_WM_UNIT_LAYERLEVEL" val="1_1"/>
  <p:tag name="KSO_WM_TAG_VERSION" val="3.0"/>
  <p:tag name="KSO_WM_BEAUTIFY_FLAG" val="#wm#"/>
  <p:tag name="KSO_WM_UNIT_PRESET_TEXT" val="单击此处添加标题"/>
  <p:tag name="KSO_WM_TEMPLATE_INDEX" val="40490145"/>
  <p:tag name="KSO_WM_TEMPLATE_CATEGORY" val="custom"/>
</p:tagLst>
</file>

<file path=ppt/tags/tag18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4*h_f*1_1"/>
  <p:tag name="KSO_WM_UNIT_LAYERLEVEL" val="1_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  <p:tag name="KSO_WM_UNIT_ISNUMDGMTITLE" val="0"/>
  <p:tag name="KSO_WM_TEMPLATE_INDEX" val="40490145"/>
  <p:tag name="KSO_WM_TEMPLATE_CATEGORY" val="custom"/>
</p:tagLst>
</file>

<file path=ppt/tags/tag18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4*h_a*1_1"/>
  <p:tag name="KSO_WM_UNIT_LAYERLEVEL" val="1_1"/>
  <p:tag name="KSO_WM_TAG_VERSION" val="3.0"/>
  <p:tag name="KSO_WM_BEAUTIFY_FLAG" val="#wm#"/>
  <p:tag name="KSO_WM_UNIT_PRESET_TEXT" val="单击此处添加标题"/>
  <p:tag name="KSO_WM_TEMPLATE_INDEX" val="40490145"/>
  <p:tag name="KSO_WM_TEMPLATE_CATEGORY" val="custom"/>
</p:tagLst>
</file>

<file path=ppt/tags/tag1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TEMPLATE_INDEX" val="40490145"/>
  <p:tag name="KSO_WM_TEMPLATE_CATEGORY" val="custom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TEMPLATE_INDEX" val="40490145"/>
  <p:tag name="KSO_WM_TEMPLATE_CATEGORY" val="custom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1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7*f*1"/>
  <p:tag name="KSO_WM_UNIT_LAYERLEVEL" val="1"/>
  <p:tag name="KSO_WM_TAG_VERSION" val="3.0"/>
  <p:tag name="KSO_WM_BEAUTIFY_FLAG" val="#wm#"/>
  <p:tag name="KSO_WM_UNIT_PRESET_TEXT" val="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根据需要可酌情增减文字，以便观者准确的理解您传达的思想。单击此处添加文本具体内容，简明扼要的阐述您的观点。"/>
  <p:tag name="KSO_WM_UNIT_ISNUMDGMTITLE" val="0"/>
  <p:tag name="KSO_WM_TEMPLATE_INDEX" val="40490145"/>
  <p:tag name="KSO_WM_TEMPLATE_CATEGORY" val="custom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8*b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副标题"/>
  <p:tag name="KSO_WM_TEMPLATE_INDEX" val="40490145"/>
  <p:tag name="KSO_WM_TEMPLATE_CATEGORY" val="custom"/>
</p:tagLst>
</file>

<file path=ppt/tags/tag20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8*a*1"/>
  <p:tag name="KSO_WM_UNIT_LAYERLEVEL" val="1"/>
  <p:tag name="KSO_WM_TAG_VERSION" val="3.0"/>
  <p:tag name="KSO_WM_BEAUTIFY_FLAG" val="#wm#"/>
  <p:tag name="KSO_WM_UNIT_CONTENT_GROUP_TYPE" val="titlestyle"/>
  <p:tag name="KSO_WM_UNIT_PRESET_TEXT" val="单击此处添加标题"/>
  <p:tag name="KSO_WM_TEMPLATE_INDEX" val="40490145"/>
  <p:tag name="KSO_WM_TEMPLATE_CATEGORY" val="custom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0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UNIT_ISNUMDGMTITLE" val="0"/>
  <p:tag name="KSO_WM_UNIT_NOCLEAR" val="0"/>
  <p:tag name="KSO_WM_TEMPLATE_INDEX" val="40490145"/>
  <p:tag name="KSO_WM_TEMPLATE_CATEGORY" val="custom"/>
</p:tagLst>
</file>

<file path=ppt/tags/tag20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UNIT_ISNUMDGMTITLE" val="0"/>
  <p:tag name="KSO_WM_UNIT_NOCLEAR" val="0"/>
  <p:tag name="KSO_WM_TEMPLATE_INDEX" val="40490145"/>
  <p:tag name="KSO_WM_TEMPLATE_CATEGORY" val="custom"/>
</p:tagLst>
</file>

<file path=ppt/tags/tag20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9*i*4"/>
  <p:tag name="KSO_WM_UNIT_LAYERLEVEL" val="1"/>
  <p:tag name="KSO_WM_TAG_VERSION" val="3.0"/>
  <p:tag name="KSO_WM_UNIT_CONTENT_GROUP_TYPE" val="contentchip"/>
  <p:tag name="KSO_WM_UNIT_ISNUMDGMTITLE" val="0"/>
  <p:tag name="KSO_WM_UNIT_NOCLEAR" val="0"/>
  <p:tag name="KSO_WM_TEMPLATE_INDEX" val="40490145"/>
  <p:tag name="KSO_WM_TEMPLATE_CATEGORY" val="custom"/>
</p:tagLst>
</file>

<file path=ppt/tags/tag2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9*i*5"/>
  <p:tag name="KSO_WM_UNIT_LAYERLEVEL" val="1"/>
  <p:tag name="KSO_WM_TAG_VERSION" val="3.0"/>
  <p:tag name="KSO_WM_UNIT_CONTENT_GROUP_TYPE" val="contentchip"/>
  <p:tag name="KSO_WM_UNIT_ISNUMDGMTITLE" val="0"/>
  <p:tag name="KSO_WM_UNIT_NOCLEAR" val="0"/>
  <p:tag name="KSO_WM_TEMPLATE_INDEX" val="40490145"/>
  <p:tag name="KSO_WM_TEMPLATE_CATEGORY" val="custom"/>
</p:tagLst>
</file>

<file path=ppt/tags/tag2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9*i*6"/>
  <p:tag name="KSO_WM_UNIT_LAYERLEVEL" val="1"/>
  <p:tag name="KSO_WM_TAG_VERSION" val="3.0"/>
  <p:tag name="KSO_WM_UNIT_ISNUMDGMTITLE" val="0"/>
  <p:tag name="KSO_WM_UNIT_NOCLEAR" val="0"/>
  <p:tag name="KSO_WM_TEMPLATE_INDEX" val="40490145"/>
  <p:tag name="KSO_WM_TEMPLATE_CATEGORY" val="custom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14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1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5fec47325e2d8a9024d63d6ca9d322673e22fe4a"/>
  <p:tag name="KSO_WM_NEWLAYOUT_ID" val="473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17.xml><?xml version="1.0" encoding="utf-8"?>
<p:tagLst xmlns:p="http://schemas.openxmlformats.org/presentationml/2006/main">
  <p:tag name="KSO_WM_UNIT_ISCONTENTSTITLE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145"/>
  <p:tag name="KSO_WM_TEMPLATE_CATEGORY" val="custom"/>
</p:tagLst>
</file>

<file path=ppt/tags/tag2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3"/>
  <p:tag name="KSO_WM_UNIT_LAYERLEVEL" val="1"/>
  <p:tag name="KSO_WM_TAG_VERSION" val="3.0"/>
  <p:tag name="KSO_WM_UNIT_TYPE" val="i"/>
  <p:tag name="KSO_WM_UNIT_INDEX" val="3"/>
  <p:tag name="KSO_WM_UNIT_ISNUMDGMTITLE" val="0"/>
  <p:tag name="KSO_WM_UNIT_NOCLEAR" val="0"/>
  <p:tag name="KSO_WM_TEMPLATE_INDEX" val="40490145"/>
  <p:tag name="KSO_WM_TEMPLATE_CATEGORY" val="custom"/>
</p:tagLst>
</file>

<file path=ppt/tags/tag2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0*i*4"/>
  <p:tag name="KSO_WM_UNIT_LAYERLEVEL" val="1"/>
  <p:tag name="KSO_WM_TAG_VERSION" val="3.0"/>
  <p:tag name="KSO_WM_UNIT_TYPE" val="i"/>
  <p:tag name="KSO_WM_UNIT_INDEX" val="4"/>
  <p:tag name="KSO_WM_UNIT_CONTENT_GROUP_TYPE" val="contentchip"/>
  <p:tag name="KSO_WM_UNIT_ISNUMDGMTITLE" val="0"/>
  <p:tag name="KSO_WM_UNIT_NOCLEAR" val="0"/>
  <p:tag name="KSO_WM_TEMPLATE_INDEX" val="40490145"/>
  <p:tag name="KSO_WM_TEMPLATE_CATEGORY" val="custom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2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02b72f7ce60cfa211622395739e9331cea673b6"/>
  <p:tag name="KSO_WM_NEWLAYOUT_ID" val="47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25.xml><?xml version="1.0" encoding="utf-8"?>
<p:tagLst xmlns:p="http://schemas.openxmlformats.org/presentationml/2006/main">
  <p:tag name="KSO_WM_UNIT_PRESET_TEXT" val="PART-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2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UNIT_TYPE" val="i"/>
  <p:tag name="KSO_WM_UNIT_INDEX" val="2"/>
  <p:tag name="KSO_WM_UNIT_ISNUMDGMTITLE" val="0"/>
  <p:tag name="KSO_WM_UNIT_NOCLEAR" val="0"/>
  <p:tag name="KSO_WM_TEMPLATE_INDEX" val="40490145"/>
  <p:tag name="KSO_WM_TEMPLATE_CATEGORY" val="custom"/>
</p:tagLst>
</file>

<file path=ppt/tags/tag22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UNIT_TYPE" val="i"/>
  <p:tag name="KSO_WM_UNIT_INDEX" val="3"/>
  <p:tag name="KSO_WM_UNIT_ISNUMDGMTITLE" val="0"/>
  <p:tag name="KSO_WM_UNIT_NOCLEAR" val="0"/>
  <p:tag name="KSO_WM_TEMPLATE_INDEX" val="40490145"/>
  <p:tag name="KSO_WM_TEMPLATE_CATEGORY" val="custom"/>
</p:tagLst>
</file>

<file path=ppt/tags/tag22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UNIT_TYPE" val="i"/>
  <p:tag name="KSO_WM_UNIT_INDEX" val="4"/>
  <p:tag name="KSO_WM_UNIT_CONTENT_GROUP_TYPE" val="contentchip"/>
  <p:tag name="KSO_WM_UNIT_ISNUMDGMTITLE" val="0"/>
  <p:tag name="KSO_WM_UNIT_NOCLEAR" val="0"/>
  <p:tag name="KSO_WM_TEMPLATE_INDEX" val="40490145"/>
  <p:tag name="KSO_WM_TEMPLATE_CATEGORY" val="custom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1*i*5"/>
  <p:tag name="KSO_WM_UNIT_LAYERLEVEL" val="1"/>
  <p:tag name="KSO_WM_TAG_VERSION" val="3.0"/>
  <p:tag name="KSO_WM_UNIT_CONTENT_GROUP_TYPE" val="contentchip"/>
  <p:tag name="KSO_WM_UNIT_ISNUMDGMTITLE" val="0"/>
  <p:tag name="KSO_WM_UNIT_NOCLEAR" val="0"/>
  <p:tag name="KSO_WM_TEMPLATE_INDEX" val="40490145"/>
  <p:tag name="KSO_WM_TEMPLATE_CATEGORY" val="custom"/>
</p:tagLst>
</file>

<file path=ppt/tags/tag2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1*i*6"/>
  <p:tag name="KSO_WM_UNIT_LAYERLEVEL" val="1"/>
  <p:tag name="KSO_WM_TAG_VERSION" val="3.0"/>
  <p:tag name="KSO_WM_UNIT_ISNUMDGMTITLE" val="0"/>
  <p:tag name="KSO_WM_UNIT_NOCLEAR" val="0"/>
  <p:tag name="KSO_WM_TEMPLATE_INDEX" val="40490145"/>
  <p:tag name="KSO_WM_TEMPLATE_CATEGORY" val="custom"/>
</p:tagLst>
</file>

<file path=ppt/tags/tag234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35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0dcb08627f650776d9f7c250fb581566293a3ff"/>
  <p:tag name="KSO_WM_NEWLAYOUT_ID" val="485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4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8be64ec3495902eb862ea1b4c5b44989e579d6eb"/>
  <p:tag name="KSO_WM_NEWLAYOUT_ID" val="1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5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UNIT_TYPE" val="i"/>
  <p:tag name="KSO_WM_UNIT_INDEX" val="1"/>
  <p:tag name="KSO_WM_UNIT_ISNUMDGMTITLE" val="0"/>
  <p:tag name="KSO_WM_UNIT_NOCLEAR" val="0"/>
  <p:tag name="KSO_WM_TEMPLATE_INDEX" val="40490145"/>
  <p:tag name="KSO_WM_TEMPLATE_CATEGORY" val="custom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45"/>
  <p:tag name="KSO_WM_TEMPLATE_CATEGORY" val="custom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TEMPLATE_CATEGORY" val="custom"/>
  <p:tag name="KSO_WM_TEMPLATE_INDEX" val="40490145"/>
  <p:tag name="KSO_WM_UNIT_ISNUMDGMTITLE" val="0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45"/>
</p:tagLst>
</file>

<file path=ppt/tags/tag25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145"/>
  <p:tag name="KSO_WM_TEMPLATE_CATEGORY" val="custom"/>
  <p:tag name="KSO_WM_TEMPLATE_MASTER_TYPE" val="0"/>
  <p:tag name="KSO_WM_TAG_VERSION" val="3.0"/>
</p:tagLst>
</file>

<file path=ppt/tags/tag260.xml><?xml version="1.0" encoding="utf-8"?>
<p:tagLst xmlns:p="http://schemas.openxmlformats.org/presentationml/2006/main">
  <p:tag name="KSO_WM_AITEMPLATE_STYLE_ID" val="69796633058"/>
</p:tagLst>
</file>

<file path=ppt/tags/tag261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62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5fec47325e2d8a9024d63d6ca9d322673e22fe4a"/>
  <p:tag name="KSO_WM_NEWLAYOUT_ID" val="473"/>
  <p:tag name="KSO_WM_UNIT_PRESET_TEXT" val="单击此处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63.xml><?xml version="1.0" encoding="utf-8"?>
<p:tagLst xmlns:p="http://schemas.openxmlformats.org/presentationml/2006/main">
  <p:tag name="KSO_WM_UNIT_ISCONTENTSTITLE" val="0"/>
  <p:tag name="KSO_WM_BEAUTIFY_FLAG" val="#wm#"/>
  <p:tag name="KSO_WM_UNIT_INDEX" val="2"/>
  <p:tag name="KSO_WM_UNIT_SUBTYPE" val="b"/>
  <p:tag name="KSO_WM_UNIT_TEXT_TYPE" val="1"/>
  <p:tag name="KSO_WM_UNIT_TYPE" val="f"/>
  <p:tag name="KSO_WM_UNIT_PRESET_TEXT" val="BY WPS"/>
  <p:tag name="KSO_WM_FIGMA_FLAG" val="#fgm#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6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90145"/>
  <p:tag name="KSO_WM_TEMPLATE_CATEGORY" val="custom"/>
  <p:tag name="KSO_WM_SLIDE_INDEX" val="1"/>
  <p:tag name="KSO_WM_SLIDE_ID" val="custom40490145_1"/>
  <p:tag name="KSO_WM_TEMPLATE_MASTER_TYPE" val="0"/>
  <p:tag name="KSO_WM_SLIDE_LAYOUT" val="a_f"/>
  <p:tag name="KSO_WM_SLIDE_LAYOUT_CNT" val="1_2"/>
  <p:tag name="KSO_WM_TAG_VERSION" val="3.0"/>
</p:tagLst>
</file>

<file path=ppt/tags/tag2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9ca1fa38b5856d89a7e0d9765476b4f3279f937"/>
  <p:tag name="KSO_WM_NEWLAYOUT_GROUP_ID" val="layout_1-5"/>
  <p:tag name="KSO_WM_NEWLAYOUT_ID" val="slide_61223ae7a7f7aefc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7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33058"/>
  <p:tag name="KSO_WM_TEMPLATE_SLIDE_ID" val="slide_61223ae7a7f7aefc"/>
</p:tagLst>
</file>

<file path=ppt/tags/tag28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02b72f7ce60cfa211622395739e9331cea673b6"/>
  <p:tag name="KSO_WM_NEWLAYOUT_ID" val="47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81.xml><?xml version="1.0" encoding="utf-8"?>
<p:tagLst xmlns:p="http://schemas.openxmlformats.org/presentationml/2006/main">
  <p:tag name="KSO_WM_UNIT_PRESET_TEXT" val="PART-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282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45"/>
  <p:tag name="KSO_WM_TEMPLATE_CATEGORY" val="custom"/>
  <p:tag name="KSO_WM_SLIDE_INDEX" val="3"/>
  <p:tag name="KSO_WM_SLIDE_ID" val="custom40490145_7"/>
  <p:tag name="KSO_WM_TEMPLATE_MASTER_TYPE" val="0"/>
  <p:tag name="KSO_WM_SLIDE_LAYOUT" val="a_e"/>
  <p:tag name="KSO_WM_SLIDE_LAYOUT_CNT" val="1_1"/>
  <p:tag name="KSO_WM_TAG_VERSION" val="3.0"/>
</p:tagLst>
</file>

<file path=ppt/tags/tag2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5f5b3f06fc84094b5c8eb641ad65dd3c46b4de"/>
  <p:tag name="KSO_WM_NEWLAYOUT_GROUP_ID" val="layout_26"/>
  <p:tag name="KSO_WM_NEWLAYOUT_ID" val="slide_351695b9d561403a"/>
  <p:tag name="KSO_WM_UNIT_PRESET_TEXT" val="单击此处添加标题"/>
</p:tagLst>
</file>

<file path=ppt/tags/tag28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s://sjzg-images.ks3-cn-beijing-internal.ksyun.com/tim_gen_images/doubao_gen/0a5abf3be595535ad1dfb55641adbbbb_0.png?Expires=1766913910\u0026AWSAccessKeyId=AKLTHzmNYxS86KQFnb2pvxtA\u0026Signature=U6HngxccAdf1KrtnFBfWrUXWQlQ%3D&quot;,&quot;product_name&quot;:&quot;wps-wpp-pc&quot;,&quot;intention_code&quot;:&quot;wps_wpp_generate_theme_pay&quot;}*auto_cache_hit_3.0.4_Mock_V1_prod*1766827508878_a70caa_21146305f038-slide-7"/>
</p:tagLst>
</file>

<file path=ppt/tags/tag2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s://sjzg-images.ks3-cn-beijing-internal.ksyun.com/tim_gen_images/doubao_gen/85d98db7d5e7b08cba0291d60847f48d_0.png?Expires=1766913910\u0026AWSAccessKeyId=AKLTHzmNYxS86KQFnb2pvxtA\u0026Signature=hcxvXSEVyTNu44Jnd3Mqua7qLsY%3D&quot;,&quot;product_name&quot;:&quot;wps-wpp-pc&quot;,&quot;intention_code&quot;:&quot;wps_wpp_generate_theme_pay&quot;}*auto_cache_hit_3.0.4_Mock_V1_prod*1766827508878_a70caa_21146305f038-slide-7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2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3058"/>
  <p:tag name="KSO_WM_TEMPLATE_SLIDE_ID" val="slide_351695b9d561403a"/>
</p:tagLst>
</file>

<file path=ppt/tags/tag2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a50b4256922e4377c479bf52882f0b2fe39210d"/>
  <p:tag name="KSO_WM_NEWLAYOUT_GROUP_ID" val="layout_10003"/>
  <p:tag name="KSO_WM_NEWLAYOUT_ID" val="slide_07a157e0b255a435"/>
  <p:tag name="KSO_WM_UNIT_PRESET_TEXT" val="单击此处添加标题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9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9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2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0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0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3058"/>
  <p:tag name="KSO_WM_TEMPLATE_SLIDE_ID" val="slide_07a157e0b255a435"/>
</p:tagLst>
</file>

<file path=ppt/tags/tag30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02b72f7ce60cfa211622395739e9331cea673b6"/>
  <p:tag name="KSO_WM_NEWLAYOUT_ID" val="47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05.xml><?xml version="1.0" encoding="utf-8"?>
<p:tagLst xmlns:p="http://schemas.openxmlformats.org/presentationml/2006/main">
  <p:tag name="KSO_WM_UNIT_PRESET_TEXT" val="PART-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06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45"/>
  <p:tag name="KSO_WM_TEMPLATE_CATEGORY" val="custom"/>
  <p:tag name="KSO_WM_SLIDE_INDEX" val="3"/>
  <p:tag name="KSO_WM_SLIDE_ID" val="custom40490145_7"/>
  <p:tag name="KSO_WM_TEMPLATE_MASTER_TYPE" val="0"/>
  <p:tag name="KSO_WM_SLIDE_LAYOUT" val="a_e"/>
  <p:tag name="KSO_WM_SLIDE_LAYOUT_CNT" val="1_1"/>
  <p:tag name="KSO_WM_TAG_VERSION" val="3.0"/>
</p:tagLst>
</file>

<file path=ppt/tags/tag3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9c9188b337f311eed0f5faaaf423cf021d24bec"/>
  <p:tag name="KSO_WM_NEWLAYOUT_GROUP_ID" val="layout_10012"/>
  <p:tag name="KSO_WM_NEWLAYOUT_ID" val="slide_ed19c0db6ed585c4"/>
  <p:tag name="KSO_WM_UNIT_PRESET_TEXT" val="单击此处添加标题"/>
</p:tagLst>
</file>

<file path=ppt/tags/tag3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983901546&quot;,&quot;product_name&quot;:&quot;wps-wpp-pc&quot;,&quot;intention_code&quot;:&quot;wps_wpp_generate_theme_pay&quot;}*auto_gallery_3.0.4_Mock_V1_prod*1766827508878_a70caa_21146305f038-slide-9"/>
</p:tagLst>
</file>

<file path=ppt/tags/tag3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15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3058"/>
  <p:tag name="KSO_WM_TEMPLATE_SLIDE_ID" val="slide_ed19c0db6ed585c4"/>
</p:tagLst>
</file>

<file path=ppt/tags/tag31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02b72f7ce60cfa211622395739e9331cea673b6"/>
  <p:tag name="KSO_WM_NEWLAYOUT_ID" val="47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17.xml><?xml version="1.0" encoding="utf-8"?>
<p:tagLst xmlns:p="http://schemas.openxmlformats.org/presentationml/2006/main">
  <p:tag name="KSO_WM_UNIT_PRESET_TEXT" val="PART-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1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45"/>
  <p:tag name="KSO_WM_TEMPLATE_CATEGORY" val="custom"/>
  <p:tag name="KSO_WM_SLIDE_INDEX" val="3"/>
  <p:tag name="KSO_WM_SLIDE_ID" val="custom40490145_7"/>
  <p:tag name="KSO_WM_TEMPLATE_MASTER_TYPE" val="0"/>
  <p:tag name="KSO_WM_SLIDE_LAYOUT" val="a_e"/>
  <p:tag name="KSO_WM_SLIDE_LAYOUT_CNT" val="1_1"/>
  <p:tag name="KSO_WM_TAG_VERSION" val="3.0"/>
</p:tagLst>
</file>

<file path=ppt/tags/tag3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7779af7b888b3698e00c911edbe52c8ac07036c"/>
  <p:tag name="KSO_WM_NEWLAYOUT_GROUP_ID" val="layout_53"/>
  <p:tag name="KSO_WM_NEWLAYOUT_ID" val="slide_76713c4037f02356"/>
  <p:tag name="KSO_WM_UNIT_PRESET_TEXT" val="单击此处添加标题"/>
</p:tagLst>
</file>

<file path=ppt/tags/tag32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983901124&quot;,&quot;product_name&quot;:&quot;wps-wpp-pc&quot;,&quot;intention_code&quot;:&quot;wps_wpp_generate_theme_pay&quot;}*auto_gallery_3.0.4_Mock_V1_prod*1766827508878_a70caa_21146305f038-slide-13"/>
</p:tagLst>
</file>

<file path=ppt/tags/tag3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2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3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2/5d706435-f689-4dc8-9c41-43e89228cab4.jpg?Expires=1798363514\u0026AWSAccessKeyId=AKLT9NSy7kh8TIS1UzNqLRY2\u0026Signature=87udLoFiJ6OrofW6%2BgltVnKLAIk%3D&quot;,&quot;product_name&quot;:&quot;wps-wpp-pc&quot;,&quot;intention_code&quot;:&quot;wps_wpp_generate_theme_pay&quot;}*auto_qingqiu_3.0.4_Mock_V1_prod*1766827508878_a70caa_21146305f038-slide-13"/>
</p:tagLst>
</file>

<file path=ppt/tags/tag3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3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194783062&quot;,&quot;product_name&quot;:&quot;wps-wpp-pc&quot;,&quot;intention_code&quot;:&quot;wps_wpp_generate_theme_pay&quot;}*auto_gallery_3.0.4_Mock_V1_prod*1766827508878_a70caa_21146305f038-slide-13"/>
</p:tagLst>
</file>

<file path=ppt/tags/tag3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3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3058"/>
  <p:tag name="KSO_WM_TEMPLATE_SLIDE_ID" val="slide_76713c4037f02356"/>
</p:tagLst>
</file>

<file path=ppt/tags/tag3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0c9df70361f8c794e5de907979fd8c45d40cd97"/>
  <p:tag name="KSO_WM_NEWLAYOUT_GROUP_ID" val="layout_42"/>
  <p:tag name="KSO_WM_NEWLAYOUT_ID" val="slide_3fa2b457fbd1d7e4"/>
  <p:tag name="KSO_WM_UNIT_PRESET_TEXT" val="单击此处添加标题"/>
</p:tagLst>
</file>

<file path=ppt/tags/tag3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s://sjzg-images.ks3-cn-beijing-internal.ksyun.com/tim_gen_images/doubao_gen/174673ce20f416a103b4894115599e8f_0.png?Expires=1766913910\u0026AWSAccessKeyId=AKLTHzmNYxS86KQFnb2pvxtA\u0026Signature=onS7Xk6JFWxt5bagmkKH%2BjNl9SE%3D&quot;,&quot;product_name&quot;:&quot;wps-wpp-pc&quot;,&quot;intention_code&quot;:&quot;wps_wpp_generate_theme_pay&quot;}*auto_cache_hit_3.0.4_Mock_V1_prod*1766827508878_a70caa_21146305f038-slide-14"/>
</p:tagLst>
</file>

<file path=ppt/tags/tag3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44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3058"/>
  <p:tag name="KSO_WM_TEMPLATE_SLIDE_ID" val="slide_3fa2b457fbd1d7e4"/>
</p:tagLst>
</file>

<file path=ppt/tags/tag345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02b72f7ce60cfa211622395739e9331cea673b6"/>
  <p:tag name="KSO_WM_NEWLAYOUT_ID" val="47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46.xml><?xml version="1.0" encoding="utf-8"?>
<p:tagLst xmlns:p="http://schemas.openxmlformats.org/presentationml/2006/main">
  <p:tag name="KSO_WM_UNIT_PRESET_TEXT" val="PART-01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47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0e3ab8503af4c08e"/>
  <p:tag name="KSO_WM_TEMPLATE_INDEX" val="40490145"/>
  <p:tag name="KSO_WM_TEMPLATE_CATEGORY" val="custom"/>
  <p:tag name="KSO_WM_SLIDE_INDEX" val="3"/>
  <p:tag name="KSO_WM_SLIDE_ID" val="custom40490145_7"/>
  <p:tag name="KSO_WM_TEMPLATE_MASTER_TYPE" val="0"/>
  <p:tag name="KSO_WM_SLIDE_LAYOUT" val="a_e"/>
  <p:tag name="KSO_WM_SLIDE_LAYOUT_CNT" val="1_1"/>
  <p:tag name="KSO_WM_TAG_VERSION" val="3.0"/>
</p:tagLst>
</file>

<file path=ppt/tags/tag34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de0ecebf352369eb84e41ff729bf8df0f594dd"/>
  <p:tag name="KSO_WM_NEWLAYOUT_GROUP_ID" val="layout_10009"/>
  <p:tag name="KSO_WM_NEWLAYOUT_ID" val="slide_97a51ff2b1722ceb"/>
  <p:tag name="KSO_WM_UNIT_PRESET_TEXT" val="单击此处添加标题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692955083&quot;,&quot;product_name&quot;:&quot;wps-wpp-pc&quot;,&quot;intention_code&quot;:&quot;wps_wpp_generate_theme_pay&quot;}*auto_gallery_3.0.4_Mock_V1_prod*1766827508878_a70caa_21146305f038-slide-16"/>
</p:tagLst>
</file>

<file path=ppt/tags/tag3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033245014&quot;,&quot;product_name&quot;:&quot;wps-wpp-pc&quot;,&quot;intention_code&quot;:&quot;wps_wpp_generate_theme_pay&quot;}*auto_gallery_3.0.4_Mock_V1_prod*1766827508878_a70caa_21146305f038-slide-16"/>
</p:tagLst>
</file>

<file path=ppt/tags/tag3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746257596&quot;,&quot;product_name&quot;:&quot;wps-wpp-pc&quot;,&quot;intention_code&quot;:&quot;wps_wpp_generate_theme_pay&quot;}*auto_gallery_3.0.4_Mock_V1_prod*1766827508878_a70caa_21146305f038-slide-16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58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3058"/>
  <p:tag name="KSO_WM_TEMPLATE_SLIDE_ID" val="slide_97a51ff2b1722ceb"/>
</p:tagLst>
</file>

<file path=ppt/tags/tag35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f8e4e99c0715915c4c59264b594029b978f7955"/>
  <p:tag name="KSO_WM_NEWLAYOUT_GROUP_ID" val="layout_49"/>
  <p:tag name="KSO_WM_NEWLAYOUT_ID" val="slide_10d35a04bcb4fa26"/>
  <p:tag name="KSO_WM_UNIT_PRESET_TEXT" val="单击此处添加标题"/>
</p:tagLst>
</file>

<file path=ppt/tags/tag360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64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3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8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3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72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3058"/>
  <p:tag name="KSO_WM_TEMPLATE_SLIDE_ID" val="slide_10d35a04bcb4fa26"/>
</p:tagLst>
</file>

<file path=ppt/tags/tag373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7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0dcb08627f650776d9f7c250fb581566293a3ff"/>
  <p:tag name="KSO_WM_NEWLAYOUT_ID" val="485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45"/>
  <p:tag name="KSO_WM_TEMPLATE_CATEGORY" val="custom"/>
</p:tagLst>
</file>

<file path=ppt/tags/tag375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90145"/>
  <p:tag name="KSO_WM_TEMPLATE_CATEGORY" val="custom"/>
  <p:tag name="KSO_WM_SLIDE_INDEX" val="5"/>
  <p:tag name="KSO_WM_SLIDE_ID" val="custom40490145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77">
      <a:dk1>
        <a:sysClr val="windowText" lastClr="000000"/>
      </a:dk1>
      <a:lt1>
        <a:sysClr val="window" lastClr="FFFFFF"/>
      </a:lt1>
      <a:dk2>
        <a:srgbClr val="283B19"/>
      </a:dk2>
      <a:lt2>
        <a:srgbClr val="E3EDE4"/>
      </a:lt2>
      <a:accent1>
        <a:srgbClr val="548235"/>
      </a:accent1>
      <a:accent2>
        <a:srgbClr val="507952"/>
      </a:accent2>
      <a:accent3>
        <a:srgbClr val="4C706E"/>
      </a:accent3>
      <a:accent4>
        <a:srgbClr val="48688B"/>
      </a:accent4>
      <a:accent5>
        <a:srgbClr val="445FA7"/>
      </a:accent5>
      <a:accent6>
        <a:srgbClr val="4056C4"/>
      </a:accent6>
      <a:hlink>
        <a:srgbClr val="0563C1"/>
      </a:hlink>
      <a:folHlink>
        <a:srgbClr val="954F72"/>
      </a:folHlink>
    </a:clrScheme>
    <a:fontScheme name="自定义 21">
      <a:majorFont>
        <a:latin typeface="MiSans Heavy"/>
        <a:ea typeface="MiSans Heavy"/>
        <a:cs typeface=""/>
      </a:majorFont>
      <a:minorFont>
        <a:latin typeface="MiSans Normal"/>
        <a:ea typeface="MiSans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1595</Words>
  <Application>WPS 演示</Application>
  <PresentationFormat>宽屏</PresentationFormat>
  <Paragraphs>182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Wingdings</vt:lpstr>
      <vt:lpstr>MiSans Normal</vt:lpstr>
      <vt:lpstr>MiSans Heavy</vt:lpstr>
      <vt:lpstr>Segoe Print</vt:lpstr>
      <vt:lpstr>Arial Unicode MS</vt:lpstr>
      <vt:lpstr>Calibri</vt:lpstr>
      <vt:lpstr>MiSans Normal</vt:lpstr>
      <vt:lpstr>Office 主题</vt:lpstr>
      <vt:lpstr>1_Office 主题</vt:lpstr>
      <vt:lpstr>开源治理与运营驾驶舱——基于DataEase的Top300开源项目分析</vt:lpstr>
      <vt:lpstr>目录</vt:lpstr>
      <vt:lpstr>项目概述</vt:lpstr>
      <vt:lpstr>背景与目标</vt:lpstr>
      <vt:lpstr>项目意义</vt:lpstr>
      <vt:lpstr>技术栈与数据集</vt:lpstr>
      <vt:lpstr>核心工具与数据集介绍</vt:lpstr>
      <vt:lpstr>核心方案</vt:lpstr>
      <vt:lpstr>ETL输出结构化CSV</vt:lpstr>
      <vt:lpstr>DataEase看板设计</vt:lpstr>
      <vt:lpstr>作品预览</vt:lpstr>
      <vt:lpstr>总览大屏</vt:lpstr>
      <vt:lpstr>交互功能说明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开源治理与运营驾驶舱——基于DataEase的Top300开源项目分析</dc:title>
  <dc:creator/>
  <cp:lastModifiedBy>WPS_1719700682</cp:lastModifiedBy>
  <cp:revision>1</cp:revision>
  <dcterms:created xsi:type="dcterms:W3CDTF">2025-12-27T10:08:53Z</dcterms:created>
  <dcterms:modified xsi:type="dcterms:W3CDTF">2025-12-27T10:08:53Z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v1.0_ai_69796633058</vt:lpwstr>
  </property>
</Properties>
</file>